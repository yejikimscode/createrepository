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3" r:id="rId4"/>
    <p:sldId id="259" r:id="rId5"/>
    <p:sldId id="268" r:id="rId6"/>
    <p:sldId id="267" r:id="rId7"/>
    <p:sldId id="269" r:id="rId8"/>
    <p:sldId id="26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667" autoAdjust="0"/>
  </p:normalViewPr>
  <p:slideViewPr>
    <p:cSldViewPr snapToGrid="0">
      <p:cViewPr varScale="1">
        <p:scale>
          <a:sx n="31" d="100"/>
          <a:sy n="31" d="100"/>
        </p:scale>
        <p:origin x="7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6737D-E202-46C4-9C07-2F0BE80DB9D0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C14C0-C2A1-46C3-817B-C7901D0702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19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8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19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11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98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09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18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0CBE7-02BB-4549-B5A3-EA15828C4C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33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79435-BD2C-4CCB-97FE-6CBA67C858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2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CC11B-4494-424E-A0C3-AA5959B66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F606E0-C92A-44FC-89D8-390485D03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6212F2-9AC0-4C9F-A80E-581F772B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A8AB3F-3DCD-4863-9626-A1ACE9C7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43C8B-4213-401D-84CC-111729D1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23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12EF6-B14F-40FB-B048-0D3C633D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BF3D0-09FE-4895-B44A-C20369370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AA247-6929-438F-B585-C117A266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80FBD5-43A7-445A-976E-8B809F91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C4DB6-D821-4B27-A01D-57501BCF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47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52518-736D-4D03-81A2-28737568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A519A7-5345-4062-88A8-F1921074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5CC50-87DD-4EEC-AF38-D619A6F0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3748A-6FCD-4F78-9785-46C1CFA9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196B9-6E43-4445-A65D-93F54DB2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68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E4EEA-5F22-42AE-BD49-C7C6A103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6BBF4-444D-4297-B1C8-63984268E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7AEA0-F0B8-4D6C-B7B7-462C676FC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E8EFB3-B21E-4686-85B3-901782F6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D23635-D622-4475-A859-5D1DCE4D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17FED-3102-4DEB-B50D-89E4D4A3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70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F1D4E-87A9-44DA-8038-A0BBB869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094775-2013-4440-957B-6E873AD4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2B799F-A8A4-4ABA-A057-7E79963E2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7C99D5-6EED-4F3D-93C4-9ADDC7F7C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1D33B6-59A7-47ED-A184-FE09E9CF1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793944-2557-42C0-88A1-1077F4FE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CCF6A-68E2-4FE6-B4D0-352DB461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5DF354-7D1B-4B73-8FEB-FABA3A25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8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89149-F029-434C-ABC1-5BE8873C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19DC30-33B1-4E13-9423-D36AE8F1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C69F17-56E9-4E9B-B1AE-16561277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39A0D9-84A2-466A-98D4-0E386B31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99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4DC5AE-9C09-4E1B-83A0-D6056A80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ECE33B-F725-4192-99BF-2FD2A1FB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A0A0E-4CFA-4D06-9736-8F1F1A65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68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6F411-2BD8-41B7-AA1E-C050901A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6A35E-9829-4A9F-88B1-4675571C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76487C-0E52-4F52-BCE1-1F9DF1236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3DD1A6-BFC2-4A36-ADD0-AAFC1538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B31A82-A655-46A2-82FB-7E114FF3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C25487-3BB9-496D-8E6A-9F31E14E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7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717A2-732A-4F9D-A618-2EF6DB8A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C806F7-0805-4A4D-B484-387F5BDCE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1060FA-7F8E-49FC-957C-D5C611CB6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791F65-C3DD-44B8-B632-C138416C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049D10-26ED-4EE4-AFC0-F933A8DB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8FEB30-4E7E-4F6B-94F7-A4C827F8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24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32923-8589-4714-98B1-C108B3D6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DC3B95-8BC3-4749-B4B4-50CCA99A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03DA1C-A359-4183-9EC2-13E94F5D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3C9E5-B876-4142-85E1-551634F3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911AE-4E10-4E88-95CC-C9B92133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04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D85D84-9C05-4103-A515-A3DFBF3A0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07A2B7-B420-438D-880C-6F1B6D6A4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6074F9-F3F8-42A2-952C-4C399B3F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20BBE-E36A-48E6-9B71-46296011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4F085-C59C-494F-B740-1BE8EAFB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1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3C0A17-3AB7-42ED-B0DD-B97D0CBBC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89E734-DD67-4F6F-98F2-6F67D533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9C9C8-3CA5-4AF6-812C-520193B50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326D8-4FFD-49D7-B81F-5E195A941E41}" type="datetimeFigureOut">
              <a:rPr lang="ko-KR" altLang="en-US" smtClean="0"/>
              <a:t>2021-12-13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AE28D-7FE8-41C7-B49F-BDCD2A3BC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1531E-74DF-47F2-91A2-A17D21063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48262-5328-4D79-BC9B-AA6ABF517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8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Isosceles Triangle 367">
            <a:extLst>
              <a:ext uri="{FF2B5EF4-FFF2-40B4-BE49-F238E27FC236}">
                <a16:creationId xmlns:a16="http://schemas.microsoft.com/office/drawing/2014/main" id="{EB4E217E-995D-4207-AE56-FE9F213C8BFE}"/>
              </a:ext>
            </a:extLst>
          </p:cNvPr>
          <p:cNvSpPr/>
          <p:nvPr/>
        </p:nvSpPr>
        <p:spPr>
          <a:xfrm flipV="1">
            <a:off x="7924800" y="-3"/>
            <a:ext cx="4267200" cy="3360855"/>
          </a:xfrm>
          <a:prstGeom prst="triangle">
            <a:avLst>
              <a:gd name="adj" fmla="val 10000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Isosceles Triangle 366">
            <a:extLst>
              <a:ext uri="{FF2B5EF4-FFF2-40B4-BE49-F238E27FC236}">
                <a16:creationId xmlns:a16="http://schemas.microsoft.com/office/drawing/2014/main" id="{A7F8354B-C961-40CE-B050-ACEAFA5BAE44}"/>
              </a:ext>
            </a:extLst>
          </p:cNvPr>
          <p:cNvSpPr/>
          <p:nvPr/>
        </p:nvSpPr>
        <p:spPr>
          <a:xfrm>
            <a:off x="5084704" y="0"/>
            <a:ext cx="7107295" cy="6858000"/>
          </a:xfrm>
          <a:prstGeom prst="triangle">
            <a:avLst>
              <a:gd name="adj" fmla="val 100000"/>
            </a:avLst>
          </a:prstGeom>
          <a:solidFill>
            <a:srgbClr val="2C8DBF"/>
          </a:solidFill>
          <a:ln>
            <a:noFill/>
          </a:ln>
          <a:effectLst>
            <a:innerShdw blurRad="127000" dist="50800" dir="135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B6C60-0412-4D2E-855D-9C0593047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77" y="413035"/>
            <a:ext cx="5697149" cy="3371548"/>
          </a:xfrm>
        </p:spPr>
        <p:txBody>
          <a:bodyPr vert="horz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상품</a:t>
            </a:r>
            <a:r>
              <a:rPr lang="ko-KR" altLang="ko-KR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리뷰 </a:t>
            </a:r>
            <a:r>
              <a:rPr lang="ko-KR" altLang="en-US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분석의 새로운 방안 </a:t>
            </a:r>
            <a:br>
              <a:rPr lang="en-US" altLang="ko-KR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상품의 가격예측과 개발 활용</a:t>
            </a:r>
            <a:r>
              <a:rPr lang="en-US" altLang="ko-KR" sz="31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sz="3100" b="1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A712F6C2-F8F8-41F5-8000-AB6AD27D65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36311" y="1841500"/>
            <a:ext cx="6482637" cy="3898227"/>
            <a:chOff x="150" y="514"/>
            <a:chExt cx="6449" cy="3878"/>
          </a:xfrm>
        </p:grpSpPr>
        <p:grpSp>
          <p:nvGrpSpPr>
            <p:cNvPr id="13" name="Group 205">
              <a:extLst>
                <a:ext uri="{FF2B5EF4-FFF2-40B4-BE49-F238E27FC236}">
                  <a16:creationId xmlns:a16="http://schemas.microsoft.com/office/drawing/2014/main" id="{DA20913C-3D9F-464B-9132-04455F0EE0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" y="514"/>
              <a:ext cx="6449" cy="3878"/>
              <a:chOff x="150" y="514"/>
              <a:chExt cx="6449" cy="3878"/>
            </a:xfrm>
          </p:grpSpPr>
          <p:sp>
            <p:nvSpPr>
              <p:cNvPr id="167" name="Rectangle 5">
                <a:extLst>
                  <a:ext uri="{FF2B5EF4-FFF2-40B4-BE49-F238E27FC236}">
                    <a16:creationId xmlns:a16="http://schemas.microsoft.com/office/drawing/2014/main" id="{247152B1-3746-4FB6-8E84-6C62A36A0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2910"/>
                <a:ext cx="399" cy="52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Oval 6">
                <a:extLst>
                  <a:ext uri="{FF2B5EF4-FFF2-40B4-BE49-F238E27FC236}">
                    <a16:creationId xmlns:a16="http://schemas.microsoft.com/office/drawing/2014/main" id="{791D3FA2-978D-4FB8-813D-E740E2AB6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3" y="2910"/>
                <a:ext cx="4" cy="52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Oval 7">
                <a:extLst>
                  <a:ext uri="{FF2B5EF4-FFF2-40B4-BE49-F238E27FC236}">
                    <a16:creationId xmlns:a16="http://schemas.microsoft.com/office/drawing/2014/main" id="{BCCBA78A-26C4-42FC-A31E-0E582E200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3" y="2910"/>
                <a:ext cx="5" cy="50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Oval 8">
                <a:extLst>
                  <a:ext uri="{FF2B5EF4-FFF2-40B4-BE49-F238E27FC236}">
                    <a16:creationId xmlns:a16="http://schemas.microsoft.com/office/drawing/2014/main" id="{819C91D1-A319-45EF-872A-721197770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6" y="2910"/>
                <a:ext cx="5" cy="52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Oval 9">
                <a:extLst>
                  <a:ext uri="{FF2B5EF4-FFF2-40B4-BE49-F238E27FC236}">
                    <a16:creationId xmlns:a16="http://schemas.microsoft.com/office/drawing/2014/main" id="{17F5C83D-CD78-40AD-A5C0-D32A13FB2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2910"/>
                <a:ext cx="5" cy="50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Oval 10">
                <a:extLst>
                  <a:ext uri="{FF2B5EF4-FFF2-40B4-BE49-F238E27FC236}">
                    <a16:creationId xmlns:a16="http://schemas.microsoft.com/office/drawing/2014/main" id="{3962B4B0-80AE-40DA-9238-D70C8FBA1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2" y="2934"/>
                <a:ext cx="205" cy="7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Rectangle 11">
                <a:extLst>
                  <a:ext uri="{FF2B5EF4-FFF2-40B4-BE49-F238E27FC236}">
                    <a16:creationId xmlns:a16="http://schemas.microsoft.com/office/drawing/2014/main" id="{2F4F774D-27BE-4128-9251-3135B9141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3150"/>
                <a:ext cx="399" cy="107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2">
                <a:extLst>
                  <a:ext uri="{FF2B5EF4-FFF2-40B4-BE49-F238E27FC236}">
                    <a16:creationId xmlns:a16="http://schemas.microsoft.com/office/drawing/2014/main" id="{FF3A4C04-DF50-496A-A0BA-BD4E943DE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3157"/>
                <a:ext cx="403" cy="95"/>
              </a:xfrm>
              <a:custGeom>
                <a:avLst/>
                <a:gdLst>
                  <a:gd name="T0" fmla="*/ 170 w 170"/>
                  <a:gd name="T1" fmla="*/ 29 h 40"/>
                  <a:gd name="T2" fmla="*/ 169 w 170"/>
                  <a:gd name="T3" fmla="*/ 30 h 40"/>
                  <a:gd name="T4" fmla="*/ 167 w 170"/>
                  <a:gd name="T5" fmla="*/ 31 h 40"/>
                  <a:gd name="T6" fmla="*/ 155 w 170"/>
                  <a:gd name="T7" fmla="*/ 34 h 40"/>
                  <a:gd name="T8" fmla="*/ 137 w 170"/>
                  <a:gd name="T9" fmla="*/ 31 h 40"/>
                  <a:gd name="T10" fmla="*/ 128 w 170"/>
                  <a:gd name="T11" fmla="*/ 23 h 40"/>
                  <a:gd name="T12" fmla="*/ 125 w 170"/>
                  <a:gd name="T13" fmla="*/ 11 h 40"/>
                  <a:gd name="T14" fmla="*/ 128 w 170"/>
                  <a:gd name="T15" fmla="*/ 4 h 40"/>
                  <a:gd name="T16" fmla="*/ 135 w 170"/>
                  <a:gd name="T17" fmla="*/ 1 h 40"/>
                  <a:gd name="T18" fmla="*/ 142 w 170"/>
                  <a:gd name="T19" fmla="*/ 4 h 40"/>
                  <a:gd name="T20" fmla="*/ 145 w 170"/>
                  <a:gd name="T21" fmla="*/ 12 h 40"/>
                  <a:gd name="T22" fmla="*/ 140 w 170"/>
                  <a:gd name="T23" fmla="*/ 28 h 40"/>
                  <a:gd name="T24" fmla="*/ 124 w 170"/>
                  <a:gd name="T25" fmla="*/ 36 h 40"/>
                  <a:gd name="T26" fmla="*/ 105 w 170"/>
                  <a:gd name="T27" fmla="*/ 34 h 40"/>
                  <a:gd name="T28" fmla="*/ 88 w 170"/>
                  <a:gd name="T29" fmla="*/ 23 h 40"/>
                  <a:gd name="T30" fmla="*/ 85 w 170"/>
                  <a:gd name="T31" fmla="*/ 13 h 40"/>
                  <a:gd name="T32" fmla="*/ 88 w 170"/>
                  <a:gd name="T33" fmla="*/ 3 h 40"/>
                  <a:gd name="T34" fmla="*/ 93 w 170"/>
                  <a:gd name="T35" fmla="*/ 0 h 40"/>
                  <a:gd name="T36" fmla="*/ 99 w 170"/>
                  <a:gd name="T37" fmla="*/ 2 h 40"/>
                  <a:gd name="T38" fmla="*/ 105 w 170"/>
                  <a:gd name="T39" fmla="*/ 11 h 40"/>
                  <a:gd name="T40" fmla="*/ 98 w 170"/>
                  <a:gd name="T41" fmla="*/ 31 h 40"/>
                  <a:gd name="T42" fmla="*/ 79 w 170"/>
                  <a:gd name="T43" fmla="*/ 39 h 40"/>
                  <a:gd name="T44" fmla="*/ 60 w 170"/>
                  <a:gd name="T45" fmla="*/ 37 h 40"/>
                  <a:gd name="T46" fmla="*/ 45 w 170"/>
                  <a:gd name="T47" fmla="*/ 25 h 40"/>
                  <a:gd name="T48" fmla="*/ 43 w 170"/>
                  <a:gd name="T49" fmla="*/ 7 h 40"/>
                  <a:gd name="T50" fmla="*/ 50 w 170"/>
                  <a:gd name="T51" fmla="*/ 1 h 40"/>
                  <a:gd name="T52" fmla="*/ 58 w 170"/>
                  <a:gd name="T53" fmla="*/ 3 h 40"/>
                  <a:gd name="T54" fmla="*/ 62 w 170"/>
                  <a:gd name="T55" fmla="*/ 19 h 40"/>
                  <a:gd name="T56" fmla="*/ 54 w 170"/>
                  <a:gd name="T57" fmla="*/ 31 h 40"/>
                  <a:gd name="T58" fmla="*/ 31 w 170"/>
                  <a:gd name="T59" fmla="*/ 39 h 40"/>
                  <a:gd name="T60" fmla="*/ 13 w 170"/>
                  <a:gd name="T61" fmla="*/ 35 h 40"/>
                  <a:gd name="T62" fmla="*/ 3 w 170"/>
                  <a:gd name="T63" fmla="*/ 28 h 40"/>
                  <a:gd name="T64" fmla="*/ 1 w 170"/>
                  <a:gd name="T65" fmla="*/ 26 h 40"/>
                  <a:gd name="T66" fmla="*/ 0 w 170"/>
                  <a:gd name="T67" fmla="*/ 25 h 40"/>
                  <a:gd name="T68" fmla="*/ 13 w 170"/>
                  <a:gd name="T69" fmla="*/ 35 h 40"/>
                  <a:gd name="T70" fmla="*/ 31 w 170"/>
                  <a:gd name="T71" fmla="*/ 38 h 40"/>
                  <a:gd name="T72" fmla="*/ 53 w 170"/>
                  <a:gd name="T73" fmla="*/ 29 h 40"/>
                  <a:gd name="T74" fmla="*/ 61 w 170"/>
                  <a:gd name="T75" fmla="*/ 18 h 40"/>
                  <a:gd name="T76" fmla="*/ 57 w 170"/>
                  <a:gd name="T77" fmla="*/ 5 h 40"/>
                  <a:gd name="T78" fmla="*/ 50 w 170"/>
                  <a:gd name="T79" fmla="*/ 3 h 40"/>
                  <a:gd name="T80" fmla="*/ 45 w 170"/>
                  <a:gd name="T81" fmla="*/ 8 h 40"/>
                  <a:gd name="T82" fmla="*/ 47 w 170"/>
                  <a:gd name="T83" fmla="*/ 24 h 40"/>
                  <a:gd name="T84" fmla="*/ 61 w 170"/>
                  <a:gd name="T85" fmla="*/ 35 h 40"/>
                  <a:gd name="T86" fmla="*/ 79 w 170"/>
                  <a:gd name="T87" fmla="*/ 37 h 40"/>
                  <a:gd name="T88" fmla="*/ 97 w 170"/>
                  <a:gd name="T89" fmla="*/ 29 h 40"/>
                  <a:gd name="T90" fmla="*/ 103 w 170"/>
                  <a:gd name="T91" fmla="*/ 12 h 40"/>
                  <a:gd name="T92" fmla="*/ 98 w 170"/>
                  <a:gd name="T93" fmla="*/ 4 h 40"/>
                  <a:gd name="T94" fmla="*/ 90 w 170"/>
                  <a:gd name="T95" fmla="*/ 4 h 40"/>
                  <a:gd name="T96" fmla="*/ 87 w 170"/>
                  <a:gd name="T97" fmla="*/ 13 h 40"/>
                  <a:gd name="T98" fmla="*/ 90 w 170"/>
                  <a:gd name="T99" fmla="*/ 21 h 40"/>
                  <a:gd name="T100" fmla="*/ 105 w 170"/>
                  <a:gd name="T101" fmla="*/ 32 h 40"/>
                  <a:gd name="T102" fmla="*/ 123 w 170"/>
                  <a:gd name="T103" fmla="*/ 34 h 40"/>
                  <a:gd name="T104" fmla="*/ 138 w 170"/>
                  <a:gd name="T105" fmla="*/ 27 h 40"/>
                  <a:gd name="T106" fmla="*/ 144 w 170"/>
                  <a:gd name="T107" fmla="*/ 12 h 40"/>
                  <a:gd name="T108" fmla="*/ 135 w 170"/>
                  <a:gd name="T109" fmla="*/ 2 h 40"/>
                  <a:gd name="T110" fmla="*/ 129 w 170"/>
                  <a:gd name="T111" fmla="*/ 5 h 40"/>
                  <a:gd name="T112" fmla="*/ 126 w 170"/>
                  <a:gd name="T113" fmla="*/ 11 h 40"/>
                  <a:gd name="T114" fmla="*/ 129 w 170"/>
                  <a:gd name="T115" fmla="*/ 23 h 40"/>
                  <a:gd name="T116" fmla="*/ 137 w 170"/>
                  <a:gd name="T117" fmla="*/ 30 h 40"/>
                  <a:gd name="T118" fmla="*/ 155 w 170"/>
                  <a:gd name="T119" fmla="*/ 33 h 40"/>
                  <a:gd name="T120" fmla="*/ 166 w 170"/>
                  <a:gd name="T121" fmla="*/ 30 h 40"/>
                  <a:gd name="T122" fmla="*/ 170 w 170"/>
                  <a:gd name="T123" fmla="*/ 2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0" h="40">
                    <a:moveTo>
                      <a:pt x="170" y="29"/>
                    </a:moveTo>
                    <a:cubicBezTo>
                      <a:pt x="170" y="29"/>
                      <a:pt x="170" y="29"/>
                      <a:pt x="169" y="30"/>
                    </a:cubicBezTo>
                    <a:cubicBezTo>
                      <a:pt x="169" y="30"/>
                      <a:pt x="168" y="30"/>
                      <a:pt x="167" y="31"/>
                    </a:cubicBezTo>
                    <a:cubicBezTo>
                      <a:pt x="164" y="32"/>
                      <a:pt x="160" y="33"/>
                      <a:pt x="155" y="34"/>
                    </a:cubicBezTo>
                    <a:cubicBezTo>
                      <a:pt x="150" y="35"/>
                      <a:pt x="143" y="35"/>
                      <a:pt x="137" y="31"/>
                    </a:cubicBezTo>
                    <a:cubicBezTo>
                      <a:pt x="133" y="30"/>
                      <a:pt x="130" y="27"/>
                      <a:pt x="128" y="23"/>
                    </a:cubicBezTo>
                    <a:cubicBezTo>
                      <a:pt x="126" y="20"/>
                      <a:pt x="124" y="15"/>
                      <a:pt x="125" y="11"/>
                    </a:cubicBezTo>
                    <a:cubicBezTo>
                      <a:pt x="125" y="8"/>
                      <a:pt x="126" y="6"/>
                      <a:pt x="128" y="4"/>
                    </a:cubicBezTo>
                    <a:cubicBezTo>
                      <a:pt x="130" y="2"/>
                      <a:pt x="132" y="0"/>
                      <a:pt x="135" y="1"/>
                    </a:cubicBezTo>
                    <a:cubicBezTo>
                      <a:pt x="138" y="1"/>
                      <a:pt x="140" y="2"/>
                      <a:pt x="142" y="4"/>
                    </a:cubicBezTo>
                    <a:cubicBezTo>
                      <a:pt x="144" y="7"/>
                      <a:pt x="145" y="9"/>
                      <a:pt x="145" y="12"/>
                    </a:cubicBezTo>
                    <a:cubicBezTo>
                      <a:pt x="146" y="18"/>
                      <a:pt x="144" y="24"/>
                      <a:pt x="140" y="28"/>
                    </a:cubicBezTo>
                    <a:cubicBezTo>
                      <a:pt x="136" y="33"/>
                      <a:pt x="130" y="35"/>
                      <a:pt x="124" y="36"/>
                    </a:cubicBezTo>
                    <a:cubicBezTo>
                      <a:pt x="117" y="37"/>
                      <a:pt x="111" y="36"/>
                      <a:pt x="105" y="34"/>
                    </a:cubicBezTo>
                    <a:cubicBezTo>
                      <a:pt x="99" y="32"/>
                      <a:pt x="93" y="28"/>
                      <a:pt x="88" y="23"/>
                    </a:cubicBezTo>
                    <a:cubicBezTo>
                      <a:pt x="86" y="20"/>
                      <a:pt x="85" y="16"/>
                      <a:pt x="85" y="13"/>
                    </a:cubicBezTo>
                    <a:cubicBezTo>
                      <a:pt x="84" y="9"/>
                      <a:pt x="85" y="5"/>
                      <a:pt x="88" y="3"/>
                    </a:cubicBezTo>
                    <a:cubicBezTo>
                      <a:pt x="89" y="1"/>
                      <a:pt x="91" y="1"/>
                      <a:pt x="93" y="0"/>
                    </a:cubicBezTo>
                    <a:cubicBezTo>
                      <a:pt x="95" y="0"/>
                      <a:pt x="97" y="1"/>
                      <a:pt x="99" y="2"/>
                    </a:cubicBezTo>
                    <a:cubicBezTo>
                      <a:pt x="102" y="4"/>
                      <a:pt x="104" y="7"/>
                      <a:pt x="105" y="11"/>
                    </a:cubicBezTo>
                    <a:cubicBezTo>
                      <a:pt x="107" y="18"/>
                      <a:pt x="104" y="26"/>
                      <a:pt x="98" y="31"/>
                    </a:cubicBezTo>
                    <a:cubicBezTo>
                      <a:pt x="93" y="36"/>
                      <a:pt x="86" y="38"/>
                      <a:pt x="79" y="39"/>
                    </a:cubicBezTo>
                    <a:cubicBezTo>
                      <a:pt x="73" y="39"/>
                      <a:pt x="66" y="39"/>
                      <a:pt x="60" y="37"/>
                    </a:cubicBezTo>
                    <a:cubicBezTo>
                      <a:pt x="54" y="35"/>
                      <a:pt x="48" y="31"/>
                      <a:pt x="45" y="25"/>
                    </a:cubicBezTo>
                    <a:cubicBezTo>
                      <a:pt x="42" y="20"/>
                      <a:pt x="41" y="13"/>
                      <a:pt x="43" y="7"/>
                    </a:cubicBezTo>
                    <a:cubicBezTo>
                      <a:pt x="44" y="4"/>
                      <a:pt x="47" y="2"/>
                      <a:pt x="50" y="1"/>
                    </a:cubicBezTo>
                    <a:cubicBezTo>
                      <a:pt x="53" y="1"/>
                      <a:pt x="56" y="2"/>
                      <a:pt x="58" y="3"/>
                    </a:cubicBezTo>
                    <a:cubicBezTo>
                      <a:pt x="63" y="7"/>
                      <a:pt x="64" y="14"/>
                      <a:pt x="62" y="19"/>
                    </a:cubicBezTo>
                    <a:cubicBezTo>
                      <a:pt x="61" y="24"/>
                      <a:pt x="57" y="28"/>
                      <a:pt x="54" y="31"/>
                    </a:cubicBezTo>
                    <a:cubicBezTo>
                      <a:pt x="47" y="37"/>
                      <a:pt x="38" y="39"/>
                      <a:pt x="31" y="39"/>
                    </a:cubicBezTo>
                    <a:cubicBezTo>
                      <a:pt x="23" y="40"/>
                      <a:pt x="17" y="38"/>
                      <a:pt x="13" y="35"/>
                    </a:cubicBezTo>
                    <a:cubicBezTo>
                      <a:pt x="8" y="33"/>
                      <a:pt x="5" y="30"/>
                      <a:pt x="3" y="28"/>
                    </a:cubicBezTo>
                    <a:cubicBezTo>
                      <a:pt x="2" y="27"/>
                      <a:pt x="1" y="27"/>
                      <a:pt x="1" y="26"/>
                    </a:cubicBezTo>
                    <a:cubicBezTo>
                      <a:pt x="1" y="25"/>
                      <a:pt x="0" y="25"/>
                      <a:pt x="0" y="25"/>
                    </a:cubicBezTo>
                    <a:cubicBezTo>
                      <a:pt x="1" y="25"/>
                      <a:pt x="4" y="30"/>
                      <a:pt x="13" y="35"/>
                    </a:cubicBezTo>
                    <a:cubicBezTo>
                      <a:pt x="17" y="37"/>
                      <a:pt x="24" y="39"/>
                      <a:pt x="31" y="38"/>
                    </a:cubicBezTo>
                    <a:cubicBezTo>
                      <a:pt x="38" y="38"/>
                      <a:pt x="46" y="35"/>
                      <a:pt x="53" y="29"/>
                    </a:cubicBezTo>
                    <a:cubicBezTo>
                      <a:pt x="56" y="26"/>
                      <a:pt x="59" y="23"/>
                      <a:pt x="61" y="18"/>
                    </a:cubicBezTo>
                    <a:cubicBezTo>
                      <a:pt x="62" y="14"/>
                      <a:pt x="61" y="8"/>
                      <a:pt x="57" y="5"/>
                    </a:cubicBezTo>
                    <a:cubicBezTo>
                      <a:pt x="55" y="3"/>
                      <a:pt x="53" y="3"/>
                      <a:pt x="50" y="3"/>
                    </a:cubicBezTo>
                    <a:cubicBezTo>
                      <a:pt x="48" y="4"/>
                      <a:pt x="46" y="5"/>
                      <a:pt x="45" y="8"/>
                    </a:cubicBezTo>
                    <a:cubicBezTo>
                      <a:pt x="43" y="13"/>
                      <a:pt x="44" y="19"/>
                      <a:pt x="47" y="24"/>
                    </a:cubicBezTo>
                    <a:cubicBezTo>
                      <a:pt x="50" y="29"/>
                      <a:pt x="55" y="33"/>
                      <a:pt x="61" y="35"/>
                    </a:cubicBezTo>
                    <a:cubicBezTo>
                      <a:pt x="66" y="37"/>
                      <a:pt x="73" y="37"/>
                      <a:pt x="79" y="37"/>
                    </a:cubicBezTo>
                    <a:cubicBezTo>
                      <a:pt x="86" y="36"/>
                      <a:pt x="92" y="34"/>
                      <a:pt x="97" y="29"/>
                    </a:cubicBezTo>
                    <a:cubicBezTo>
                      <a:pt x="102" y="25"/>
                      <a:pt x="104" y="18"/>
                      <a:pt x="103" y="12"/>
                    </a:cubicBezTo>
                    <a:cubicBezTo>
                      <a:pt x="102" y="8"/>
                      <a:pt x="100" y="5"/>
                      <a:pt x="98" y="4"/>
                    </a:cubicBezTo>
                    <a:cubicBezTo>
                      <a:pt x="95" y="2"/>
                      <a:pt x="92" y="2"/>
                      <a:pt x="90" y="4"/>
                    </a:cubicBezTo>
                    <a:cubicBezTo>
                      <a:pt x="87" y="6"/>
                      <a:pt x="86" y="10"/>
                      <a:pt x="87" y="13"/>
                    </a:cubicBezTo>
                    <a:cubicBezTo>
                      <a:pt x="87" y="16"/>
                      <a:pt x="88" y="19"/>
                      <a:pt x="90" y="21"/>
                    </a:cubicBezTo>
                    <a:cubicBezTo>
                      <a:pt x="94" y="26"/>
                      <a:pt x="100" y="30"/>
                      <a:pt x="105" y="32"/>
                    </a:cubicBezTo>
                    <a:cubicBezTo>
                      <a:pt x="111" y="34"/>
                      <a:pt x="117" y="35"/>
                      <a:pt x="123" y="34"/>
                    </a:cubicBezTo>
                    <a:cubicBezTo>
                      <a:pt x="129" y="33"/>
                      <a:pt x="135" y="31"/>
                      <a:pt x="138" y="27"/>
                    </a:cubicBezTo>
                    <a:cubicBezTo>
                      <a:pt x="142" y="23"/>
                      <a:pt x="144" y="17"/>
                      <a:pt x="144" y="12"/>
                    </a:cubicBezTo>
                    <a:cubicBezTo>
                      <a:pt x="143" y="7"/>
                      <a:pt x="140" y="3"/>
                      <a:pt x="135" y="2"/>
                    </a:cubicBezTo>
                    <a:cubicBezTo>
                      <a:pt x="133" y="2"/>
                      <a:pt x="131" y="3"/>
                      <a:pt x="129" y="5"/>
                    </a:cubicBezTo>
                    <a:cubicBezTo>
                      <a:pt x="128" y="7"/>
                      <a:pt x="127" y="9"/>
                      <a:pt x="126" y="11"/>
                    </a:cubicBezTo>
                    <a:cubicBezTo>
                      <a:pt x="126" y="15"/>
                      <a:pt x="127" y="19"/>
                      <a:pt x="129" y="23"/>
                    </a:cubicBezTo>
                    <a:cubicBezTo>
                      <a:pt x="131" y="26"/>
                      <a:pt x="134" y="29"/>
                      <a:pt x="137" y="30"/>
                    </a:cubicBezTo>
                    <a:cubicBezTo>
                      <a:pt x="144" y="34"/>
                      <a:pt x="150" y="34"/>
                      <a:pt x="155" y="33"/>
                    </a:cubicBezTo>
                    <a:cubicBezTo>
                      <a:pt x="160" y="33"/>
                      <a:pt x="164" y="31"/>
                      <a:pt x="166" y="30"/>
                    </a:cubicBezTo>
                    <a:cubicBezTo>
                      <a:pt x="169" y="29"/>
                      <a:pt x="170" y="29"/>
                      <a:pt x="170" y="29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Rectangle 13">
                <a:extLst>
                  <a:ext uri="{FF2B5EF4-FFF2-40B4-BE49-F238E27FC236}">
                    <a16:creationId xmlns:a16="http://schemas.microsoft.com/office/drawing/2014/main" id="{C3957662-1DE1-46AD-9626-079F5F468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4" y="2965"/>
                <a:ext cx="363" cy="185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Oval 14">
                <a:extLst>
                  <a:ext uri="{FF2B5EF4-FFF2-40B4-BE49-F238E27FC236}">
                    <a16:creationId xmlns:a16="http://schemas.microsoft.com/office/drawing/2014/main" id="{BCE1DD75-9954-4910-B1CE-6FC6F0586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1" y="2969"/>
                <a:ext cx="7" cy="181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Oval 15">
                <a:extLst>
                  <a:ext uri="{FF2B5EF4-FFF2-40B4-BE49-F238E27FC236}">
                    <a16:creationId xmlns:a16="http://schemas.microsoft.com/office/drawing/2014/main" id="{AD4A8940-9809-4A24-9F86-B25AB56DB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9" y="2967"/>
                <a:ext cx="5" cy="178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Oval 16">
                <a:extLst>
                  <a:ext uri="{FF2B5EF4-FFF2-40B4-BE49-F238E27FC236}">
                    <a16:creationId xmlns:a16="http://schemas.microsoft.com/office/drawing/2014/main" id="{8DF09904-DA04-4F2C-92C3-D2F11A627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" y="2962"/>
                <a:ext cx="5" cy="185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Oval 17">
                <a:extLst>
                  <a:ext uri="{FF2B5EF4-FFF2-40B4-BE49-F238E27FC236}">
                    <a16:creationId xmlns:a16="http://schemas.microsoft.com/office/drawing/2014/main" id="{0A4C27AA-DA47-40D2-87DC-662D6BEF1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1" y="2965"/>
                <a:ext cx="5" cy="18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Rectangle 18">
                <a:extLst>
                  <a:ext uri="{FF2B5EF4-FFF2-40B4-BE49-F238E27FC236}">
                    <a16:creationId xmlns:a16="http://schemas.microsoft.com/office/drawing/2014/main" id="{442C9745-F63C-4B9D-9E46-A2C9BE2B8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856"/>
                <a:ext cx="2451" cy="1626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Rectangle 19">
                <a:extLst>
                  <a:ext uri="{FF2B5EF4-FFF2-40B4-BE49-F238E27FC236}">
                    <a16:creationId xmlns:a16="http://schemas.microsoft.com/office/drawing/2014/main" id="{07FA873E-AFE0-48EA-AB8B-3F075EEAA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856"/>
                <a:ext cx="2451" cy="1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20">
                <a:extLst>
                  <a:ext uri="{FF2B5EF4-FFF2-40B4-BE49-F238E27FC236}">
                    <a16:creationId xmlns:a16="http://schemas.microsoft.com/office/drawing/2014/main" id="{E26A3495-3E9E-4DB5-9E45-4B3784BF72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" y="547"/>
                <a:ext cx="837" cy="843"/>
              </a:xfrm>
              <a:custGeom>
                <a:avLst/>
                <a:gdLst>
                  <a:gd name="T0" fmla="*/ 1 w 353"/>
                  <a:gd name="T1" fmla="*/ 180 h 355"/>
                  <a:gd name="T2" fmla="*/ 174 w 353"/>
                  <a:gd name="T3" fmla="*/ 1 h 355"/>
                  <a:gd name="T4" fmla="*/ 351 w 353"/>
                  <a:gd name="T5" fmla="*/ 174 h 355"/>
                  <a:gd name="T6" fmla="*/ 179 w 353"/>
                  <a:gd name="T7" fmla="*/ 353 h 355"/>
                  <a:gd name="T8" fmla="*/ 1 w 353"/>
                  <a:gd name="T9" fmla="*/ 180 h 355"/>
                  <a:gd name="T10" fmla="*/ 260 w 353"/>
                  <a:gd name="T11" fmla="*/ 176 h 355"/>
                  <a:gd name="T12" fmla="*/ 175 w 353"/>
                  <a:gd name="T13" fmla="*/ 93 h 355"/>
                  <a:gd name="T14" fmla="*/ 93 w 353"/>
                  <a:gd name="T15" fmla="*/ 179 h 355"/>
                  <a:gd name="T16" fmla="*/ 178 w 353"/>
                  <a:gd name="T17" fmla="*/ 261 h 355"/>
                  <a:gd name="T18" fmla="*/ 260 w 353"/>
                  <a:gd name="T19" fmla="*/ 176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3" h="355">
                    <a:moveTo>
                      <a:pt x="1" y="180"/>
                    </a:moveTo>
                    <a:cubicBezTo>
                      <a:pt x="0" y="83"/>
                      <a:pt x="77" y="3"/>
                      <a:pt x="174" y="1"/>
                    </a:cubicBezTo>
                    <a:cubicBezTo>
                      <a:pt x="270" y="0"/>
                      <a:pt x="350" y="77"/>
                      <a:pt x="351" y="174"/>
                    </a:cubicBezTo>
                    <a:cubicBezTo>
                      <a:pt x="353" y="271"/>
                      <a:pt x="276" y="351"/>
                      <a:pt x="179" y="353"/>
                    </a:cubicBezTo>
                    <a:cubicBezTo>
                      <a:pt x="83" y="355"/>
                      <a:pt x="3" y="277"/>
                      <a:pt x="1" y="180"/>
                    </a:cubicBezTo>
                    <a:close/>
                    <a:moveTo>
                      <a:pt x="260" y="176"/>
                    </a:moveTo>
                    <a:cubicBezTo>
                      <a:pt x="259" y="130"/>
                      <a:pt x="221" y="92"/>
                      <a:pt x="175" y="93"/>
                    </a:cubicBezTo>
                    <a:cubicBezTo>
                      <a:pt x="129" y="94"/>
                      <a:pt x="92" y="132"/>
                      <a:pt x="93" y="179"/>
                    </a:cubicBezTo>
                    <a:cubicBezTo>
                      <a:pt x="93" y="225"/>
                      <a:pt x="132" y="262"/>
                      <a:pt x="178" y="261"/>
                    </a:cubicBezTo>
                    <a:cubicBezTo>
                      <a:pt x="224" y="261"/>
                      <a:pt x="261" y="222"/>
                      <a:pt x="260" y="17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21">
                <a:extLst>
                  <a:ext uri="{FF2B5EF4-FFF2-40B4-BE49-F238E27FC236}">
                    <a16:creationId xmlns:a16="http://schemas.microsoft.com/office/drawing/2014/main" id="{A5189E1C-8CDD-4393-8BDE-16DD82A7D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" y="549"/>
                <a:ext cx="424" cy="841"/>
              </a:xfrm>
              <a:custGeom>
                <a:avLst/>
                <a:gdLst>
                  <a:gd name="T0" fmla="*/ 1 w 179"/>
                  <a:gd name="T1" fmla="*/ 179 h 354"/>
                  <a:gd name="T2" fmla="*/ 174 w 179"/>
                  <a:gd name="T3" fmla="*/ 0 h 354"/>
                  <a:gd name="T4" fmla="*/ 175 w 179"/>
                  <a:gd name="T5" fmla="*/ 92 h 354"/>
                  <a:gd name="T6" fmla="*/ 93 w 179"/>
                  <a:gd name="T7" fmla="*/ 178 h 354"/>
                  <a:gd name="T8" fmla="*/ 178 w 179"/>
                  <a:gd name="T9" fmla="*/ 260 h 354"/>
                  <a:gd name="T10" fmla="*/ 179 w 179"/>
                  <a:gd name="T11" fmla="*/ 352 h 354"/>
                  <a:gd name="T12" fmla="*/ 1 w 179"/>
                  <a:gd name="T13" fmla="*/ 179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354">
                    <a:moveTo>
                      <a:pt x="1" y="179"/>
                    </a:moveTo>
                    <a:cubicBezTo>
                      <a:pt x="0" y="82"/>
                      <a:pt x="77" y="2"/>
                      <a:pt x="174" y="0"/>
                    </a:cubicBezTo>
                    <a:cubicBezTo>
                      <a:pt x="175" y="92"/>
                      <a:pt x="175" y="92"/>
                      <a:pt x="175" y="92"/>
                    </a:cubicBezTo>
                    <a:cubicBezTo>
                      <a:pt x="129" y="93"/>
                      <a:pt x="92" y="131"/>
                      <a:pt x="93" y="178"/>
                    </a:cubicBezTo>
                    <a:cubicBezTo>
                      <a:pt x="93" y="224"/>
                      <a:pt x="132" y="261"/>
                      <a:pt x="178" y="260"/>
                    </a:cubicBezTo>
                    <a:cubicBezTo>
                      <a:pt x="179" y="352"/>
                      <a:pt x="179" y="352"/>
                      <a:pt x="179" y="352"/>
                    </a:cubicBezTo>
                    <a:cubicBezTo>
                      <a:pt x="83" y="354"/>
                      <a:pt x="3" y="276"/>
                      <a:pt x="1" y="17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22">
                <a:extLst>
                  <a:ext uri="{FF2B5EF4-FFF2-40B4-BE49-F238E27FC236}">
                    <a16:creationId xmlns:a16="http://schemas.microsoft.com/office/drawing/2014/main" id="{C5836302-AFDF-41AB-B327-E6BF0BD55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" y="514"/>
                <a:ext cx="486" cy="479"/>
              </a:xfrm>
              <a:custGeom>
                <a:avLst/>
                <a:gdLst>
                  <a:gd name="T0" fmla="*/ 0 w 205"/>
                  <a:gd name="T1" fmla="*/ 1 h 202"/>
                  <a:gd name="T2" fmla="*/ 205 w 205"/>
                  <a:gd name="T3" fmla="*/ 201 h 202"/>
                  <a:gd name="T4" fmla="*/ 98 w 205"/>
                  <a:gd name="T5" fmla="*/ 202 h 202"/>
                  <a:gd name="T6" fmla="*/ 2 w 205"/>
                  <a:gd name="T7" fmla="*/ 115 h 202"/>
                  <a:gd name="T8" fmla="*/ 0 w 205"/>
                  <a:gd name="T9" fmla="*/ 1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02">
                    <a:moveTo>
                      <a:pt x="0" y="1"/>
                    </a:moveTo>
                    <a:cubicBezTo>
                      <a:pt x="113" y="0"/>
                      <a:pt x="203" y="87"/>
                      <a:pt x="205" y="201"/>
                    </a:cubicBezTo>
                    <a:cubicBezTo>
                      <a:pt x="98" y="202"/>
                      <a:pt x="98" y="202"/>
                      <a:pt x="98" y="202"/>
                    </a:cubicBezTo>
                    <a:cubicBezTo>
                      <a:pt x="97" y="148"/>
                      <a:pt x="56" y="114"/>
                      <a:pt x="2" y="1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23">
                <a:extLst>
                  <a:ext uri="{FF2B5EF4-FFF2-40B4-BE49-F238E27FC236}">
                    <a16:creationId xmlns:a16="http://schemas.microsoft.com/office/drawing/2014/main" id="{06081714-63FB-4011-900B-7FC77D1E3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" y="4093"/>
                <a:ext cx="294" cy="232"/>
              </a:xfrm>
              <a:custGeom>
                <a:avLst/>
                <a:gdLst>
                  <a:gd name="T0" fmla="*/ 14 w 124"/>
                  <a:gd name="T1" fmla="*/ 97 h 98"/>
                  <a:gd name="T2" fmla="*/ 8 w 124"/>
                  <a:gd name="T3" fmla="*/ 66 h 98"/>
                  <a:gd name="T4" fmla="*/ 22 w 124"/>
                  <a:gd name="T5" fmla="*/ 56 h 98"/>
                  <a:gd name="T6" fmla="*/ 38 w 124"/>
                  <a:gd name="T7" fmla="*/ 48 h 98"/>
                  <a:gd name="T8" fmla="*/ 54 w 124"/>
                  <a:gd name="T9" fmla="*/ 19 h 98"/>
                  <a:gd name="T10" fmla="*/ 85 w 124"/>
                  <a:gd name="T11" fmla="*/ 0 h 98"/>
                  <a:gd name="T12" fmla="*/ 118 w 124"/>
                  <a:gd name="T13" fmla="*/ 27 h 98"/>
                  <a:gd name="T14" fmla="*/ 124 w 124"/>
                  <a:gd name="T15" fmla="*/ 70 h 98"/>
                  <a:gd name="T16" fmla="*/ 117 w 124"/>
                  <a:gd name="T17" fmla="*/ 93 h 98"/>
                  <a:gd name="T18" fmla="*/ 96 w 124"/>
                  <a:gd name="T19" fmla="*/ 98 h 98"/>
                  <a:gd name="T20" fmla="*/ 16 w 124"/>
                  <a:gd name="T21" fmla="*/ 9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4" h="98">
                    <a:moveTo>
                      <a:pt x="14" y="97"/>
                    </a:moveTo>
                    <a:cubicBezTo>
                      <a:pt x="10" y="93"/>
                      <a:pt x="0" y="81"/>
                      <a:pt x="8" y="66"/>
                    </a:cubicBezTo>
                    <a:cubicBezTo>
                      <a:pt x="10" y="61"/>
                      <a:pt x="16" y="59"/>
                      <a:pt x="22" y="56"/>
                    </a:cubicBezTo>
                    <a:cubicBezTo>
                      <a:pt x="27" y="54"/>
                      <a:pt x="33" y="52"/>
                      <a:pt x="38" y="48"/>
                    </a:cubicBezTo>
                    <a:cubicBezTo>
                      <a:pt x="46" y="41"/>
                      <a:pt x="48" y="29"/>
                      <a:pt x="54" y="19"/>
                    </a:cubicBezTo>
                    <a:cubicBezTo>
                      <a:pt x="61" y="8"/>
                      <a:pt x="73" y="0"/>
                      <a:pt x="85" y="0"/>
                    </a:cubicBezTo>
                    <a:cubicBezTo>
                      <a:pt x="100" y="1"/>
                      <a:pt x="112" y="13"/>
                      <a:pt x="118" y="27"/>
                    </a:cubicBezTo>
                    <a:cubicBezTo>
                      <a:pt x="123" y="40"/>
                      <a:pt x="124" y="55"/>
                      <a:pt x="124" y="70"/>
                    </a:cubicBezTo>
                    <a:cubicBezTo>
                      <a:pt x="124" y="78"/>
                      <a:pt x="123" y="88"/>
                      <a:pt x="117" y="93"/>
                    </a:cubicBezTo>
                    <a:cubicBezTo>
                      <a:pt x="112" y="98"/>
                      <a:pt x="104" y="98"/>
                      <a:pt x="96" y="98"/>
                    </a:cubicBezTo>
                    <a:cubicBezTo>
                      <a:pt x="69" y="97"/>
                      <a:pt x="43" y="96"/>
                      <a:pt x="16" y="95"/>
                    </a:cubicBezTo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24">
                <a:extLst>
                  <a:ext uri="{FF2B5EF4-FFF2-40B4-BE49-F238E27FC236}">
                    <a16:creationId xmlns:a16="http://schemas.microsoft.com/office/drawing/2014/main" id="{38D10526-FA8E-4139-AB51-C509FF158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03" y="3801"/>
                <a:ext cx="498" cy="586"/>
              </a:xfrm>
              <a:custGeom>
                <a:avLst/>
                <a:gdLst>
                  <a:gd name="T0" fmla="*/ 0 w 210"/>
                  <a:gd name="T1" fmla="*/ 0 h 247"/>
                  <a:gd name="T2" fmla="*/ 56 w 210"/>
                  <a:gd name="T3" fmla="*/ 246 h 247"/>
                  <a:gd name="T4" fmla="*/ 58 w 210"/>
                  <a:gd name="T5" fmla="*/ 246 h 247"/>
                  <a:gd name="T6" fmla="*/ 63 w 210"/>
                  <a:gd name="T7" fmla="*/ 247 h 247"/>
                  <a:gd name="T8" fmla="*/ 64 w 210"/>
                  <a:gd name="T9" fmla="*/ 247 h 247"/>
                  <a:gd name="T10" fmla="*/ 163 w 210"/>
                  <a:gd name="T11" fmla="*/ 247 h 247"/>
                  <a:gd name="T12" fmla="*/ 202 w 210"/>
                  <a:gd name="T13" fmla="*/ 69 h 247"/>
                  <a:gd name="T14" fmla="*/ 203 w 210"/>
                  <a:gd name="T15" fmla="*/ 63 h 247"/>
                  <a:gd name="T16" fmla="*/ 210 w 210"/>
                  <a:gd name="T17" fmla="*/ 0 h 247"/>
                  <a:gd name="T18" fmla="*/ 149 w 210"/>
                  <a:gd name="T19" fmla="*/ 144 h 247"/>
                  <a:gd name="T20" fmla="*/ 176 w 210"/>
                  <a:gd name="T21" fmla="*/ 78 h 247"/>
                  <a:gd name="T22" fmla="*/ 178 w 210"/>
                  <a:gd name="T23" fmla="*/ 78 h 247"/>
                  <a:gd name="T24" fmla="*/ 191 w 210"/>
                  <a:gd name="T25" fmla="*/ 144 h 247"/>
                  <a:gd name="T26" fmla="*/ 178 w 210"/>
                  <a:gd name="T27" fmla="*/ 78 h 247"/>
                  <a:gd name="T28" fmla="*/ 115 w 210"/>
                  <a:gd name="T29" fmla="*/ 160 h 247"/>
                  <a:gd name="T30" fmla="*/ 145 w 210"/>
                  <a:gd name="T31" fmla="*/ 217 h 247"/>
                  <a:gd name="T32" fmla="*/ 83 w 210"/>
                  <a:gd name="T33" fmla="*/ 160 h 247"/>
                  <a:gd name="T34" fmla="*/ 115 w 210"/>
                  <a:gd name="T35" fmla="*/ 217 h 247"/>
                  <a:gd name="T36" fmla="*/ 83 w 210"/>
                  <a:gd name="T37" fmla="*/ 160 h 247"/>
                  <a:gd name="T38" fmla="*/ 60 w 210"/>
                  <a:gd name="T39" fmla="*/ 217 h 247"/>
                  <a:gd name="T40" fmla="*/ 81 w 210"/>
                  <a:gd name="T41" fmla="*/ 160 h 247"/>
                  <a:gd name="T42" fmla="*/ 82 w 210"/>
                  <a:gd name="T43" fmla="*/ 144 h 247"/>
                  <a:gd name="T44" fmla="*/ 111 w 210"/>
                  <a:gd name="T45" fmla="*/ 78 h 247"/>
                  <a:gd name="T46" fmla="*/ 82 w 210"/>
                  <a:gd name="T47" fmla="*/ 144 h 247"/>
                  <a:gd name="T48" fmla="*/ 114 w 210"/>
                  <a:gd name="T49" fmla="*/ 78 h 247"/>
                  <a:gd name="T50" fmla="*/ 147 w 210"/>
                  <a:gd name="T51" fmla="*/ 144 h 247"/>
                  <a:gd name="T52" fmla="*/ 113 w 210"/>
                  <a:gd name="T53" fmla="*/ 63 h 247"/>
                  <a:gd name="T54" fmla="*/ 152 w 210"/>
                  <a:gd name="T55" fmla="*/ 2 h 247"/>
                  <a:gd name="T56" fmla="*/ 113 w 210"/>
                  <a:gd name="T57" fmla="*/ 63 h 247"/>
                  <a:gd name="T58" fmla="*/ 76 w 210"/>
                  <a:gd name="T59" fmla="*/ 63 h 247"/>
                  <a:gd name="T60" fmla="*/ 110 w 210"/>
                  <a:gd name="T61" fmla="*/ 2 h 247"/>
                  <a:gd name="T62" fmla="*/ 73 w 210"/>
                  <a:gd name="T63" fmla="*/ 63 h 247"/>
                  <a:gd name="T64" fmla="*/ 32 w 210"/>
                  <a:gd name="T65" fmla="*/ 39 h 247"/>
                  <a:gd name="T66" fmla="*/ 69 w 210"/>
                  <a:gd name="T67" fmla="*/ 2 h 247"/>
                  <a:gd name="T68" fmla="*/ 75 w 210"/>
                  <a:gd name="T69" fmla="*/ 78 h 247"/>
                  <a:gd name="T70" fmla="*/ 49 w 210"/>
                  <a:gd name="T71" fmla="*/ 144 h 247"/>
                  <a:gd name="T72" fmla="*/ 38 w 210"/>
                  <a:gd name="T73" fmla="*/ 78 h 247"/>
                  <a:gd name="T74" fmla="*/ 47 w 210"/>
                  <a:gd name="T75" fmla="*/ 144 h 247"/>
                  <a:gd name="T76" fmla="*/ 15 w 210"/>
                  <a:gd name="T77" fmla="*/ 78 h 247"/>
                  <a:gd name="T78" fmla="*/ 47 w 210"/>
                  <a:gd name="T79" fmla="*/ 144 h 247"/>
                  <a:gd name="T80" fmla="*/ 58 w 210"/>
                  <a:gd name="T81" fmla="*/ 217 h 247"/>
                  <a:gd name="T82" fmla="*/ 29 w 210"/>
                  <a:gd name="T83" fmla="*/ 160 h 247"/>
                  <a:gd name="T84" fmla="*/ 147 w 210"/>
                  <a:gd name="T85" fmla="*/ 217 h 247"/>
                  <a:gd name="T86" fmla="*/ 169 w 210"/>
                  <a:gd name="T87" fmla="*/ 160 h 247"/>
                  <a:gd name="T88" fmla="*/ 147 w 210"/>
                  <a:gd name="T89" fmla="*/ 217 h 247"/>
                  <a:gd name="T90" fmla="*/ 154 w 210"/>
                  <a:gd name="T91" fmla="*/ 2 h 247"/>
                  <a:gd name="T92" fmla="*/ 178 w 210"/>
                  <a:gd name="T93" fmla="*/ 63 h 247"/>
                  <a:gd name="T94" fmla="*/ 24 w 210"/>
                  <a:gd name="T95" fmla="*/ 2 h 247"/>
                  <a:gd name="T96" fmla="*/ 13 w 210"/>
                  <a:gd name="T97" fmla="*/ 63 h 247"/>
                  <a:gd name="T98" fmla="*/ 24 w 210"/>
                  <a:gd name="T99" fmla="*/ 2 h 247"/>
                  <a:gd name="T100" fmla="*/ 167 w 210"/>
                  <a:gd name="T101" fmla="*/ 217 h 247"/>
                  <a:gd name="T102" fmla="*/ 190 w 210"/>
                  <a:gd name="T103" fmla="*/ 160 h 247"/>
                  <a:gd name="T104" fmla="*/ 201 w 210"/>
                  <a:gd name="T105" fmla="*/ 63 h 247"/>
                  <a:gd name="T106" fmla="*/ 185 w 210"/>
                  <a:gd name="T107" fmla="*/ 2 h 247"/>
                  <a:gd name="T108" fmla="*/ 201 w 210"/>
                  <a:gd name="T109" fmla="*/ 63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10" h="247">
                    <a:moveTo>
                      <a:pt x="21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8" y="226"/>
                      <a:pt x="38" y="226"/>
                      <a:pt x="38" y="226"/>
                    </a:cubicBezTo>
                    <a:cubicBezTo>
                      <a:pt x="40" y="236"/>
                      <a:pt x="47" y="243"/>
                      <a:pt x="56" y="246"/>
                    </a:cubicBezTo>
                    <a:cubicBezTo>
                      <a:pt x="57" y="246"/>
                      <a:pt x="57" y="246"/>
                      <a:pt x="57" y="246"/>
                    </a:cubicBezTo>
                    <a:cubicBezTo>
                      <a:pt x="57" y="246"/>
                      <a:pt x="58" y="246"/>
                      <a:pt x="58" y="246"/>
                    </a:cubicBezTo>
                    <a:cubicBezTo>
                      <a:pt x="60" y="247"/>
                      <a:pt x="61" y="247"/>
                      <a:pt x="63" y="247"/>
                    </a:cubicBezTo>
                    <a:cubicBezTo>
                      <a:pt x="63" y="247"/>
                      <a:pt x="63" y="247"/>
                      <a:pt x="6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158" y="247"/>
                      <a:pt x="158" y="247"/>
                      <a:pt x="158" y="247"/>
                    </a:cubicBezTo>
                    <a:cubicBezTo>
                      <a:pt x="159" y="247"/>
                      <a:pt x="161" y="247"/>
                      <a:pt x="163" y="247"/>
                    </a:cubicBezTo>
                    <a:cubicBezTo>
                      <a:pt x="174" y="245"/>
                      <a:pt x="183" y="236"/>
                      <a:pt x="184" y="224"/>
                    </a:cubicBezTo>
                    <a:cubicBezTo>
                      <a:pt x="202" y="69"/>
                      <a:pt x="202" y="69"/>
                      <a:pt x="202" y="69"/>
                    </a:cubicBezTo>
                    <a:cubicBezTo>
                      <a:pt x="203" y="63"/>
                      <a:pt x="203" y="63"/>
                      <a:pt x="203" y="63"/>
                    </a:cubicBezTo>
                    <a:cubicBezTo>
                      <a:pt x="203" y="63"/>
                      <a:pt x="203" y="63"/>
                      <a:pt x="203" y="63"/>
                    </a:cubicBezTo>
                    <a:cubicBezTo>
                      <a:pt x="210" y="1"/>
                      <a:pt x="210" y="1"/>
                      <a:pt x="210" y="1"/>
                    </a:cubicBezTo>
                    <a:lnTo>
                      <a:pt x="210" y="0"/>
                    </a:lnTo>
                    <a:close/>
                    <a:moveTo>
                      <a:pt x="171" y="144"/>
                    </a:moveTo>
                    <a:cubicBezTo>
                      <a:pt x="149" y="144"/>
                      <a:pt x="149" y="144"/>
                      <a:pt x="149" y="144"/>
                    </a:cubicBezTo>
                    <a:cubicBezTo>
                      <a:pt x="151" y="78"/>
                      <a:pt x="151" y="78"/>
                      <a:pt x="151" y="78"/>
                    </a:cubicBezTo>
                    <a:cubicBezTo>
                      <a:pt x="176" y="78"/>
                      <a:pt x="176" y="78"/>
                      <a:pt x="176" y="78"/>
                    </a:cubicBezTo>
                    <a:lnTo>
                      <a:pt x="171" y="144"/>
                    </a:lnTo>
                    <a:close/>
                    <a:moveTo>
                      <a:pt x="178" y="78"/>
                    </a:moveTo>
                    <a:cubicBezTo>
                      <a:pt x="199" y="78"/>
                      <a:pt x="199" y="78"/>
                      <a:pt x="199" y="78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73" y="144"/>
                      <a:pt x="173" y="144"/>
                      <a:pt x="173" y="144"/>
                    </a:cubicBezTo>
                    <a:lnTo>
                      <a:pt x="178" y="78"/>
                    </a:lnTo>
                    <a:close/>
                    <a:moveTo>
                      <a:pt x="117" y="217"/>
                    </a:moveTo>
                    <a:cubicBezTo>
                      <a:pt x="115" y="160"/>
                      <a:pt x="115" y="160"/>
                      <a:pt x="115" y="160"/>
                    </a:cubicBezTo>
                    <a:cubicBezTo>
                      <a:pt x="146" y="160"/>
                      <a:pt x="146" y="160"/>
                      <a:pt x="146" y="160"/>
                    </a:cubicBezTo>
                    <a:cubicBezTo>
                      <a:pt x="145" y="217"/>
                      <a:pt x="145" y="217"/>
                      <a:pt x="145" y="217"/>
                    </a:cubicBezTo>
                    <a:lnTo>
                      <a:pt x="117" y="217"/>
                    </a:lnTo>
                    <a:close/>
                    <a:moveTo>
                      <a:pt x="83" y="160"/>
                    </a:moveTo>
                    <a:cubicBezTo>
                      <a:pt x="113" y="160"/>
                      <a:pt x="113" y="160"/>
                      <a:pt x="113" y="160"/>
                    </a:cubicBezTo>
                    <a:cubicBezTo>
                      <a:pt x="115" y="217"/>
                      <a:pt x="115" y="217"/>
                      <a:pt x="115" y="217"/>
                    </a:cubicBezTo>
                    <a:cubicBezTo>
                      <a:pt x="88" y="217"/>
                      <a:pt x="88" y="217"/>
                      <a:pt x="88" y="217"/>
                    </a:cubicBezTo>
                    <a:lnTo>
                      <a:pt x="83" y="160"/>
                    </a:lnTo>
                    <a:close/>
                    <a:moveTo>
                      <a:pt x="85" y="217"/>
                    </a:moveTo>
                    <a:cubicBezTo>
                      <a:pt x="60" y="217"/>
                      <a:pt x="60" y="217"/>
                      <a:pt x="60" y="217"/>
                    </a:cubicBezTo>
                    <a:cubicBezTo>
                      <a:pt x="58" y="201"/>
                      <a:pt x="55" y="181"/>
                      <a:pt x="51" y="160"/>
                    </a:cubicBezTo>
                    <a:cubicBezTo>
                      <a:pt x="81" y="160"/>
                      <a:pt x="81" y="160"/>
                      <a:pt x="81" y="160"/>
                    </a:cubicBezTo>
                    <a:lnTo>
                      <a:pt x="85" y="217"/>
                    </a:lnTo>
                    <a:close/>
                    <a:moveTo>
                      <a:pt x="82" y="144"/>
                    </a:moveTo>
                    <a:cubicBezTo>
                      <a:pt x="77" y="78"/>
                      <a:pt x="77" y="78"/>
                      <a:pt x="77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3" y="144"/>
                      <a:pt x="113" y="144"/>
                      <a:pt x="113" y="144"/>
                    </a:cubicBezTo>
                    <a:lnTo>
                      <a:pt x="82" y="144"/>
                    </a:lnTo>
                    <a:close/>
                    <a:moveTo>
                      <a:pt x="115" y="144"/>
                    </a:moveTo>
                    <a:cubicBezTo>
                      <a:pt x="114" y="78"/>
                      <a:pt x="114" y="78"/>
                      <a:pt x="114" y="78"/>
                    </a:cubicBezTo>
                    <a:cubicBezTo>
                      <a:pt x="149" y="78"/>
                      <a:pt x="149" y="78"/>
                      <a:pt x="149" y="78"/>
                    </a:cubicBezTo>
                    <a:cubicBezTo>
                      <a:pt x="147" y="144"/>
                      <a:pt x="147" y="144"/>
                      <a:pt x="147" y="144"/>
                    </a:cubicBezTo>
                    <a:lnTo>
                      <a:pt x="115" y="144"/>
                    </a:lnTo>
                    <a:close/>
                    <a:moveTo>
                      <a:pt x="113" y="63"/>
                    </a:moveTo>
                    <a:cubicBezTo>
                      <a:pt x="112" y="2"/>
                      <a:pt x="112" y="2"/>
                      <a:pt x="112" y="2"/>
                    </a:cubicBezTo>
                    <a:cubicBezTo>
                      <a:pt x="152" y="2"/>
                      <a:pt x="152" y="2"/>
                      <a:pt x="152" y="2"/>
                    </a:cubicBezTo>
                    <a:cubicBezTo>
                      <a:pt x="150" y="63"/>
                      <a:pt x="150" y="63"/>
                      <a:pt x="150" y="63"/>
                    </a:cubicBezTo>
                    <a:lnTo>
                      <a:pt x="113" y="63"/>
                    </a:lnTo>
                    <a:close/>
                    <a:moveTo>
                      <a:pt x="111" y="63"/>
                    </a:moveTo>
                    <a:cubicBezTo>
                      <a:pt x="76" y="63"/>
                      <a:pt x="76" y="63"/>
                      <a:pt x="76" y="63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110" y="2"/>
                      <a:pt x="110" y="2"/>
                      <a:pt x="110" y="2"/>
                    </a:cubicBezTo>
                    <a:lnTo>
                      <a:pt x="111" y="63"/>
                    </a:lnTo>
                    <a:close/>
                    <a:moveTo>
                      <a:pt x="73" y="63"/>
                    </a:moveTo>
                    <a:cubicBezTo>
                      <a:pt x="36" y="63"/>
                      <a:pt x="36" y="63"/>
                      <a:pt x="36" y="63"/>
                    </a:cubicBezTo>
                    <a:cubicBezTo>
                      <a:pt x="35" y="54"/>
                      <a:pt x="33" y="46"/>
                      <a:pt x="32" y="39"/>
                    </a:cubicBezTo>
                    <a:cubicBezTo>
                      <a:pt x="28" y="14"/>
                      <a:pt x="27" y="5"/>
                      <a:pt x="26" y="2"/>
                    </a:cubicBezTo>
                    <a:cubicBezTo>
                      <a:pt x="69" y="2"/>
                      <a:pt x="69" y="2"/>
                      <a:pt x="69" y="2"/>
                    </a:cubicBezTo>
                    <a:lnTo>
                      <a:pt x="73" y="63"/>
                    </a:lnTo>
                    <a:close/>
                    <a:moveTo>
                      <a:pt x="75" y="78"/>
                    </a:moveTo>
                    <a:cubicBezTo>
                      <a:pt x="80" y="144"/>
                      <a:pt x="80" y="144"/>
                      <a:pt x="80" y="144"/>
                    </a:cubicBezTo>
                    <a:cubicBezTo>
                      <a:pt x="49" y="144"/>
                      <a:pt x="49" y="144"/>
                      <a:pt x="49" y="144"/>
                    </a:cubicBezTo>
                    <a:cubicBezTo>
                      <a:pt x="48" y="137"/>
                      <a:pt x="47" y="130"/>
                      <a:pt x="46" y="124"/>
                    </a:cubicBezTo>
                    <a:cubicBezTo>
                      <a:pt x="43" y="108"/>
                      <a:pt x="41" y="93"/>
                      <a:pt x="38" y="78"/>
                    </a:cubicBezTo>
                    <a:lnTo>
                      <a:pt x="75" y="78"/>
                    </a:lnTo>
                    <a:close/>
                    <a:moveTo>
                      <a:pt x="47" y="144"/>
                    </a:moveTo>
                    <a:cubicBezTo>
                      <a:pt x="26" y="144"/>
                      <a:pt x="26" y="144"/>
                      <a:pt x="26" y="144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36" y="78"/>
                      <a:pt x="36" y="78"/>
                      <a:pt x="36" y="78"/>
                    </a:cubicBezTo>
                    <a:cubicBezTo>
                      <a:pt x="39" y="99"/>
                      <a:pt x="43" y="121"/>
                      <a:pt x="47" y="144"/>
                    </a:cubicBezTo>
                    <a:close/>
                    <a:moveTo>
                      <a:pt x="49" y="160"/>
                    </a:moveTo>
                    <a:cubicBezTo>
                      <a:pt x="52" y="179"/>
                      <a:pt x="55" y="199"/>
                      <a:pt x="58" y="217"/>
                    </a:cubicBezTo>
                    <a:cubicBezTo>
                      <a:pt x="38" y="217"/>
                      <a:pt x="38" y="217"/>
                      <a:pt x="38" y="217"/>
                    </a:cubicBezTo>
                    <a:cubicBezTo>
                      <a:pt x="29" y="160"/>
                      <a:pt x="29" y="160"/>
                      <a:pt x="29" y="160"/>
                    </a:cubicBezTo>
                    <a:lnTo>
                      <a:pt x="49" y="160"/>
                    </a:lnTo>
                    <a:close/>
                    <a:moveTo>
                      <a:pt x="147" y="217"/>
                    </a:moveTo>
                    <a:cubicBezTo>
                      <a:pt x="149" y="160"/>
                      <a:pt x="149" y="160"/>
                      <a:pt x="149" y="160"/>
                    </a:cubicBezTo>
                    <a:cubicBezTo>
                      <a:pt x="169" y="160"/>
                      <a:pt x="169" y="160"/>
                      <a:pt x="169" y="160"/>
                    </a:cubicBezTo>
                    <a:cubicBezTo>
                      <a:pt x="164" y="217"/>
                      <a:pt x="164" y="217"/>
                      <a:pt x="164" y="217"/>
                    </a:cubicBezTo>
                    <a:lnTo>
                      <a:pt x="147" y="217"/>
                    </a:lnTo>
                    <a:close/>
                    <a:moveTo>
                      <a:pt x="152" y="63"/>
                    </a:moveTo>
                    <a:cubicBezTo>
                      <a:pt x="154" y="2"/>
                      <a:pt x="154" y="2"/>
                      <a:pt x="154" y="2"/>
                    </a:cubicBezTo>
                    <a:cubicBezTo>
                      <a:pt x="183" y="2"/>
                      <a:pt x="183" y="2"/>
                      <a:pt x="183" y="2"/>
                    </a:cubicBezTo>
                    <a:cubicBezTo>
                      <a:pt x="178" y="63"/>
                      <a:pt x="178" y="63"/>
                      <a:pt x="178" y="63"/>
                    </a:cubicBezTo>
                    <a:lnTo>
                      <a:pt x="152" y="63"/>
                    </a:lnTo>
                    <a:close/>
                    <a:moveTo>
                      <a:pt x="24" y="2"/>
                    </a:moveTo>
                    <a:cubicBezTo>
                      <a:pt x="25" y="6"/>
                      <a:pt x="29" y="30"/>
                      <a:pt x="34" y="63"/>
                    </a:cubicBezTo>
                    <a:cubicBezTo>
                      <a:pt x="13" y="63"/>
                      <a:pt x="13" y="63"/>
                      <a:pt x="13" y="63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4" y="2"/>
                    </a:lnTo>
                    <a:close/>
                    <a:moveTo>
                      <a:pt x="183" y="217"/>
                    </a:moveTo>
                    <a:cubicBezTo>
                      <a:pt x="167" y="217"/>
                      <a:pt x="167" y="217"/>
                      <a:pt x="167" y="217"/>
                    </a:cubicBezTo>
                    <a:cubicBezTo>
                      <a:pt x="171" y="160"/>
                      <a:pt x="171" y="160"/>
                      <a:pt x="171" y="160"/>
                    </a:cubicBezTo>
                    <a:cubicBezTo>
                      <a:pt x="190" y="160"/>
                      <a:pt x="190" y="160"/>
                      <a:pt x="190" y="160"/>
                    </a:cubicBezTo>
                    <a:lnTo>
                      <a:pt x="183" y="217"/>
                    </a:lnTo>
                    <a:close/>
                    <a:moveTo>
                      <a:pt x="201" y="63"/>
                    </a:moveTo>
                    <a:cubicBezTo>
                      <a:pt x="180" y="63"/>
                      <a:pt x="180" y="63"/>
                      <a:pt x="180" y="63"/>
                    </a:cubicBezTo>
                    <a:cubicBezTo>
                      <a:pt x="185" y="2"/>
                      <a:pt x="185" y="2"/>
                      <a:pt x="185" y="2"/>
                    </a:cubicBezTo>
                    <a:cubicBezTo>
                      <a:pt x="208" y="2"/>
                      <a:pt x="208" y="2"/>
                      <a:pt x="208" y="2"/>
                    </a:cubicBezTo>
                    <a:lnTo>
                      <a:pt x="201" y="63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Rectangle 25">
                <a:extLst>
                  <a:ext uri="{FF2B5EF4-FFF2-40B4-BE49-F238E27FC236}">
                    <a16:creationId xmlns:a16="http://schemas.microsoft.com/office/drawing/2014/main" id="{4FB8ED78-3A94-4DAB-8AE8-8171D7C51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8" y="1110"/>
                <a:ext cx="107" cy="430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Rectangle 26">
                <a:extLst>
                  <a:ext uri="{FF2B5EF4-FFF2-40B4-BE49-F238E27FC236}">
                    <a16:creationId xmlns:a16="http://schemas.microsoft.com/office/drawing/2014/main" id="{3D81D810-09D4-42C5-B60E-8859A7646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5" y="1202"/>
                <a:ext cx="109" cy="338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Rectangle 27">
                <a:extLst>
                  <a:ext uri="{FF2B5EF4-FFF2-40B4-BE49-F238E27FC236}">
                    <a16:creationId xmlns:a16="http://schemas.microsoft.com/office/drawing/2014/main" id="{75BECD69-B0F7-446A-BF76-AE9405A13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" y="1281"/>
                <a:ext cx="107" cy="259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Rectangle 28">
                <a:extLst>
                  <a:ext uri="{FF2B5EF4-FFF2-40B4-BE49-F238E27FC236}">
                    <a16:creationId xmlns:a16="http://schemas.microsoft.com/office/drawing/2014/main" id="{97209E28-DE2C-4D87-A701-D96F8E08A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3" y="1385"/>
                <a:ext cx="109" cy="155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29">
                <a:extLst>
                  <a:ext uri="{FF2B5EF4-FFF2-40B4-BE49-F238E27FC236}">
                    <a16:creationId xmlns:a16="http://schemas.microsoft.com/office/drawing/2014/main" id="{9E2916BE-4D5D-4DF7-997C-63D3EBD8B6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7" y="1934"/>
                <a:ext cx="819" cy="817"/>
              </a:xfrm>
              <a:custGeom>
                <a:avLst/>
                <a:gdLst>
                  <a:gd name="T0" fmla="*/ 279 w 345"/>
                  <a:gd name="T1" fmla="*/ 59 h 344"/>
                  <a:gd name="T2" fmla="*/ 59 w 345"/>
                  <a:gd name="T3" fmla="*/ 66 h 344"/>
                  <a:gd name="T4" fmla="*/ 66 w 345"/>
                  <a:gd name="T5" fmla="*/ 285 h 344"/>
                  <a:gd name="T6" fmla="*/ 286 w 345"/>
                  <a:gd name="T7" fmla="*/ 278 h 344"/>
                  <a:gd name="T8" fmla="*/ 279 w 345"/>
                  <a:gd name="T9" fmla="*/ 59 h 344"/>
                  <a:gd name="T10" fmla="*/ 227 w 345"/>
                  <a:gd name="T11" fmla="*/ 223 h 344"/>
                  <a:gd name="T12" fmla="*/ 122 w 345"/>
                  <a:gd name="T13" fmla="*/ 226 h 344"/>
                  <a:gd name="T14" fmla="*/ 118 w 345"/>
                  <a:gd name="T15" fmla="*/ 121 h 344"/>
                  <a:gd name="T16" fmla="*/ 223 w 345"/>
                  <a:gd name="T17" fmla="*/ 118 h 344"/>
                  <a:gd name="T18" fmla="*/ 227 w 345"/>
                  <a:gd name="T19" fmla="*/ 223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344">
                    <a:moveTo>
                      <a:pt x="279" y="59"/>
                    </a:moveTo>
                    <a:cubicBezTo>
                      <a:pt x="216" y="0"/>
                      <a:pt x="117" y="4"/>
                      <a:pt x="59" y="66"/>
                    </a:cubicBezTo>
                    <a:cubicBezTo>
                      <a:pt x="0" y="129"/>
                      <a:pt x="3" y="227"/>
                      <a:pt x="66" y="285"/>
                    </a:cubicBezTo>
                    <a:cubicBezTo>
                      <a:pt x="129" y="344"/>
                      <a:pt x="228" y="340"/>
                      <a:pt x="286" y="278"/>
                    </a:cubicBezTo>
                    <a:cubicBezTo>
                      <a:pt x="345" y="215"/>
                      <a:pt x="342" y="117"/>
                      <a:pt x="279" y="59"/>
                    </a:cubicBezTo>
                    <a:close/>
                    <a:moveTo>
                      <a:pt x="227" y="223"/>
                    </a:moveTo>
                    <a:cubicBezTo>
                      <a:pt x="199" y="252"/>
                      <a:pt x="152" y="254"/>
                      <a:pt x="122" y="226"/>
                    </a:cubicBezTo>
                    <a:cubicBezTo>
                      <a:pt x="92" y="198"/>
                      <a:pt x="90" y="151"/>
                      <a:pt x="118" y="121"/>
                    </a:cubicBezTo>
                    <a:cubicBezTo>
                      <a:pt x="146" y="92"/>
                      <a:pt x="193" y="90"/>
                      <a:pt x="223" y="118"/>
                    </a:cubicBezTo>
                    <a:cubicBezTo>
                      <a:pt x="253" y="146"/>
                      <a:pt x="255" y="193"/>
                      <a:pt x="227" y="223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30">
                <a:extLst>
                  <a:ext uri="{FF2B5EF4-FFF2-40B4-BE49-F238E27FC236}">
                    <a16:creationId xmlns:a16="http://schemas.microsoft.com/office/drawing/2014/main" id="{C8EDC645-D117-4C44-A026-48B710A65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7" y="1934"/>
                <a:ext cx="662" cy="677"/>
              </a:xfrm>
              <a:custGeom>
                <a:avLst/>
                <a:gdLst>
                  <a:gd name="T0" fmla="*/ 59 w 279"/>
                  <a:gd name="T1" fmla="*/ 66 h 285"/>
                  <a:gd name="T2" fmla="*/ 279 w 279"/>
                  <a:gd name="T3" fmla="*/ 59 h 285"/>
                  <a:gd name="T4" fmla="*/ 223 w 279"/>
                  <a:gd name="T5" fmla="*/ 118 h 285"/>
                  <a:gd name="T6" fmla="*/ 118 w 279"/>
                  <a:gd name="T7" fmla="*/ 121 h 285"/>
                  <a:gd name="T8" fmla="*/ 122 w 279"/>
                  <a:gd name="T9" fmla="*/ 226 h 285"/>
                  <a:gd name="T10" fmla="*/ 66 w 279"/>
                  <a:gd name="T11" fmla="*/ 285 h 285"/>
                  <a:gd name="T12" fmla="*/ 59 w 279"/>
                  <a:gd name="T13" fmla="*/ 66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9" h="285">
                    <a:moveTo>
                      <a:pt x="59" y="66"/>
                    </a:moveTo>
                    <a:cubicBezTo>
                      <a:pt x="117" y="4"/>
                      <a:pt x="216" y="0"/>
                      <a:pt x="279" y="59"/>
                    </a:cubicBezTo>
                    <a:cubicBezTo>
                      <a:pt x="223" y="118"/>
                      <a:pt x="223" y="118"/>
                      <a:pt x="223" y="118"/>
                    </a:cubicBezTo>
                    <a:cubicBezTo>
                      <a:pt x="193" y="90"/>
                      <a:pt x="146" y="92"/>
                      <a:pt x="118" y="121"/>
                    </a:cubicBezTo>
                    <a:cubicBezTo>
                      <a:pt x="90" y="151"/>
                      <a:pt x="92" y="198"/>
                      <a:pt x="122" y="226"/>
                    </a:cubicBezTo>
                    <a:cubicBezTo>
                      <a:pt x="66" y="285"/>
                      <a:pt x="66" y="285"/>
                      <a:pt x="66" y="285"/>
                    </a:cubicBezTo>
                    <a:cubicBezTo>
                      <a:pt x="3" y="227"/>
                      <a:pt x="0" y="129"/>
                      <a:pt x="59" y="66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31">
                <a:extLst>
                  <a:ext uri="{FF2B5EF4-FFF2-40B4-BE49-F238E27FC236}">
                    <a16:creationId xmlns:a16="http://schemas.microsoft.com/office/drawing/2014/main" id="{522AD247-1603-429A-9C1A-C367D900F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" y="2012"/>
                <a:ext cx="356" cy="630"/>
              </a:xfrm>
              <a:custGeom>
                <a:avLst/>
                <a:gdLst>
                  <a:gd name="T0" fmla="*/ 64 w 150"/>
                  <a:gd name="T1" fmla="*/ 0 h 265"/>
                  <a:gd name="T2" fmla="*/ 78 w 150"/>
                  <a:gd name="T3" fmla="*/ 265 h 265"/>
                  <a:gd name="T4" fmla="*/ 0 w 150"/>
                  <a:gd name="T5" fmla="*/ 197 h 265"/>
                  <a:gd name="T6" fmla="*/ 5 w 150"/>
                  <a:gd name="T7" fmla="*/ 77 h 265"/>
                  <a:gd name="T8" fmla="*/ 64 w 150"/>
                  <a:gd name="T9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65">
                    <a:moveTo>
                      <a:pt x="64" y="0"/>
                    </a:moveTo>
                    <a:cubicBezTo>
                      <a:pt x="140" y="72"/>
                      <a:pt x="150" y="188"/>
                      <a:pt x="78" y="265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34" y="160"/>
                      <a:pt x="42" y="112"/>
                      <a:pt x="5" y="77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32">
                <a:extLst>
                  <a:ext uri="{FF2B5EF4-FFF2-40B4-BE49-F238E27FC236}">
                    <a16:creationId xmlns:a16="http://schemas.microsoft.com/office/drawing/2014/main" id="{44CFD330-395D-40FE-8B5A-6C5D650E4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682"/>
                <a:ext cx="1049" cy="297"/>
              </a:xfrm>
              <a:custGeom>
                <a:avLst/>
                <a:gdLst>
                  <a:gd name="T0" fmla="*/ 429 w 442"/>
                  <a:gd name="T1" fmla="*/ 125 h 125"/>
                  <a:gd name="T2" fmla="*/ 13 w 442"/>
                  <a:gd name="T3" fmla="*/ 125 h 125"/>
                  <a:gd name="T4" fmla="*/ 0 w 442"/>
                  <a:gd name="T5" fmla="*/ 112 h 125"/>
                  <a:gd name="T6" fmla="*/ 0 w 442"/>
                  <a:gd name="T7" fmla="*/ 13 h 125"/>
                  <a:gd name="T8" fmla="*/ 13 w 442"/>
                  <a:gd name="T9" fmla="*/ 0 h 125"/>
                  <a:gd name="T10" fmla="*/ 429 w 442"/>
                  <a:gd name="T11" fmla="*/ 0 h 125"/>
                  <a:gd name="T12" fmla="*/ 442 w 442"/>
                  <a:gd name="T13" fmla="*/ 13 h 125"/>
                  <a:gd name="T14" fmla="*/ 442 w 442"/>
                  <a:gd name="T15" fmla="*/ 112 h 125"/>
                  <a:gd name="T16" fmla="*/ 429 w 442"/>
                  <a:gd name="T17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2" h="125">
                    <a:moveTo>
                      <a:pt x="429" y="125"/>
                    </a:moveTo>
                    <a:cubicBezTo>
                      <a:pt x="13" y="125"/>
                      <a:pt x="13" y="125"/>
                      <a:pt x="13" y="125"/>
                    </a:cubicBezTo>
                    <a:cubicBezTo>
                      <a:pt x="6" y="125"/>
                      <a:pt x="0" y="119"/>
                      <a:pt x="0" y="11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429" y="0"/>
                      <a:pt x="429" y="0"/>
                      <a:pt x="429" y="0"/>
                    </a:cubicBezTo>
                    <a:cubicBezTo>
                      <a:pt x="436" y="0"/>
                      <a:pt x="442" y="6"/>
                      <a:pt x="442" y="13"/>
                    </a:cubicBezTo>
                    <a:cubicBezTo>
                      <a:pt x="442" y="112"/>
                      <a:pt x="442" y="112"/>
                      <a:pt x="442" y="112"/>
                    </a:cubicBezTo>
                    <a:cubicBezTo>
                      <a:pt x="442" y="119"/>
                      <a:pt x="436" y="125"/>
                      <a:pt x="429" y="12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33">
                <a:extLst>
                  <a:ext uri="{FF2B5EF4-FFF2-40B4-BE49-F238E27FC236}">
                    <a16:creationId xmlns:a16="http://schemas.microsoft.com/office/drawing/2014/main" id="{E533F080-0F1E-465D-9399-18E495B9F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767"/>
                <a:ext cx="145" cy="145"/>
              </a:xfrm>
              <a:custGeom>
                <a:avLst/>
                <a:gdLst>
                  <a:gd name="T0" fmla="*/ 51 w 61"/>
                  <a:gd name="T1" fmla="*/ 47 h 61"/>
                  <a:gd name="T2" fmla="*/ 13 w 61"/>
                  <a:gd name="T3" fmla="*/ 51 h 61"/>
                  <a:gd name="T4" fmla="*/ 9 w 61"/>
                  <a:gd name="T5" fmla="*/ 13 h 61"/>
                  <a:gd name="T6" fmla="*/ 47 w 61"/>
                  <a:gd name="T7" fmla="*/ 9 h 61"/>
                  <a:gd name="T8" fmla="*/ 51 w 61"/>
                  <a:gd name="T9" fmla="*/ 4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61">
                    <a:moveTo>
                      <a:pt x="51" y="47"/>
                    </a:moveTo>
                    <a:cubicBezTo>
                      <a:pt x="42" y="59"/>
                      <a:pt x="25" y="61"/>
                      <a:pt x="13" y="51"/>
                    </a:cubicBezTo>
                    <a:cubicBezTo>
                      <a:pt x="2" y="42"/>
                      <a:pt x="0" y="25"/>
                      <a:pt x="9" y="13"/>
                    </a:cubicBezTo>
                    <a:cubicBezTo>
                      <a:pt x="19" y="2"/>
                      <a:pt x="36" y="0"/>
                      <a:pt x="47" y="9"/>
                    </a:cubicBezTo>
                    <a:cubicBezTo>
                      <a:pt x="59" y="18"/>
                      <a:pt x="61" y="35"/>
                      <a:pt x="51" y="47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34">
                <a:extLst>
                  <a:ext uri="{FF2B5EF4-FFF2-40B4-BE49-F238E27FC236}">
                    <a16:creationId xmlns:a16="http://schemas.microsoft.com/office/drawing/2014/main" id="{35A48F91-4F4B-437A-81B4-FB55824FE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2817"/>
                <a:ext cx="74" cy="48"/>
              </a:xfrm>
              <a:custGeom>
                <a:avLst/>
                <a:gdLst>
                  <a:gd name="T0" fmla="*/ 30 w 31"/>
                  <a:gd name="T1" fmla="*/ 0 h 20"/>
                  <a:gd name="T2" fmla="*/ 16 w 31"/>
                  <a:gd name="T3" fmla="*/ 16 h 20"/>
                  <a:gd name="T4" fmla="*/ 12 w 31"/>
                  <a:gd name="T5" fmla="*/ 19 h 20"/>
                  <a:gd name="T6" fmla="*/ 12 w 31"/>
                  <a:gd name="T7" fmla="*/ 20 h 20"/>
                  <a:gd name="T8" fmla="*/ 11 w 31"/>
                  <a:gd name="T9" fmla="*/ 19 h 20"/>
                  <a:gd name="T10" fmla="*/ 0 w 31"/>
                  <a:gd name="T11" fmla="*/ 7 h 20"/>
                  <a:gd name="T12" fmla="*/ 12 w 31"/>
                  <a:gd name="T13" fmla="*/ 18 h 20"/>
                  <a:gd name="T14" fmla="*/ 11 w 31"/>
                  <a:gd name="T15" fmla="*/ 18 h 20"/>
                  <a:gd name="T16" fmla="*/ 14 w 31"/>
                  <a:gd name="T17" fmla="*/ 14 h 20"/>
                  <a:gd name="T18" fmla="*/ 30 w 31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0">
                    <a:moveTo>
                      <a:pt x="30" y="0"/>
                    </a:moveTo>
                    <a:cubicBezTo>
                      <a:pt x="31" y="0"/>
                      <a:pt x="24" y="7"/>
                      <a:pt x="16" y="16"/>
                    </a:cubicBezTo>
                    <a:cubicBezTo>
                      <a:pt x="15" y="17"/>
                      <a:pt x="14" y="18"/>
                      <a:pt x="12" y="19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4" y="12"/>
                      <a:pt x="0" y="7"/>
                      <a:pt x="0" y="7"/>
                    </a:cubicBezTo>
                    <a:cubicBezTo>
                      <a:pt x="0" y="6"/>
                      <a:pt x="6" y="11"/>
                      <a:pt x="12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17"/>
                      <a:pt x="13" y="15"/>
                      <a:pt x="14" y="14"/>
                    </a:cubicBezTo>
                    <a:cubicBezTo>
                      <a:pt x="23" y="6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Oval 35">
                <a:extLst>
                  <a:ext uri="{FF2B5EF4-FFF2-40B4-BE49-F238E27FC236}">
                    <a16:creationId xmlns:a16="http://schemas.microsoft.com/office/drawing/2014/main" id="{0226599A-F0E8-4876-86A1-889889715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2805"/>
                <a:ext cx="626" cy="5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Oval 36">
                <a:extLst>
                  <a:ext uri="{FF2B5EF4-FFF2-40B4-BE49-F238E27FC236}">
                    <a16:creationId xmlns:a16="http://schemas.microsoft.com/office/drawing/2014/main" id="{FCB019A1-154A-4D4E-9D3B-BD4E91ECD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9" y="2858"/>
                <a:ext cx="629" cy="4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37">
                <a:extLst>
                  <a:ext uri="{FF2B5EF4-FFF2-40B4-BE49-F238E27FC236}">
                    <a16:creationId xmlns:a16="http://schemas.microsoft.com/office/drawing/2014/main" id="{6D5E1639-385F-404C-9395-198066D69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9" y="2900"/>
                <a:ext cx="857" cy="1492"/>
              </a:xfrm>
              <a:custGeom>
                <a:avLst/>
                <a:gdLst>
                  <a:gd name="T0" fmla="*/ 19 w 857"/>
                  <a:gd name="T1" fmla="*/ 0 h 1492"/>
                  <a:gd name="T2" fmla="*/ 0 w 857"/>
                  <a:gd name="T3" fmla="*/ 1492 h 1492"/>
                  <a:gd name="T4" fmla="*/ 857 w 857"/>
                  <a:gd name="T5" fmla="*/ 1492 h 1492"/>
                  <a:gd name="T6" fmla="*/ 857 w 857"/>
                  <a:gd name="T7" fmla="*/ 19 h 1492"/>
                  <a:gd name="T8" fmla="*/ 19 w 857"/>
                  <a:gd name="T9" fmla="*/ 0 h 1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7" h="1492">
                    <a:moveTo>
                      <a:pt x="19" y="0"/>
                    </a:moveTo>
                    <a:lnTo>
                      <a:pt x="0" y="1492"/>
                    </a:lnTo>
                    <a:lnTo>
                      <a:pt x="857" y="1492"/>
                    </a:lnTo>
                    <a:lnTo>
                      <a:pt x="857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38">
                <a:extLst>
                  <a:ext uri="{FF2B5EF4-FFF2-40B4-BE49-F238E27FC236}">
                    <a16:creationId xmlns:a16="http://schemas.microsoft.com/office/drawing/2014/main" id="{3B3AD607-2FFB-4F8C-9CBD-970F6AC83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" y="2912"/>
                <a:ext cx="385" cy="1480"/>
              </a:xfrm>
              <a:custGeom>
                <a:avLst/>
                <a:gdLst>
                  <a:gd name="T0" fmla="*/ 10 w 385"/>
                  <a:gd name="T1" fmla="*/ 0 h 1480"/>
                  <a:gd name="T2" fmla="*/ 0 w 385"/>
                  <a:gd name="T3" fmla="*/ 1480 h 1480"/>
                  <a:gd name="T4" fmla="*/ 385 w 385"/>
                  <a:gd name="T5" fmla="*/ 1480 h 1480"/>
                  <a:gd name="T6" fmla="*/ 385 w 385"/>
                  <a:gd name="T7" fmla="*/ 7 h 1480"/>
                  <a:gd name="T8" fmla="*/ 10 w 385"/>
                  <a:gd name="T9" fmla="*/ 0 h 1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5" h="1480">
                    <a:moveTo>
                      <a:pt x="10" y="0"/>
                    </a:moveTo>
                    <a:lnTo>
                      <a:pt x="0" y="1480"/>
                    </a:lnTo>
                    <a:lnTo>
                      <a:pt x="385" y="1480"/>
                    </a:lnTo>
                    <a:lnTo>
                      <a:pt x="385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39">
                <a:extLst>
                  <a:ext uri="{FF2B5EF4-FFF2-40B4-BE49-F238E27FC236}">
                    <a16:creationId xmlns:a16="http://schemas.microsoft.com/office/drawing/2014/main" id="{88BD14E2-4C5E-49EA-BBB5-3D2CEECBA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4" y="2927"/>
                <a:ext cx="406" cy="306"/>
              </a:xfrm>
              <a:custGeom>
                <a:avLst/>
                <a:gdLst>
                  <a:gd name="T0" fmla="*/ 0 w 406"/>
                  <a:gd name="T1" fmla="*/ 0 h 306"/>
                  <a:gd name="T2" fmla="*/ 0 w 406"/>
                  <a:gd name="T3" fmla="*/ 306 h 306"/>
                  <a:gd name="T4" fmla="*/ 406 w 406"/>
                  <a:gd name="T5" fmla="*/ 306 h 306"/>
                  <a:gd name="T6" fmla="*/ 406 w 406"/>
                  <a:gd name="T7" fmla="*/ 14 h 306"/>
                  <a:gd name="T8" fmla="*/ 0 w 406"/>
                  <a:gd name="T9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6" h="306">
                    <a:moveTo>
                      <a:pt x="0" y="0"/>
                    </a:moveTo>
                    <a:lnTo>
                      <a:pt x="0" y="306"/>
                    </a:lnTo>
                    <a:lnTo>
                      <a:pt x="406" y="306"/>
                    </a:lnTo>
                    <a:lnTo>
                      <a:pt x="406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40">
                <a:extLst>
                  <a:ext uri="{FF2B5EF4-FFF2-40B4-BE49-F238E27FC236}">
                    <a16:creationId xmlns:a16="http://schemas.microsoft.com/office/drawing/2014/main" id="{A2A9CE62-5496-4FBB-8A78-F8C66EB5F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4" y="3007"/>
                <a:ext cx="126" cy="48"/>
              </a:xfrm>
              <a:custGeom>
                <a:avLst/>
                <a:gdLst>
                  <a:gd name="T0" fmla="*/ 0 w 126"/>
                  <a:gd name="T1" fmla="*/ 3 h 48"/>
                  <a:gd name="T2" fmla="*/ 0 w 126"/>
                  <a:gd name="T3" fmla="*/ 48 h 48"/>
                  <a:gd name="T4" fmla="*/ 126 w 126"/>
                  <a:gd name="T5" fmla="*/ 48 h 48"/>
                  <a:gd name="T6" fmla="*/ 126 w 126"/>
                  <a:gd name="T7" fmla="*/ 0 h 48"/>
                  <a:gd name="T8" fmla="*/ 0 w 126"/>
                  <a:gd name="T9" fmla="*/ 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48">
                    <a:moveTo>
                      <a:pt x="0" y="3"/>
                    </a:moveTo>
                    <a:lnTo>
                      <a:pt x="0" y="48"/>
                    </a:lnTo>
                    <a:lnTo>
                      <a:pt x="126" y="48"/>
                    </a:lnTo>
                    <a:lnTo>
                      <a:pt x="126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Rectangle 41">
                <a:extLst>
                  <a:ext uri="{FF2B5EF4-FFF2-40B4-BE49-F238E27FC236}">
                    <a16:creationId xmlns:a16="http://schemas.microsoft.com/office/drawing/2014/main" id="{30FD2754-8F5B-4A49-B6E4-DF9289C7F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4" y="3093"/>
                <a:ext cx="128" cy="19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42">
                <a:extLst>
                  <a:ext uri="{FF2B5EF4-FFF2-40B4-BE49-F238E27FC236}">
                    <a16:creationId xmlns:a16="http://schemas.microsoft.com/office/drawing/2014/main" id="{11F52B55-11B3-4C94-A9D4-5EC82A22B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4" y="3995"/>
                <a:ext cx="406" cy="307"/>
              </a:xfrm>
              <a:custGeom>
                <a:avLst/>
                <a:gdLst>
                  <a:gd name="T0" fmla="*/ 0 w 406"/>
                  <a:gd name="T1" fmla="*/ 0 h 307"/>
                  <a:gd name="T2" fmla="*/ 0 w 406"/>
                  <a:gd name="T3" fmla="*/ 307 h 307"/>
                  <a:gd name="T4" fmla="*/ 406 w 406"/>
                  <a:gd name="T5" fmla="*/ 307 h 307"/>
                  <a:gd name="T6" fmla="*/ 406 w 406"/>
                  <a:gd name="T7" fmla="*/ 15 h 307"/>
                  <a:gd name="T8" fmla="*/ 0 w 406"/>
                  <a:gd name="T9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6" h="307">
                    <a:moveTo>
                      <a:pt x="0" y="0"/>
                    </a:moveTo>
                    <a:lnTo>
                      <a:pt x="0" y="307"/>
                    </a:lnTo>
                    <a:lnTo>
                      <a:pt x="406" y="307"/>
                    </a:lnTo>
                    <a:lnTo>
                      <a:pt x="40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43">
                <a:extLst>
                  <a:ext uri="{FF2B5EF4-FFF2-40B4-BE49-F238E27FC236}">
                    <a16:creationId xmlns:a16="http://schemas.microsoft.com/office/drawing/2014/main" id="{1060FC98-098C-4E38-A557-589699CFF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4" y="4076"/>
                <a:ext cx="126" cy="50"/>
              </a:xfrm>
              <a:custGeom>
                <a:avLst/>
                <a:gdLst>
                  <a:gd name="T0" fmla="*/ 0 w 126"/>
                  <a:gd name="T1" fmla="*/ 5 h 50"/>
                  <a:gd name="T2" fmla="*/ 0 w 126"/>
                  <a:gd name="T3" fmla="*/ 50 h 50"/>
                  <a:gd name="T4" fmla="*/ 126 w 126"/>
                  <a:gd name="T5" fmla="*/ 50 h 50"/>
                  <a:gd name="T6" fmla="*/ 126 w 126"/>
                  <a:gd name="T7" fmla="*/ 0 h 50"/>
                  <a:gd name="T8" fmla="*/ 0 w 126"/>
                  <a:gd name="T9" fmla="*/ 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50">
                    <a:moveTo>
                      <a:pt x="0" y="5"/>
                    </a:moveTo>
                    <a:lnTo>
                      <a:pt x="0" y="50"/>
                    </a:lnTo>
                    <a:lnTo>
                      <a:pt x="126" y="50"/>
                    </a:lnTo>
                    <a:lnTo>
                      <a:pt x="12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Rectangle 44">
                <a:extLst>
                  <a:ext uri="{FF2B5EF4-FFF2-40B4-BE49-F238E27FC236}">
                    <a16:creationId xmlns:a16="http://schemas.microsoft.com/office/drawing/2014/main" id="{7DC9E631-F81F-4C76-819B-1F2E1EC18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4" y="4162"/>
                <a:ext cx="128" cy="19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45">
                <a:extLst>
                  <a:ext uri="{FF2B5EF4-FFF2-40B4-BE49-F238E27FC236}">
                    <a16:creationId xmlns:a16="http://schemas.microsoft.com/office/drawing/2014/main" id="{96A2752D-43E8-4657-A307-845C70BF3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4" y="3271"/>
                <a:ext cx="406" cy="304"/>
              </a:xfrm>
              <a:custGeom>
                <a:avLst/>
                <a:gdLst>
                  <a:gd name="T0" fmla="*/ 0 w 406"/>
                  <a:gd name="T1" fmla="*/ 0 h 304"/>
                  <a:gd name="T2" fmla="*/ 0 w 406"/>
                  <a:gd name="T3" fmla="*/ 304 h 304"/>
                  <a:gd name="T4" fmla="*/ 406 w 406"/>
                  <a:gd name="T5" fmla="*/ 304 h 304"/>
                  <a:gd name="T6" fmla="*/ 406 w 406"/>
                  <a:gd name="T7" fmla="*/ 14 h 304"/>
                  <a:gd name="T8" fmla="*/ 0 w 406"/>
                  <a:gd name="T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6" h="304">
                    <a:moveTo>
                      <a:pt x="0" y="0"/>
                    </a:moveTo>
                    <a:lnTo>
                      <a:pt x="0" y="304"/>
                    </a:lnTo>
                    <a:lnTo>
                      <a:pt x="406" y="304"/>
                    </a:lnTo>
                    <a:lnTo>
                      <a:pt x="406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46">
                <a:extLst>
                  <a:ext uri="{FF2B5EF4-FFF2-40B4-BE49-F238E27FC236}">
                    <a16:creationId xmlns:a16="http://schemas.microsoft.com/office/drawing/2014/main" id="{D0B740C3-8B0A-46DD-BAFD-4E102A5AF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4" y="3352"/>
                <a:ext cx="126" cy="47"/>
              </a:xfrm>
              <a:custGeom>
                <a:avLst/>
                <a:gdLst>
                  <a:gd name="T0" fmla="*/ 0 w 126"/>
                  <a:gd name="T1" fmla="*/ 2 h 47"/>
                  <a:gd name="T2" fmla="*/ 0 w 126"/>
                  <a:gd name="T3" fmla="*/ 47 h 47"/>
                  <a:gd name="T4" fmla="*/ 126 w 126"/>
                  <a:gd name="T5" fmla="*/ 47 h 47"/>
                  <a:gd name="T6" fmla="*/ 126 w 126"/>
                  <a:gd name="T7" fmla="*/ 0 h 47"/>
                  <a:gd name="T8" fmla="*/ 0 w 126"/>
                  <a:gd name="T9" fmla="*/ 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47">
                    <a:moveTo>
                      <a:pt x="0" y="2"/>
                    </a:moveTo>
                    <a:lnTo>
                      <a:pt x="0" y="47"/>
                    </a:lnTo>
                    <a:lnTo>
                      <a:pt x="126" y="47"/>
                    </a:lnTo>
                    <a:lnTo>
                      <a:pt x="126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Rectangle 47">
                <a:extLst>
                  <a:ext uri="{FF2B5EF4-FFF2-40B4-BE49-F238E27FC236}">
                    <a16:creationId xmlns:a16="http://schemas.microsoft.com/office/drawing/2014/main" id="{FC2AD660-577F-4656-9E0E-3F59E407C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4" y="3437"/>
                <a:ext cx="128" cy="19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Rectangle 48">
                <a:extLst>
                  <a:ext uri="{FF2B5EF4-FFF2-40B4-BE49-F238E27FC236}">
                    <a16:creationId xmlns:a16="http://schemas.microsoft.com/office/drawing/2014/main" id="{A5791F8C-3431-4D10-8C53-9EED526E6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9" y="3637"/>
                <a:ext cx="406" cy="304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49">
                <a:extLst>
                  <a:ext uri="{FF2B5EF4-FFF2-40B4-BE49-F238E27FC236}">
                    <a16:creationId xmlns:a16="http://schemas.microsoft.com/office/drawing/2014/main" id="{C0D8B2F4-7504-470E-B9AD-5AB107117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2" y="3770"/>
                <a:ext cx="116" cy="45"/>
              </a:xfrm>
              <a:custGeom>
                <a:avLst/>
                <a:gdLst>
                  <a:gd name="T0" fmla="*/ 0 w 116"/>
                  <a:gd name="T1" fmla="*/ 4 h 45"/>
                  <a:gd name="T2" fmla="*/ 0 w 116"/>
                  <a:gd name="T3" fmla="*/ 45 h 45"/>
                  <a:gd name="T4" fmla="*/ 116 w 116"/>
                  <a:gd name="T5" fmla="*/ 45 h 45"/>
                  <a:gd name="T6" fmla="*/ 116 w 116"/>
                  <a:gd name="T7" fmla="*/ 0 h 45"/>
                  <a:gd name="T8" fmla="*/ 0 w 116"/>
                  <a:gd name="T9" fmla="*/ 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45">
                    <a:moveTo>
                      <a:pt x="0" y="4"/>
                    </a:moveTo>
                    <a:lnTo>
                      <a:pt x="0" y="45"/>
                    </a:lnTo>
                    <a:lnTo>
                      <a:pt x="116" y="45"/>
                    </a:lnTo>
                    <a:lnTo>
                      <a:pt x="116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Rectangle 50">
                <a:extLst>
                  <a:ext uri="{FF2B5EF4-FFF2-40B4-BE49-F238E27FC236}">
                    <a16:creationId xmlns:a16="http://schemas.microsoft.com/office/drawing/2014/main" id="{D3F4834A-C817-42B7-AAD7-E55B7F8EA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2" y="3850"/>
                <a:ext cx="121" cy="19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Rectangle 52">
                <a:extLst>
                  <a:ext uri="{FF2B5EF4-FFF2-40B4-BE49-F238E27FC236}">
                    <a16:creationId xmlns:a16="http://schemas.microsoft.com/office/drawing/2014/main" id="{5A595C46-9C5B-4714-837A-88E8E3337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896"/>
                <a:ext cx="2538" cy="1667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Rectangle 53">
                <a:extLst>
                  <a:ext uri="{FF2B5EF4-FFF2-40B4-BE49-F238E27FC236}">
                    <a16:creationId xmlns:a16="http://schemas.microsoft.com/office/drawing/2014/main" id="{5C244150-D511-40E1-8221-391E47F10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896"/>
                <a:ext cx="2538" cy="1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54">
                <a:extLst>
                  <a:ext uri="{FF2B5EF4-FFF2-40B4-BE49-F238E27FC236}">
                    <a16:creationId xmlns:a16="http://schemas.microsoft.com/office/drawing/2014/main" id="{BE54E5A3-2F05-40BB-AFD1-CFCEAF9E5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894"/>
                <a:ext cx="2541" cy="1672"/>
              </a:xfrm>
              <a:custGeom>
                <a:avLst/>
                <a:gdLst>
                  <a:gd name="T0" fmla="*/ 1071 w 1071"/>
                  <a:gd name="T1" fmla="*/ 703 h 704"/>
                  <a:gd name="T2" fmla="*/ 1070 w 1071"/>
                  <a:gd name="T3" fmla="*/ 1 h 704"/>
                  <a:gd name="T4" fmla="*/ 1071 w 1071"/>
                  <a:gd name="T5" fmla="*/ 2 h 704"/>
                  <a:gd name="T6" fmla="*/ 1 w 1071"/>
                  <a:gd name="T7" fmla="*/ 2 h 704"/>
                  <a:gd name="T8" fmla="*/ 1 w 1071"/>
                  <a:gd name="T9" fmla="*/ 2 h 704"/>
                  <a:gd name="T10" fmla="*/ 2 w 1071"/>
                  <a:gd name="T11" fmla="*/ 1 h 704"/>
                  <a:gd name="T12" fmla="*/ 2 w 1071"/>
                  <a:gd name="T13" fmla="*/ 703 h 704"/>
                  <a:gd name="T14" fmla="*/ 1 w 1071"/>
                  <a:gd name="T15" fmla="*/ 702 h 704"/>
                  <a:gd name="T16" fmla="*/ 1071 w 1071"/>
                  <a:gd name="T17" fmla="*/ 703 h 704"/>
                  <a:gd name="T18" fmla="*/ 1 w 1071"/>
                  <a:gd name="T19" fmla="*/ 704 h 704"/>
                  <a:gd name="T20" fmla="*/ 0 w 1071"/>
                  <a:gd name="T21" fmla="*/ 704 h 704"/>
                  <a:gd name="T22" fmla="*/ 0 w 1071"/>
                  <a:gd name="T23" fmla="*/ 703 h 704"/>
                  <a:gd name="T24" fmla="*/ 0 w 1071"/>
                  <a:gd name="T25" fmla="*/ 1 h 704"/>
                  <a:gd name="T26" fmla="*/ 0 w 1071"/>
                  <a:gd name="T27" fmla="*/ 0 h 704"/>
                  <a:gd name="T28" fmla="*/ 1 w 1071"/>
                  <a:gd name="T29" fmla="*/ 0 h 704"/>
                  <a:gd name="T30" fmla="*/ 1 w 1071"/>
                  <a:gd name="T31" fmla="*/ 0 h 704"/>
                  <a:gd name="T32" fmla="*/ 1071 w 1071"/>
                  <a:gd name="T33" fmla="*/ 0 h 704"/>
                  <a:gd name="T34" fmla="*/ 1071 w 1071"/>
                  <a:gd name="T35" fmla="*/ 0 h 704"/>
                  <a:gd name="T36" fmla="*/ 1071 w 1071"/>
                  <a:gd name="T37" fmla="*/ 1 h 704"/>
                  <a:gd name="T38" fmla="*/ 1071 w 1071"/>
                  <a:gd name="T39" fmla="*/ 703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71" h="704">
                    <a:moveTo>
                      <a:pt x="1071" y="703"/>
                    </a:moveTo>
                    <a:cubicBezTo>
                      <a:pt x="1071" y="696"/>
                      <a:pt x="1070" y="429"/>
                      <a:pt x="1070" y="1"/>
                    </a:cubicBezTo>
                    <a:cubicBezTo>
                      <a:pt x="1071" y="2"/>
                      <a:pt x="1071" y="2"/>
                      <a:pt x="1071" y="2"/>
                    </a:cubicBezTo>
                    <a:cubicBezTo>
                      <a:pt x="777" y="2"/>
                      <a:pt x="405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51"/>
                      <a:pt x="2" y="488"/>
                      <a:pt x="2" y="703"/>
                    </a:cubicBezTo>
                    <a:cubicBezTo>
                      <a:pt x="1" y="702"/>
                      <a:pt x="1" y="702"/>
                      <a:pt x="1" y="702"/>
                    </a:cubicBezTo>
                    <a:cubicBezTo>
                      <a:pt x="630" y="702"/>
                      <a:pt x="1062" y="703"/>
                      <a:pt x="1071" y="703"/>
                    </a:cubicBezTo>
                    <a:cubicBezTo>
                      <a:pt x="1062" y="703"/>
                      <a:pt x="630" y="703"/>
                      <a:pt x="1" y="704"/>
                    </a:cubicBezTo>
                    <a:cubicBezTo>
                      <a:pt x="0" y="704"/>
                      <a:pt x="0" y="704"/>
                      <a:pt x="0" y="704"/>
                    </a:cubicBezTo>
                    <a:cubicBezTo>
                      <a:pt x="0" y="703"/>
                      <a:pt x="0" y="703"/>
                      <a:pt x="0" y="703"/>
                    </a:cubicBezTo>
                    <a:cubicBezTo>
                      <a:pt x="0" y="488"/>
                      <a:pt x="0" y="25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05" y="0"/>
                      <a:pt x="777" y="0"/>
                      <a:pt x="1071" y="0"/>
                    </a:cubicBezTo>
                    <a:cubicBezTo>
                      <a:pt x="1071" y="0"/>
                      <a:pt x="1071" y="0"/>
                      <a:pt x="1071" y="0"/>
                    </a:cubicBezTo>
                    <a:cubicBezTo>
                      <a:pt x="1071" y="1"/>
                      <a:pt x="1071" y="1"/>
                      <a:pt x="1071" y="1"/>
                    </a:cubicBezTo>
                    <a:cubicBezTo>
                      <a:pt x="1071" y="429"/>
                      <a:pt x="1071" y="696"/>
                      <a:pt x="1071" y="703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55">
                <a:extLst>
                  <a:ext uri="{FF2B5EF4-FFF2-40B4-BE49-F238E27FC236}">
                    <a16:creationId xmlns:a16="http://schemas.microsoft.com/office/drawing/2014/main" id="{22980C39-D153-415D-BB11-135EE7243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17"/>
                <a:ext cx="252" cy="245"/>
              </a:xfrm>
              <a:custGeom>
                <a:avLst/>
                <a:gdLst>
                  <a:gd name="T0" fmla="*/ 1 w 106"/>
                  <a:gd name="T1" fmla="*/ 0 h 103"/>
                  <a:gd name="T2" fmla="*/ 106 w 106"/>
                  <a:gd name="T3" fmla="*/ 1 h 103"/>
                  <a:gd name="T4" fmla="*/ 1 w 106"/>
                  <a:gd name="T5" fmla="*/ 103 h 103"/>
                  <a:gd name="T6" fmla="*/ 0 w 106"/>
                  <a:gd name="T7" fmla="*/ 103 h 103"/>
                  <a:gd name="T8" fmla="*/ 1 w 106"/>
                  <a:gd name="T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03">
                    <a:moveTo>
                      <a:pt x="1" y="0"/>
                    </a:moveTo>
                    <a:cubicBezTo>
                      <a:pt x="106" y="1"/>
                      <a:pt x="106" y="1"/>
                      <a:pt x="106" y="1"/>
                    </a:cubicBezTo>
                    <a:cubicBezTo>
                      <a:pt x="105" y="57"/>
                      <a:pt x="58" y="103"/>
                      <a:pt x="1" y="103"/>
                    </a:cubicBezTo>
                    <a:cubicBezTo>
                      <a:pt x="0" y="103"/>
                      <a:pt x="0" y="103"/>
                      <a:pt x="0" y="103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56">
                <a:extLst>
                  <a:ext uri="{FF2B5EF4-FFF2-40B4-BE49-F238E27FC236}">
                    <a16:creationId xmlns:a16="http://schemas.microsoft.com/office/drawing/2014/main" id="{44E47384-AF5C-4AE0-9E51-9A2816258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1965"/>
                <a:ext cx="327" cy="192"/>
              </a:xfrm>
              <a:custGeom>
                <a:avLst/>
                <a:gdLst>
                  <a:gd name="T0" fmla="*/ 138 w 138"/>
                  <a:gd name="T1" fmla="*/ 80 h 81"/>
                  <a:gd name="T2" fmla="*/ 136 w 138"/>
                  <a:gd name="T3" fmla="*/ 80 h 81"/>
                  <a:gd name="T4" fmla="*/ 129 w 138"/>
                  <a:gd name="T5" fmla="*/ 80 h 81"/>
                  <a:gd name="T6" fmla="*/ 106 w 138"/>
                  <a:gd name="T7" fmla="*/ 81 h 81"/>
                  <a:gd name="T8" fmla="*/ 105 w 138"/>
                  <a:gd name="T9" fmla="*/ 81 h 81"/>
                  <a:gd name="T10" fmla="*/ 105 w 138"/>
                  <a:gd name="T11" fmla="*/ 80 h 81"/>
                  <a:gd name="T12" fmla="*/ 71 w 138"/>
                  <a:gd name="T13" fmla="*/ 37 h 81"/>
                  <a:gd name="T14" fmla="*/ 43 w 138"/>
                  <a:gd name="T15" fmla="*/ 1 h 81"/>
                  <a:gd name="T16" fmla="*/ 43 w 138"/>
                  <a:gd name="T17" fmla="*/ 1 h 81"/>
                  <a:gd name="T18" fmla="*/ 12 w 138"/>
                  <a:gd name="T19" fmla="*/ 1 h 81"/>
                  <a:gd name="T20" fmla="*/ 4 w 138"/>
                  <a:gd name="T21" fmla="*/ 1 h 81"/>
                  <a:gd name="T22" fmla="*/ 0 w 138"/>
                  <a:gd name="T23" fmla="*/ 1 h 81"/>
                  <a:gd name="T24" fmla="*/ 4 w 138"/>
                  <a:gd name="T25" fmla="*/ 0 h 81"/>
                  <a:gd name="T26" fmla="*/ 12 w 138"/>
                  <a:gd name="T27" fmla="*/ 0 h 81"/>
                  <a:gd name="T28" fmla="*/ 43 w 138"/>
                  <a:gd name="T29" fmla="*/ 0 h 81"/>
                  <a:gd name="T30" fmla="*/ 43 w 138"/>
                  <a:gd name="T31" fmla="*/ 0 h 81"/>
                  <a:gd name="T32" fmla="*/ 44 w 138"/>
                  <a:gd name="T33" fmla="*/ 0 h 81"/>
                  <a:gd name="T34" fmla="*/ 72 w 138"/>
                  <a:gd name="T35" fmla="*/ 36 h 81"/>
                  <a:gd name="T36" fmla="*/ 106 w 138"/>
                  <a:gd name="T37" fmla="*/ 80 h 81"/>
                  <a:gd name="T38" fmla="*/ 106 w 138"/>
                  <a:gd name="T39" fmla="*/ 79 h 81"/>
                  <a:gd name="T40" fmla="*/ 129 w 138"/>
                  <a:gd name="T41" fmla="*/ 80 h 81"/>
                  <a:gd name="T42" fmla="*/ 136 w 138"/>
                  <a:gd name="T43" fmla="*/ 80 h 81"/>
                  <a:gd name="T44" fmla="*/ 138 w 138"/>
                  <a:gd name="T45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8" h="81">
                    <a:moveTo>
                      <a:pt x="138" y="80"/>
                    </a:moveTo>
                    <a:cubicBezTo>
                      <a:pt x="138" y="80"/>
                      <a:pt x="137" y="80"/>
                      <a:pt x="136" y="80"/>
                    </a:cubicBezTo>
                    <a:cubicBezTo>
                      <a:pt x="134" y="80"/>
                      <a:pt x="132" y="80"/>
                      <a:pt x="129" y="80"/>
                    </a:cubicBezTo>
                    <a:cubicBezTo>
                      <a:pt x="123" y="80"/>
                      <a:pt x="115" y="80"/>
                      <a:pt x="106" y="81"/>
                    </a:cubicBezTo>
                    <a:cubicBezTo>
                      <a:pt x="105" y="81"/>
                      <a:pt x="105" y="81"/>
                      <a:pt x="105" y="81"/>
                    </a:cubicBezTo>
                    <a:cubicBezTo>
                      <a:pt x="105" y="80"/>
                      <a:pt x="105" y="80"/>
                      <a:pt x="105" y="80"/>
                    </a:cubicBezTo>
                    <a:cubicBezTo>
                      <a:pt x="96" y="68"/>
                      <a:pt x="84" y="53"/>
                      <a:pt x="71" y="37"/>
                    </a:cubicBezTo>
                    <a:cubicBezTo>
                      <a:pt x="60" y="24"/>
                      <a:pt x="51" y="11"/>
                      <a:pt x="43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30" y="1"/>
                      <a:pt x="20" y="1"/>
                      <a:pt x="12" y="1"/>
                    </a:cubicBezTo>
                    <a:cubicBezTo>
                      <a:pt x="9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0"/>
                      <a:pt x="2" y="0"/>
                      <a:pt x="4" y="0"/>
                    </a:cubicBezTo>
                    <a:cubicBezTo>
                      <a:pt x="6" y="0"/>
                      <a:pt x="9" y="0"/>
                      <a:pt x="12" y="0"/>
                    </a:cubicBezTo>
                    <a:cubicBezTo>
                      <a:pt x="20" y="0"/>
                      <a:pt x="30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52" y="10"/>
                      <a:pt x="62" y="23"/>
                      <a:pt x="72" y="36"/>
                    </a:cubicBezTo>
                    <a:cubicBezTo>
                      <a:pt x="85" y="52"/>
                      <a:pt x="97" y="68"/>
                      <a:pt x="106" y="80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15" y="79"/>
                      <a:pt x="123" y="80"/>
                      <a:pt x="129" y="80"/>
                    </a:cubicBezTo>
                    <a:cubicBezTo>
                      <a:pt x="132" y="80"/>
                      <a:pt x="134" y="80"/>
                      <a:pt x="136" y="80"/>
                    </a:cubicBezTo>
                    <a:cubicBezTo>
                      <a:pt x="137" y="80"/>
                      <a:pt x="138" y="80"/>
                      <a:pt x="138" y="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Oval 57">
                <a:extLst>
                  <a:ext uri="{FF2B5EF4-FFF2-40B4-BE49-F238E27FC236}">
                    <a16:creationId xmlns:a16="http://schemas.microsoft.com/office/drawing/2014/main" id="{5B88EDB7-E9E2-4578-9696-6465F390B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2181"/>
                <a:ext cx="161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Oval 58">
                <a:extLst>
                  <a:ext uri="{FF2B5EF4-FFF2-40B4-BE49-F238E27FC236}">
                    <a16:creationId xmlns:a16="http://schemas.microsoft.com/office/drawing/2014/main" id="{C4268AC8-FF21-4537-9115-B25884390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2212"/>
                <a:ext cx="161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59">
                <a:extLst>
                  <a:ext uri="{FF2B5EF4-FFF2-40B4-BE49-F238E27FC236}">
                    <a16:creationId xmlns:a16="http://schemas.microsoft.com/office/drawing/2014/main" id="{5683DA96-C432-4466-9D17-6B6E383F8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9" y="1535"/>
                <a:ext cx="501" cy="491"/>
              </a:xfrm>
              <a:custGeom>
                <a:avLst/>
                <a:gdLst>
                  <a:gd name="T0" fmla="*/ 105 w 211"/>
                  <a:gd name="T1" fmla="*/ 104 h 207"/>
                  <a:gd name="T2" fmla="*/ 104 w 211"/>
                  <a:gd name="T3" fmla="*/ 207 h 207"/>
                  <a:gd name="T4" fmla="*/ 0 w 211"/>
                  <a:gd name="T5" fmla="*/ 104 h 207"/>
                  <a:gd name="T6" fmla="*/ 105 w 211"/>
                  <a:gd name="T7" fmla="*/ 0 h 207"/>
                  <a:gd name="T8" fmla="*/ 211 w 211"/>
                  <a:gd name="T9" fmla="*/ 104 h 207"/>
                  <a:gd name="T10" fmla="*/ 105 w 211"/>
                  <a:gd name="T11" fmla="*/ 104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1" h="207">
                    <a:moveTo>
                      <a:pt x="105" y="104"/>
                    </a:moveTo>
                    <a:cubicBezTo>
                      <a:pt x="104" y="207"/>
                      <a:pt x="104" y="207"/>
                      <a:pt x="104" y="207"/>
                    </a:cubicBezTo>
                    <a:cubicBezTo>
                      <a:pt x="47" y="206"/>
                      <a:pt x="0" y="160"/>
                      <a:pt x="0" y="104"/>
                    </a:cubicBezTo>
                    <a:cubicBezTo>
                      <a:pt x="0" y="47"/>
                      <a:pt x="48" y="0"/>
                      <a:pt x="105" y="0"/>
                    </a:cubicBezTo>
                    <a:cubicBezTo>
                      <a:pt x="163" y="0"/>
                      <a:pt x="211" y="47"/>
                      <a:pt x="211" y="104"/>
                    </a:cubicBezTo>
                    <a:lnTo>
                      <a:pt x="105" y="104"/>
                    </a:lnTo>
                    <a:close/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60">
                <a:extLst>
                  <a:ext uri="{FF2B5EF4-FFF2-40B4-BE49-F238E27FC236}">
                    <a16:creationId xmlns:a16="http://schemas.microsoft.com/office/drawing/2014/main" id="{EA586A44-D556-443A-94F7-3B0239BCF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5" y="1547"/>
                <a:ext cx="226" cy="164"/>
              </a:xfrm>
              <a:custGeom>
                <a:avLst/>
                <a:gdLst>
                  <a:gd name="T0" fmla="*/ 95 w 95"/>
                  <a:gd name="T1" fmla="*/ 65 h 69"/>
                  <a:gd name="T2" fmla="*/ 94 w 95"/>
                  <a:gd name="T3" fmla="*/ 65 h 69"/>
                  <a:gd name="T4" fmla="*/ 88 w 95"/>
                  <a:gd name="T5" fmla="*/ 66 h 69"/>
                  <a:gd name="T6" fmla="*/ 69 w 95"/>
                  <a:gd name="T7" fmla="*/ 69 h 69"/>
                  <a:gd name="T8" fmla="*/ 69 w 95"/>
                  <a:gd name="T9" fmla="*/ 69 h 69"/>
                  <a:gd name="T10" fmla="*/ 69 w 95"/>
                  <a:gd name="T11" fmla="*/ 69 h 69"/>
                  <a:gd name="T12" fmla="*/ 44 w 95"/>
                  <a:gd name="T13" fmla="*/ 44 h 69"/>
                  <a:gd name="T14" fmla="*/ 13 w 95"/>
                  <a:gd name="T15" fmla="*/ 13 h 69"/>
                  <a:gd name="T16" fmla="*/ 4 w 95"/>
                  <a:gd name="T17" fmla="*/ 4 h 69"/>
                  <a:gd name="T18" fmla="*/ 0 w 95"/>
                  <a:gd name="T19" fmla="*/ 0 h 69"/>
                  <a:gd name="T20" fmla="*/ 4 w 95"/>
                  <a:gd name="T21" fmla="*/ 4 h 69"/>
                  <a:gd name="T22" fmla="*/ 14 w 95"/>
                  <a:gd name="T23" fmla="*/ 13 h 69"/>
                  <a:gd name="T24" fmla="*/ 45 w 95"/>
                  <a:gd name="T25" fmla="*/ 43 h 69"/>
                  <a:gd name="T26" fmla="*/ 70 w 95"/>
                  <a:gd name="T27" fmla="*/ 68 h 69"/>
                  <a:gd name="T28" fmla="*/ 69 w 95"/>
                  <a:gd name="T29" fmla="*/ 67 h 69"/>
                  <a:gd name="T30" fmla="*/ 88 w 95"/>
                  <a:gd name="T31" fmla="*/ 65 h 69"/>
                  <a:gd name="T32" fmla="*/ 93 w 95"/>
                  <a:gd name="T33" fmla="*/ 65 h 69"/>
                  <a:gd name="T34" fmla="*/ 95 w 95"/>
                  <a:gd name="T35" fmla="*/ 6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5" h="69">
                    <a:moveTo>
                      <a:pt x="95" y="65"/>
                    </a:moveTo>
                    <a:cubicBezTo>
                      <a:pt x="95" y="65"/>
                      <a:pt x="95" y="65"/>
                      <a:pt x="94" y="65"/>
                    </a:cubicBezTo>
                    <a:cubicBezTo>
                      <a:pt x="92" y="65"/>
                      <a:pt x="90" y="66"/>
                      <a:pt x="88" y="66"/>
                    </a:cubicBezTo>
                    <a:cubicBezTo>
                      <a:pt x="83" y="67"/>
                      <a:pt x="77" y="68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2" y="62"/>
                      <a:pt x="53" y="53"/>
                      <a:pt x="44" y="44"/>
                    </a:cubicBezTo>
                    <a:cubicBezTo>
                      <a:pt x="32" y="32"/>
                      <a:pt x="21" y="21"/>
                      <a:pt x="13" y="13"/>
                    </a:cubicBezTo>
                    <a:cubicBezTo>
                      <a:pt x="9" y="10"/>
                      <a:pt x="6" y="6"/>
                      <a:pt x="4" y="4"/>
                    </a:cubicBezTo>
                    <a:cubicBezTo>
                      <a:pt x="1" y="2"/>
                      <a:pt x="0" y="1"/>
                      <a:pt x="0" y="0"/>
                    </a:cubicBezTo>
                    <a:cubicBezTo>
                      <a:pt x="0" y="0"/>
                      <a:pt x="2" y="1"/>
                      <a:pt x="4" y="4"/>
                    </a:cubicBezTo>
                    <a:cubicBezTo>
                      <a:pt x="7" y="6"/>
                      <a:pt x="10" y="9"/>
                      <a:pt x="14" y="13"/>
                    </a:cubicBezTo>
                    <a:cubicBezTo>
                      <a:pt x="22" y="20"/>
                      <a:pt x="33" y="31"/>
                      <a:pt x="45" y="43"/>
                    </a:cubicBezTo>
                    <a:cubicBezTo>
                      <a:pt x="54" y="52"/>
                      <a:pt x="63" y="61"/>
                      <a:pt x="70" y="68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77" y="67"/>
                      <a:pt x="83" y="66"/>
                      <a:pt x="88" y="65"/>
                    </a:cubicBezTo>
                    <a:cubicBezTo>
                      <a:pt x="90" y="65"/>
                      <a:pt x="92" y="65"/>
                      <a:pt x="93" y="65"/>
                    </a:cubicBezTo>
                    <a:cubicBezTo>
                      <a:pt x="95" y="65"/>
                      <a:pt x="95" y="65"/>
                      <a:pt x="95" y="6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Oval 61">
                <a:extLst>
                  <a:ext uri="{FF2B5EF4-FFF2-40B4-BE49-F238E27FC236}">
                    <a16:creationId xmlns:a16="http://schemas.microsoft.com/office/drawing/2014/main" id="{8699DB60-FF3E-4D5B-8CD6-6194C778A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2" y="1535"/>
                <a:ext cx="162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Oval 62">
                <a:extLst>
                  <a:ext uri="{FF2B5EF4-FFF2-40B4-BE49-F238E27FC236}">
                    <a16:creationId xmlns:a16="http://schemas.microsoft.com/office/drawing/2014/main" id="{09B92D13-2674-4470-A8BC-23F19084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2" y="1566"/>
                <a:ext cx="162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63">
                <a:extLst>
                  <a:ext uri="{FF2B5EF4-FFF2-40B4-BE49-F238E27FC236}">
                    <a16:creationId xmlns:a16="http://schemas.microsoft.com/office/drawing/2014/main" id="{DB4E3D83-0D23-42B4-A9D1-B51AFDEBA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1145"/>
                <a:ext cx="192" cy="228"/>
              </a:xfrm>
              <a:custGeom>
                <a:avLst/>
                <a:gdLst>
                  <a:gd name="T0" fmla="*/ 81 w 81"/>
                  <a:gd name="T1" fmla="*/ 64 h 96"/>
                  <a:gd name="T2" fmla="*/ 81 w 81"/>
                  <a:gd name="T3" fmla="*/ 0 h 96"/>
                  <a:gd name="T4" fmla="*/ 28 w 81"/>
                  <a:gd name="T5" fmla="*/ 20 h 96"/>
                  <a:gd name="T6" fmla="*/ 3 w 81"/>
                  <a:gd name="T7" fmla="*/ 87 h 96"/>
                  <a:gd name="T8" fmla="*/ 4 w 81"/>
                  <a:gd name="T9" fmla="*/ 96 h 96"/>
                  <a:gd name="T10" fmla="*/ 4 w 81"/>
                  <a:gd name="T11" fmla="*/ 96 h 96"/>
                  <a:gd name="T12" fmla="*/ 4 w 81"/>
                  <a:gd name="T13" fmla="*/ 96 h 96"/>
                  <a:gd name="T14" fmla="*/ 81 w 81"/>
                  <a:gd name="T15" fmla="*/ 79 h 96"/>
                  <a:gd name="T16" fmla="*/ 81 w 81"/>
                  <a:gd name="T17" fmla="*/ 6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96">
                    <a:moveTo>
                      <a:pt x="81" y="64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62" y="0"/>
                      <a:pt x="43" y="7"/>
                      <a:pt x="28" y="20"/>
                    </a:cubicBezTo>
                    <a:cubicBezTo>
                      <a:pt x="11" y="36"/>
                      <a:pt x="0" y="59"/>
                      <a:pt x="3" y="87"/>
                    </a:cubicBezTo>
                    <a:cubicBezTo>
                      <a:pt x="3" y="90"/>
                      <a:pt x="3" y="93"/>
                      <a:pt x="4" y="96"/>
                    </a:cubicBezTo>
                    <a:cubicBezTo>
                      <a:pt x="4" y="96"/>
                      <a:pt x="4" y="96"/>
                      <a:pt x="4" y="96"/>
                    </a:cubicBezTo>
                    <a:cubicBezTo>
                      <a:pt x="4" y="96"/>
                      <a:pt x="4" y="96"/>
                      <a:pt x="4" y="96"/>
                    </a:cubicBezTo>
                    <a:cubicBezTo>
                      <a:pt x="81" y="79"/>
                      <a:pt x="81" y="79"/>
                      <a:pt x="81" y="79"/>
                    </a:cubicBezTo>
                    <a:cubicBezTo>
                      <a:pt x="81" y="64"/>
                      <a:pt x="81" y="64"/>
                      <a:pt x="81" y="64"/>
                    </a:cubicBezTo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64">
                <a:extLst>
                  <a:ext uri="{FF2B5EF4-FFF2-40B4-BE49-F238E27FC236}">
                    <a16:creationId xmlns:a16="http://schemas.microsoft.com/office/drawing/2014/main" id="{8AAA08AE-6DB4-42C5-A37A-3F05C6DF6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1145"/>
                <a:ext cx="187" cy="228"/>
              </a:xfrm>
              <a:custGeom>
                <a:avLst/>
                <a:gdLst>
                  <a:gd name="T0" fmla="*/ 79 w 79"/>
                  <a:gd name="T1" fmla="*/ 0 h 96"/>
                  <a:gd name="T2" fmla="*/ 26 w 79"/>
                  <a:gd name="T3" fmla="*/ 20 h 96"/>
                  <a:gd name="T4" fmla="*/ 0 w 79"/>
                  <a:gd name="T5" fmla="*/ 77 h 96"/>
                  <a:gd name="T6" fmla="*/ 1 w 79"/>
                  <a:gd name="T7" fmla="*/ 87 h 96"/>
                  <a:gd name="T8" fmla="*/ 2 w 79"/>
                  <a:gd name="T9" fmla="*/ 96 h 96"/>
                  <a:gd name="T10" fmla="*/ 2 w 79"/>
                  <a:gd name="T11" fmla="*/ 96 h 96"/>
                  <a:gd name="T12" fmla="*/ 2 w 79"/>
                  <a:gd name="T13" fmla="*/ 96 h 96"/>
                  <a:gd name="T14" fmla="*/ 79 w 79"/>
                  <a:gd name="T15" fmla="*/ 79 h 96"/>
                  <a:gd name="T16" fmla="*/ 79 w 79"/>
                  <a:gd name="T17" fmla="*/ 64 h 96"/>
                  <a:gd name="T18" fmla="*/ 79 w 79"/>
                  <a:gd name="T1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9" h="96">
                    <a:moveTo>
                      <a:pt x="79" y="0"/>
                    </a:moveTo>
                    <a:cubicBezTo>
                      <a:pt x="60" y="0"/>
                      <a:pt x="41" y="7"/>
                      <a:pt x="26" y="20"/>
                    </a:cubicBezTo>
                    <a:cubicBezTo>
                      <a:pt x="11" y="34"/>
                      <a:pt x="0" y="54"/>
                      <a:pt x="0" y="77"/>
                    </a:cubicBezTo>
                    <a:cubicBezTo>
                      <a:pt x="0" y="80"/>
                      <a:pt x="0" y="84"/>
                      <a:pt x="1" y="87"/>
                    </a:cubicBezTo>
                    <a:cubicBezTo>
                      <a:pt x="1" y="90"/>
                      <a:pt x="1" y="93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79" y="79"/>
                      <a:pt x="79" y="79"/>
                      <a:pt x="79" y="79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9" y="0"/>
                      <a:pt x="79" y="0"/>
                      <a:pt x="79" y="0"/>
                    </a:cubicBezTo>
                  </a:path>
                </a:pathLst>
              </a:cu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65">
                <a:extLst>
                  <a:ext uri="{FF2B5EF4-FFF2-40B4-BE49-F238E27FC236}">
                    <a16:creationId xmlns:a16="http://schemas.microsoft.com/office/drawing/2014/main" id="{A12033BD-9354-4B8A-B8F7-98B78CE4A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1145"/>
                <a:ext cx="187" cy="228"/>
              </a:xfrm>
              <a:custGeom>
                <a:avLst/>
                <a:gdLst>
                  <a:gd name="T0" fmla="*/ 71 w 79"/>
                  <a:gd name="T1" fmla="*/ 44 h 96"/>
                  <a:gd name="T2" fmla="*/ 9 w 79"/>
                  <a:gd name="T3" fmla="*/ 0 h 96"/>
                  <a:gd name="T4" fmla="*/ 6 w 79"/>
                  <a:gd name="T5" fmla="*/ 0 h 96"/>
                  <a:gd name="T6" fmla="*/ 5 w 79"/>
                  <a:gd name="T7" fmla="*/ 0 h 96"/>
                  <a:gd name="T8" fmla="*/ 0 w 79"/>
                  <a:gd name="T9" fmla="*/ 0 h 96"/>
                  <a:gd name="T10" fmla="*/ 0 w 79"/>
                  <a:gd name="T11" fmla="*/ 0 h 96"/>
                  <a:gd name="T12" fmla="*/ 0 w 79"/>
                  <a:gd name="T13" fmla="*/ 0 h 96"/>
                  <a:gd name="T14" fmla="*/ 0 w 79"/>
                  <a:gd name="T15" fmla="*/ 0 h 96"/>
                  <a:gd name="T16" fmla="*/ 0 w 79"/>
                  <a:gd name="T17" fmla="*/ 0 h 96"/>
                  <a:gd name="T18" fmla="*/ 0 w 79"/>
                  <a:gd name="T19" fmla="*/ 0 h 96"/>
                  <a:gd name="T20" fmla="*/ 0 w 79"/>
                  <a:gd name="T21" fmla="*/ 64 h 96"/>
                  <a:gd name="T22" fmla="*/ 0 w 79"/>
                  <a:gd name="T23" fmla="*/ 79 h 96"/>
                  <a:gd name="T24" fmla="*/ 77 w 79"/>
                  <a:gd name="T25" fmla="*/ 96 h 96"/>
                  <a:gd name="T26" fmla="*/ 77 w 79"/>
                  <a:gd name="T27" fmla="*/ 96 h 96"/>
                  <a:gd name="T28" fmla="*/ 79 w 79"/>
                  <a:gd name="T29" fmla="*/ 79 h 96"/>
                  <a:gd name="T30" fmla="*/ 71 w 79"/>
                  <a:gd name="T31" fmla="*/ 4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" h="96">
                    <a:moveTo>
                      <a:pt x="71" y="44"/>
                    </a:moveTo>
                    <a:cubicBezTo>
                      <a:pt x="60" y="21"/>
                      <a:pt x="39" y="3"/>
                      <a:pt x="9" y="0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9" y="91"/>
                      <a:pt x="79" y="85"/>
                      <a:pt x="79" y="79"/>
                    </a:cubicBezTo>
                    <a:cubicBezTo>
                      <a:pt x="79" y="67"/>
                      <a:pt x="76" y="55"/>
                      <a:pt x="71" y="44"/>
                    </a:cubicBezTo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66">
                <a:extLst>
                  <a:ext uri="{FF2B5EF4-FFF2-40B4-BE49-F238E27FC236}">
                    <a16:creationId xmlns:a16="http://schemas.microsoft.com/office/drawing/2014/main" id="{0657D886-5C84-4FAB-A7E9-2FE40C6FF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1145"/>
                <a:ext cx="187" cy="228"/>
              </a:xfrm>
              <a:custGeom>
                <a:avLst/>
                <a:gdLst>
                  <a:gd name="T0" fmla="*/ 0 w 79"/>
                  <a:gd name="T1" fmla="*/ 0 h 96"/>
                  <a:gd name="T2" fmla="*/ 0 w 79"/>
                  <a:gd name="T3" fmla="*/ 0 h 96"/>
                  <a:gd name="T4" fmla="*/ 0 w 79"/>
                  <a:gd name="T5" fmla="*/ 0 h 96"/>
                  <a:gd name="T6" fmla="*/ 0 w 79"/>
                  <a:gd name="T7" fmla="*/ 64 h 96"/>
                  <a:gd name="T8" fmla="*/ 0 w 79"/>
                  <a:gd name="T9" fmla="*/ 79 h 96"/>
                  <a:gd name="T10" fmla="*/ 77 w 79"/>
                  <a:gd name="T11" fmla="*/ 96 h 96"/>
                  <a:gd name="T12" fmla="*/ 77 w 79"/>
                  <a:gd name="T13" fmla="*/ 96 h 96"/>
                  <a:gd name="T14" fmla="*/ 79 w 79"/>
                  <a:gd name="T15" fmla="*/ 80 h 96"/>
                  <a:gd name="T16" fmla="*/ 79 w 79"/>
                  <a:gd name="T17" fmla="*/ 79 h 96"/>
                  <a:gd name="T18" fmla="*/ 71 w 79"/>
                  <a:gd name="T19" fmla="*/ 44 h 96"/>
                  <a:gd name="T20" fmla="*/ 9 w 79"/>
                  <a:gd name="T21" fmla="*/ 0 h 96"/>
                  <a:gd name="T22" fmla="*/ 6 w 79"/>
                  <a:gd name="T23" fmla="*/ 0 h 96"/>
                  <a:gd name="T24" fmla="*/ 5 w 79"/>
                  <a:gd name="T25" fmla="*/ 0 h 96"/>
                  <a:gd name="T26" fmla="*/ 0 w 79"/>
                  <a:gd name="T27" fmla="*/ 0 h 96"/>
                  <a:gd name="T28" fmla="*/ 0 w 79"/>
                  <a:gd name="T29" fmla="*/ 0 h 96"/>
                  <a:gd name="T30" fmla="*/ 0 w 79"/>
                  <a:gd name="T31" fmla="*/ 0 h 96"/>
                  <a:gd name="T32" fmla="*/ 0 w 79"/>
                  <a:gd name="T3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9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9" y="91"/>
                      <a:pt x="79" y="85"/>
                      <a:pt x="79" y="80"/>
                    </a:cubicBezTo>
                    <a:cubicBezTo>
                      <a:pt x="79" y="80"/>
                      <a:pt x="79" y="79"/>
                      <a:pt x="79" y="79"/>
                    </a:cubicBezTo>
                    <a:cubicBezTo>
                      <a:pt x="79" y="67"/>
                      <a:pt x="76" y="55"/>
                      <a:pt x="71" y="44"/>
                    </a:cubicBezTo>
                    <a:cubicBezTo>
                      <a:pt x="60" y="21"/>
                      <a:pt x="39" y="3"/>
                      <a:pt x="9" y="0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238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67">
                <a:extLst>
                  <a:ext uri="{FF2B5EF4-FFF2-40B4-BE49-F238E27FC236}">
                    <a16:creationId xmlns:a16="http://schemas.microsoft.com/office/drawing/2014/main" id="{14B1BAC6-92F9-4AE1-A360-3F3B34E78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1352"/>
                <a:ext cx="368" cy="188"/>
              </a:xfrm>
              <a:custGeom>
                <a:avLst/>
                <a:gdLst>
                  <a:gd name="T0" fmla="*/ 78 w 155"/>
                  <a:gd name="T1" fmla="*/ 0 h 79"/>
                  <a:gd name="T2" fmla="*/ 0 w 155"/>
                  <a:gd name="T3" fmla="*/ 17 h 79"/>
                  <a:gd name="T4" fmla="*/ 78 w 155"/>
                  <a:gd name="T5" fmla="*/ 79 h 79"/>
                  <a:gd name="T6" fmla="*/ 155 w 155"/>
                  <a:gd name="T7" fmla="*/ 17 h 79"/>
                  <a:gd name="T8" fmla="*/ 78 w 155"/>
                  <a:gd name="T9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79">
                    <a:moveTo>
                      <a:pt x="78" y="0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8" y="53"/>
                      <a:pt x="40" y="79"/>
                      <a:pt x="78" y="79"/>
                    </a:cubicBezTo>
                    <a:cubicBezTo>
                      <a:pt x="115" y="79"/>
                      <a:pt x="147" y="52"/>
                      <a:pt x="155" y="17"/>
                    </a:cubicBezTo>
                    <a:cubicBezTo>
                      <a:pt x="78" y="0"/>
                      <a:pt x="78" y="0"/>
                      <a:pt x="78" y="0"/>
                    </a:cubicBezTo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Oval 68">
                <a:extLst>
                  <a:ext uri="{FF2B5EF4-FFF2-40B4-BE49-F238E27FC236}">
                    <a16:creationId xmlns:a16="http://schemas.microsoft.com/office/drawing/2014/main" id="{64F53BC4-FE66-43F5-B86B-0237FD23F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3" y="1321"/>
                <a:ext cx="422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Oval 69">
                <a:extLst>
                  <a:ext uri="{FF2B5EF4-FFF2-40B4-BE49-F238E27FC236}">
                    <a16:creationId xmlns:a16="http://schemas.microsoft.com/office/drawing/2014/main" id="{30D072A1-219F-49B9-A57F-318A63EC3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3" y="1274"/>
                <a:ext cx="422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Oval 70">
                <a:extLst>
                  <a:ext uri="{FF2B5EF4-FFF2-40B4-BE49-F238E27FC236}">
                    <a16:creationId xmlns:a16="http://schemas.microsoft.com/office/drawing/2014/main" id="{873A6C4B-6ED1-4D76-BAE5-0731AE40B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3" y="1226"/>
                <a:ext cx="422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Oval 71">
                <a:extLst>
                  <a:ext uri="{FF2B5EF4-FFF2-40B4-BE49-F238E27FC236}">
                    <a16:creationId xmlns:a16="http://schemas.microsoft.com/office/drawing/2014/main" id="{A1C96D8E-C5A6-42B2-80B2-2E8AE869D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3" y="1366"/>
                <a:ext cx="422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Oval 72">
                <a:extLst>
                  <a:ext uri="{FF2B5EF4-FFF2-40B4-BE49-F238E27FC236}">
                    <a16:creationId xmlns:a16="http://schemas.microsoft.com/office/drawing/2014/main" id="{5AA48BFB-2D2A-4C6D-925C-00761F05F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3" y="1416"/>
                <a:ext cx="292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Rectangle 73">
                <a:extLst>
                  <a:ext uri="{FF2B5EF4-FFF2-40B4-BE49-F238E27FC236}">
                    <a16:creationId xmlns:a16="http://schemas.microsoft.com/office/drawing/2014/main" id="{C39D073D-4CCD-4399-811B-AD90C2A6A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" y="1768"/>
                <a:ext cx="43" cy="486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Rectangle 74">
                <a:extLst>
                  <a:ext uri="{FF2B5EF4-FFF2-40B4-BE49-F238E27FC236}">
                    <a16:creationId xmlns:a16="http://schemas.microsoft.com/office/drawing/2014/main" id="{BCF42848-51AC-4DD0-901F-68158AC3A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934"/>
                <a:ext cx="45" cy="320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Rectangle 75">
                <a:extLst>
                  <a:ext uri="{FF2B5EF4-FFF2-40B4-BE49-F238E27FC236}">
                    <a16:creationId xmlns:a16="http://schemas.microsoft.com/office/drawing/2014/main" id="{573B287A-F4F4-48D2-BBA1-0528402CB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934"/>
                <a:ext cx="45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Rectangle 76">
                <a:extLst>
                  <a:ext uri="{FF2B5EF4-FFF2-40B4-BE49-F238E27FC236}">
                    <a16:creationId xmlns:a16="http://schemas.microsoft.com/office/drawing/2014/main" id="{8B5B5E41-1D05-447F-ADA6-CDD5822B7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7" y="1827"/>
                <a:ext cx="43" cy="430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Rectangle 77">
                <a:extLst>
                  <a:ext uri="{FF2B5EF4-FFF2-40B4-BE49-F238E27FC236}">
                    <a16:creationId xmlns:a16="http://schemas.microsoft.com/office/drawing/2014/main" id="{B5FFF6AC-FF6A-493C-B549-476C46A41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1787"/>
                <a:ext cx="46" cy="467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Rectangle 78">
                <a:extLst>
                  <a:ext uri="{FF2B5EF4-FFF2-40B4-BE49-F238E27FC236}">
                    <a16:creationId xmlns:a16="http://schemas.microsoft.com/office/drawing/2014/main" id="{9497685E-AFE7-43E3-A165-C30D3CA1C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1787"/>
                <a:ext cx="46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Rectangle 79">
                <a:extLst>
                  <a:ext uri="{FF2B5EF4-FFF2-40B4-BE49-F238E27FC236}">
                    <a16:creationId xmlns:a16="http://schemas.microsoft.com/office/drawing/2014/main" id="{A3440CDB-2F7A-4FDD-862F-372F29C4C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6" y="1943"/>
                <a:ext cx="43" cy="311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Rectangle 80">
                <a:extLst>
                  <a:ext uri="{FF2B5EF4-FFF2-40B4-BE49-F238E27FC236}">
                    <a16:creationId xmlns:a16="http://schemas.microsoft.com/office/drawing/2014/main" id="{3BB8BC43-CA3E-49FA-8094-347BD0C12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2005"/>
                <a:ext cx="43" cy="249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Rectangle 81">
                <a:extLst>
                  <a:ext uri="{FF2B5EF4-FFF2-40B4-BE49-F238E27FC236}">
                    <a16:creationId xmlns:a16="http://schemas.microsoft.com/office/drawing/2014/main" id="{DD6DB9E9-530A-4D65-8536-A6DCA6AB8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2005"/>
                <a:ext cx="43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Rectangle 82">
                <a:extLst>
                  <a:ext uri="{FF2B5EF4-FFF2-40B4-BE49-F238E27FC236}">
                    <a16:creationId xmlns:a16="http://schemas.microsoft.com/office/drawing/2014/main" id="{FD8DD0CE-2041-4864-A134-697F677CE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" y="1817"/>
                <a:ext cx="43" cy="437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Rectangle 83">
                <a:extLst>
                  <a:ext uri="{FF2B5EF4-FFF2-40B4-BE49-F238E27FC236}">
                    <a16:creationId xmlns:a16="http://schemas.microsoft.com/office/drawing/2014/main" id="{19689E0F-F5A0-45FE-8DA9-195472060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1896"/>
                <a:ext cx="43" cy="358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Rectangle 84">
                <a:extLst>
                  <a:ext uri="{FF2B5EF4-FFF2-40B4-BE49-F238E27FC236}">
                    <a16:creationId xmlns:a16="http://schemas.microsoft.com/office/drawing/2014/main" id="{9986ED98-2C87-413E-90C4-61080E08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1896"/>
                <a:ext cx="43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Rectangle 85">
                <a:extLst>
                  <a:ext uri="{FF2B5EF4-FFF2-40B4-BE49-F238E27FC236}">
                    <a16:creationId xmlns:a16="http://schemas.microsoft.com/office/drawing/2014/main" id="{F2DF7EB9-AF40-4A39-9F8C-78EA3791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" y="1834"/>
                <a:ext cx="43" cy="420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Rectangle 86">
                <a:extLst>
                  <a:ext uri="{FF2B5EF4-FFF2-40B4-BE49-F238E27FC236}">
                    <a16:creationId xmlns:a16="http://schemas.microsoft.com/office/drawing/2014/main" id="{36DE8A92-A2B3-40D3-8128-9E117743B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6" y="1967"/>
                <a:ext cx="43" cy="287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Rectangle 87">
                <a:extLst>
                  <a:ext uri="{FF2B5EF4-FFF2-40B4-BE49-F238E27FC236}">
                    <a16:creationId xmlns:a16="http://schemas.microsoft.com/office/drawing/2014/main" id="{E2B344D5-9609-4CCE-8A95-8F9E121DA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6" y="1967"/>
                <a:ext cx="4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Rectangle 88">
                <a:extLst>
                  <a:ext uri="{FF2B5EF4-FFF2-40B4-BE49-F238E27FC236}">
                    <a16:creationId xmlns:a16="http://schemas.microsoft.com/office/drawing/2014/main" id="{610D3497-5AD2-44C2-9968-8AC56288C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9" y="1912"/>
                <a:ext cx="45" cy="342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Oval 89">
                <a:extLst>
                  <a:ext uri="{FF2B5EF4-FFF2-40B4-BE49-F238E27FC236}">
                    <a16:creationId xmlns:a16="http://schemas.microsoft.com/office/drawing/2014/main" id="{126C8068-F943-4FE4-9DD5-06059BC63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288"/>
                <a:ext cx="923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Oval 90">
                <a:extLst>
                  <a:ext uri="{FF2B5EF4-FFF2-40B4-BE49-F238E27FC236}">
                    <a16:creationId xmlns:a16="http://schemas.microsoft.com/office/drawing/2014/main" id="{FB3400AA-C49E-414F-9068-7ED410695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7" y="2326"/>
                <a:ext cx="64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Oval 91">
                <a:extLst>
                  <a:ext uri="{FF2B5EF4-FFF2-40B4-BE49-F238E27FC236}">
                    <a16:creationId xmlns:a16="http://schemas.microsoft.com/office/drawing/2014/main" id="{660C37C6-3F96-4BD9-A6A8-82D78552F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1" y="2328"/>
                <a:ext cx="76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Oval 92">
                <a:extLst>
                  <a:ext uri="{FF2B5EF4-FFF2-40B4-BE49-F238E27FC236}">
                    <a16:creationId xmlns:a16="http://schemas.microsoft.com/office/drawing/2014/main" id="{588337CB-1B21-4DD6-8D7A-CF3477124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2" y="2328"/>
                <a:ext cx="78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Oval 93">
                <a:extLst>
                  <a:ext uri="{FF2B5EF4-FFF2-40B4-BE49-F238E27FC236}">
                    <a16:creationId xmlns:a16="http://schemas.microsoft.com/office/drawing/2014/main" id="{3788900C-04AF-4852-838A-A4CF01210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4" y="2328"/>
                <a:ext cx="76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Oval 94">
                <a:extLst>
                  <a:ext uri="{FF2B5EF4-FFF2-40B4-BE49-F238E27FC236}">
                    <a16:creationId xmlns:a16="http://schemas.microsoft.com/office/drawing/2014/main" id="{01AA2A94-578D-4FD5-A61C-DB12BE826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4" y="2328"/>
                <a:ext cx="79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Oval 95">
                <a:extLst>
                  <a:ext uri="{FF2B5EF4-FFF2-40B4-BE49-F238E27FC236}">
                    <a16:creationId xmlns:a16="http://schemas.microsoft.com/office/drawing/2014/main" id="{A3CE0B57-4807-4542-905F-1781AAA40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7" y="2328"/>
                <a:ext cx="76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Oval 96">
                <a:extLst>
                  <a:ext uri="{FF2B5EF4-FFF2-40B4-BE49-F238E27FC236}">
                    <a16:creationId xmlns:a16="http://schemas.microsoft.com/office/drawing/2014/main" id="{345FCCF6-DCE5-4D76-BFE1-B334360D6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" y="2328"/>
                <a:ext cx="78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Oval 97">
                <a:extLst>
                  <a:ext uri="{FF2B5EF4-FFF2-40B4-BE49-F238E27FC236}">
                    <a16:creationId xmlns:a16="http://schemas.microsoft.com/office/drawing/2014/main" id="{6066E41A-301E-4A8C-951F-8259C864E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0" y="2328"/>
                <a:ext cx="78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Oval 98">
                <a:extLst>
                  <a:ext uri="{FF2B5EF4-FFF2-40B4-BE49-F238E27FC236}">
                    <a16:creationId xmlns:a16="http://schemas.microsoft.com/office/drawing/2014/main" id="{A5C0CD60-E69A-4C96-9675-6B516B55C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2" y="2328"/>
                <a:ext cx="76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Oval 99">
                <a:extLst>
                  <a:ext uri="{FF2B5EF4-FFF2-40B4-BE49-F238E27FC236}">
                    <a16:creationId xmlns:a16="http://schemas.microsoft.com/office/drawing/2014/main" id="{797B943B-9715-4998-8290-838DBDAF4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2" y="2328"/>
                <a:ext cx="79" cy="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Rectangle 100">
                <a:extLst>
                  <a:ext uri="{FF2B5EF4-FFF2-40B4-BE49-F238E27FC236}">
                    <a16:creationId xmlns:a16="http://schemas.microsoft.com/office/drawing/2014/main" id="{69228A03-3390-4358-8CA4-55DF43AD4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934"/>
                <a:ext cx="45" cy="320"/>
              </a:xfrm>
              <a:prstGeom prst="rect">
                <a:avLst/>
              </a:pr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Rectangle 101">
                <a:extLst>
                  <a:ext uri="{FF2B5EF4-FFF2-40B4-BE49-F238E27FC236}">
                    <a16:creationId xmlns:a16="http://schemas.microsoft.com/office/drawing/2014/main" id="{86797D39-5F1A-4159-A6B8-601EB808C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934"/>
                <a:ext cx="45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Rectangle 102">
                <a:extLst>
                  <a:ext uri="{FF2B5EF4-FFF2-40B4-BE49-F238E27FC236}">
                    <a16:creationId xmlns:a16="http://schemas.microsoft.com/office/drawing/2014/main" id="{8223B075-A109-42E0-8D16-3578D1600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1787"/>
                <a:ext cx="46" cy="467"/>
              </a:xfrm>
              <a:prstGeom prst="rect">
                <a:avLst/>
              </a:pr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Rectangle 103">
                <a:extLst>
                  <a:ext uri="{FF2B5EF4-FFF2-40B4-BE49-F238E27FC236}">
                    <a16:creationId xmlns:a16="http://schemas.microsoft.com/office/drawing/2014/main" id="{E797C977-076A-4D5F-AA3D-5871D76EF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1787"/>
                <a:ext cx="46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Rectangle 104">
                <a:extLst>
                  <a:ext uri="{FF2B5EF4-FFF2-40B4-BE49-F238E27FC236}">
                    <a16:creationId xmlns:a16="http://schemas.microsoft.com/office/drawing/2014/main" id="{320933CE-B3C1-4C03-AA5D-653A6FC92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2005"/>
                <a:ext cx="43" cy="249"/>
              </a:xfrm>
              <a:prstGeom prst="rect">
                <a:avLst/>
              </a:pr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Rectangle 105">
                <a:extLst>
                  <a:ext uri="{FF2B5EF4-FFF2-40B4-BE49-F238E27FC236}">
                    <a16:creationId xmlns:a16="http://schemas.microsoft.com/office/drawing/2014/main" id="{71B46B2E-7EB9-4C77-A91A-4BB7E6834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2005"/>
                <a:ext cx="43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Rectangle 106">
                <a:extLst>
                  <a:ext uri="{FF2B5EF4-FFF2-40B4-BE49-F238E27FC236}">
                    <a16:creationId xmlns:a16="http://schemas.microsoft.com/office/drawing/2014/main" id="{82D37F0B-AF09-4203-B39B-9E7A7173C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1896"/>
                <a:ext cx="43" cy="358"/>
              </a:xfrm>
              <a:prstGeom prst="rect">
                <a:avLst/>
              </a:pr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Rectangle 107">
                <a:extLst>
                  <a:ext uri="{FF2B5EF4-FFF2-40B4-BE49-F238E27FC236}">
                    <a16:creationId xmlns:a16="http://schemas.microsoft.com/office/drawing/2014/main" id="{007BC54E-50D6-4E26-AEC6-00FA46993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1896"/>
                <a:ext cx="43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Rectangle 108">
                <a:extLst>
                  <a:ext uri="{FF2B5EF4-FFF2-40B4-BE49-F238E27FC236}">
                    <a16:creationId xmlns:a16="http://schemas.microsoft.com/office/drawing/2014/main" id="{2187FFB7-BB7F-4F8C-A696-6223A8240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6" y="1967"/>
                <a:ext cx="43" cy="287"/>
              </a:xfrm>
              <a:prstGeom prst="rect">
                <a:avLst/>
              </a:prstGeom>
              <a:solidFill>
                <a:srgbClr val="EF85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Rectangle 109">
                <a:extLst>
                  <a:ext uri="{FF2B5EF4-FFF2-40B4-BE49-F238E27FC236}">
                    <a16:creationId xmlns:a16="http://schemas.microsoft.com/office/drawing/2014/main" id="{26C8A24F-508E-4635-B84B-E519B261C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6" y="1967"/>
                <a:ext cx="4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Oval 110">
                <a:extLst>
                  <a:ext uri="{FF2B5EF4-FFF2-40B4-BE49-F238E27FC236}">
                    <a16:creationId xmlns:a16="http://schemas.microsoft.com/office/drawing/2014/main" id="{FD015706-CD88-481A-99BE-8052E0C3D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1167"/>
                <a:ext cx="83" cy="85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Oval 111">
                <a:extLst>
                  <a:ext uri="{FF2B5EF4-FFF2-40B4-BE49-F238E27FC236}">
                    <a16:creationId xmlns:a16="http://schemas.microsoft.com/office/drawing/2014/main" id="{0D04B65A-8EAB-4624-85C8-3D3EA8017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1" y="1174"/>
                <a:ext cx="631" cy="5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12">
                <a:extLst>
                  <a:ext uri="{FF2B5EF4-FFF2-40B4-BE49-F238E27FC236}">
                    <a16:creationId xmlns:a16="http://schemas.microsoft.com/office/drawing/2014/main" id="{ADC40D54-91BE-40C0-9EB8-8D105A794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1224"/>
                <a:ext cx="249" cy="7"/>
              </a:xfrm>
              <a:custGeom>
                <a:avLst/>
                <a:gdLst>
                  <a:gd name="T0" fmla="*/ 105 w 105"/>
                  <a:gd name="T1" fmla="*/ 1 h 3"/>
                  <a:gd name="T2" fmla="*/ 101 w 105"/>
                  <a:gd name="T3" fmla="*/ 2 h 3"/>
                  <a:gd name="T4" fmla="*/ 89 w 105"/>
                  <a:gd name="T5" fmla="*/ 2 h 3"/>
                  <a:gd name="T6" fmla="*/ 52 w 105"/>
                  <a:gd name="T7" fmla="*/ 3 h 3"/>
                  <a:gd name="T8" fmla="*/ 15 w 105"/>
                  <a:gd name="T9" fmla="*/ 2 h 3"/>
                  <a:gd name="T10" fmla="*/ 4 w 105"/>
                  <a:gd name="T11" fmla="*/ 2 h 3"/>
                  <a:gd name="T12" fmla="*/ 0 w 105"/>
                  <a:gd name="T13" fmla="*/ 1 h 3"/>
                  <a:gd name="T14" fmla="*/ 4 w 105"/>
                  <a:gd name="T15" fmla="*/ 1 h 3"/>
                  <a:gd name="T16" fmla="*/ 15 w 105"/>
                  <a:gd name="T17" fmla="*/ 1 h 3"/>
                  <a:gd name="T18" fmla="*/ 52 w 105"/>
                  <a:gd name="T19" fmla="*/ 0 h 3"/>
                  <a:gd name="T20" fmla="*/ 89 w 105"/>
                  <a:gd name="T21" fmla="*/ 1 h 3"/>
                  <a:gd name="T22" fmla="*/ 101 w 105"/>
                  <a:gd name="T23" fmla="*/ 1 h 3"/>
                  <a:gd name="T24" fmla="*/ 105 w 105"/>
                  <a:gd name="T2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5" h="3">
                    <a:moveTo>
                      <a:pt x="105" y="1"/>
                    </a:moveTo>
                    <a:cubicBezTo>
                      <a:pt x="105" y="2"/>
                      <a:pt x="103" y="2"/>
                      <a:pt x="101" y="2"/>
                    </a:cubicBezTo>
                    <a:cubicBezTo>
                      <a:pt x="98" y="2"/>
                      <a:pt x="94" y="2"/>
                      <a:pt x="89" y="2"/>
                    </a:cubicBezTo>
                    <a:cubicBezTo>
                      <a:pt x="80" y="2"/>
                      <a:pt x="67" y="3"/>
                      <a:pt x="52" y="3"/>
                    </a:cubicBezTo>
                    <a:cubicBezTo>
                      <a:pt x="38" y="3"/>
                      <a:pt x="25" y="2"/>
                      <a:pt x="15" y="2"/>
                    </a:cubicBezTo>
                    <a:cubicBezTo>
                      <a:pt x="10" y="2"/>
                      <a:pt x="7" y="2"/>
                      <a:pt x="4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4" y="1"/>
                    </a:cubicBezTo>
                    <a:cubicBezTo>
                      <a:pt x="7" y="1"/>
                      <a:pt x="10" y="1"/>
                      <a:pt x="15" y="1"/>
                    </a:cubicBezTo>
                    <a:cubicBezTo>
                      <a:pt x="25" y="1"/>
                      <a:pt x="38" y="0"/>
                      <a:pt x="52" y="0"/>
                    </a:cubicBezTo>
                    <a:cubicBezTo>
                      <a:pt x="67" y="0"/>
                      <a:pt x="80" y="1"/>
                      <a:pt x="89" y="1"/>
                    </a:cubicBezTo>
                    <a:cubicBezTo>
                      <a:pt x="94" y="1"/>
                      <a:pt x="98" y="1"/>
                      <a:pt x="101" y="1"/>
                    </a:cubicBezTo>
                    <a:cubicBezTo>
                      <a:pt x="103" y="1"/>
                      <a:pt x="105" y="1"/>
                      <a:pt x="105" y="1"/>
                    </a:cubicBezTo>
                    <a:close/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Rectangle 113">
                <a:extLst>
                  <a:ext uri="{FF2B5EF4-FFF2-40B4-BE49-F238E27FC236}">
                    <a16:creationId xmlns:a16="http://schemas.microsoft.com/office/drawing/2014/main" id="{A9803406-6D17-4DFB-BEB7-AB204CD5E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" y="1048"/>
                <a:ext cx="1326" cy="1515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14">
                <a:extLst>
                  <a:ext uri="{FF2B5EF4-FFF2-40B4-BE49-F238E27FC236}">
                    <a16:creationId xmlns:a16="http://schemas.microsoft.com/office/drawing/2014/main" id="{C87D810D-5A7C-49E2-9C0F-417D5F2BF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1046"/>
                <a:ext cx="1331" cy="1520"/>
              </a:xfrm>
              <a:custGeom>
                <a:avLst/>
                <a:gdLst>
                  <a:gd name="T0" fmla="*/ 560 w 561"/>
                  <a:gd name="T1" fmla="*/ 639 h 640"/>
                  <a:gd name="T2" fmla="*/ 560 w 561"/>
                  <a:gd name="T3" fmla="*/ 636 h 640"/>
                  <a:gd name="T4" fmla="*/ 560 w 561"/>
                  <a:gd name="T5" fmla="*/ 627 h 640"/>
                  <a:gd name="T6" fmla="*/ 560 w 561"/>
                  <a:gd name="T7" fmla="*/ 593 h 640"/>
                  <a:gd name="T8" fmla="*/ 560 w 561"/>
                  <a:gd name="T9" fmla="*/ 463 h 640"/>
                  <a:gd name="T10" fmla="*/ 560 w 561"/>
                  <a:gd name="T11" fmla="*/ 1 h 640"/>
                  <a:gd name="T12" fmla="*/ 560 w 561"/>
                  <a:gd name="T13" fmla="*/ 2 h 640"/>
                  <a:gd name="T14" fmla="*/ 1 w 561"/>
                  <a:gd name="T15" fmla="*/ 2 h 640"/>
                  <a:gd name="T16" fmla="*/ 1 w 561"/>
                  <a:gd name="T17" fmla="*/ 2 h 640"/>
                  <a:gd name="T18" fmla="*/ 2 w 561"/>
                  <a:gd name="T19" fmla="*/ 1 h 640"/>
                  <a:gd name="T20" fmla="*/ 2 w 561"/>
                  <a:gd name="T21" fmla="*/ 639 h 640"/>
                  <a:gd name="T22" fmla="*/ 1 w 561"/>
                  <a:gd name="T23" fmla="*/ 639 h 640"/>
                  <a:gd name="T24" fmla="*/ 407 w 561"/>
                  <a:gd name="T25" fmla="*/ 639 h 640"/>
                  <a:gd name="T26" fmla="*/ 520 w 561"/>
                  <a:gd name="T27" fmla="*/ 639 h 640"/>
                  <a:gd name="T28" fmla="*/ 550 w 561"/>
                  <a:gd name="T29" fmla="*/ 639 h 640"/>
                  <a:gd name="T30" fmla="*/ 560 w 561"/>
                  <a:gd name="T31" fmla="*/ 639 h 640"/>
                  <a:gd name="T32" fmla="*/ 550 w 561"/>
                  <a:gd name="T33" fmla="*/ 639 h 640"/>
                  <a:gd name="T34" fmla="*/ 521 w 561"/>
                  <a:gd name="T35" fmla="*/ 640 h 640"/>
                  <a:gd name="T36" fmla="*/ 407 w 561"/>
                  <a:gd name="T37" fmla="*/ 640 h 640"/>
                  <a:gd name="T38" fmla="*/ 1 w 561"/>
                  <a:gd name="T39" fmla="*/ 640 h 640"/>
                  <a:gd name="T40" fmla="*/ 0 w 561"/>
                  <a:gd name="T41" fmla="*/ 640 h 640"/>
                  <a:gd name="T42" fmla="*/ 0 w 561"/>
                  <a:gd name="T43" fmla="*/ 639 h 640"/>
                  <a:gd name="T44" fmla="*/ 0 w 561"/>
                  <a:gd name="T45" fmla="*/ 1 h 640"/>
                  <a:gd name="T46" fmla="*/ 0 w 561"/>
                  <a:gd name="T47" fmla="*/ 0 h 640"/>
                  <a:gd name="T48" fmla="*/ 1 w 561"/>
                  <a:gd name="T49" fmla="*/ 0 h 640"/>
                  <a:gd name="T50" fmla="*/ 1 w 561"/>
                  <a:gd name="T51" fmla="*/ 0 h 640"/>
                  <a:gd name="T52" fmla="*/ 560 w 561"/>
                  <a:gd name="T53" fmla="*/ 0 h 640"/>
                  <a:gd name="T54" fmla="*/ 561 w 561"/>
                  <a:gd name="T55" fmla="*/ 0 h 640"/>
                  <a:gd name="T56" fmla="*/ 561 w 561"/>
                  <a:gd name="T57" fmla="*/ 1 h 640"/>
                  <a:gd name="T58" fmla="*/ 561 w 561"/>
                  <a:gd name="T59" fmla="*/ 463 h 640"/>
                  <a:gd name="T60" fmla="*/ 561 w 561"/>
                  <a:gd name="T61" fmla="*/ 593 h 640"/>
                  <a:gd name="T62" fmla="*/ 561 w 561"/>
                  <a:gd name="T63" fmla="*/ 628 h 640"/>
                  <a:gd name="T64" fmla="*/ 561 w 561"/>
                  <a:gd name="T65" fmla="*/ 636 h 640"/>
                  <a:gd name="T66" fmla="*/ 560 w 561"/>
                  <a:gd name="T67" fmla="*/ 639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1" h="640">
                    <a:moveTo>
                      <a:pt x="560" y="639"/>
                    </a:moveTo>
                    <a:cubicBezTo>
                      <a:pt x="560" y="639"/>
                      <a:pt x="560" y="638"/>
                      <a:pt x="560" y="636"/>
                    </a:cubicBezTo>
                    <a:cubicBezTo>
                      <a:pt x="560" y="634"/>
                      <a:pt x="560" y="631"/>
                      <a:pt x="560" y="627"/>
                    </a:cubicBezTo>
                    <a:cubicBezTo>
                      <a:pt x="560" y="620"/>
                      <a:pt x="560" y="608"/>
                      <a:pt x="560" y="593"/>
                    </a:cubicBezTo>
                    <a:cubicBezTo>
                      <a:pt x="560" y="563"/>
                      <a:pt x="560" y="519"/>
                      <a:pt x="560" y="463"/>
                    </a:cubicBezTo>
                    <a:cubicBezTo>
                      <a:pt x="560" y="351"/>
                      <a:pt x="560" y="191"/>
                      <a:pt x="560" y="1"/>
                    </a:cubicBezTo>
                    <a:cubicBezTo>
                      <a:pt x="560" y="2"/>
                      <a:pt x="560" y="2"/>
                      <a:pt x="560" y="2"/>
                    </a:cubicBezTo>
                    <a:cubicBezTo>
                      <a:pt x="396" y="2"/>
                      <a:pt x="204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36"/>
                      <a:pt x="2" y="456"/>
                      <a:pt x="2" y="639"/>
                    </a:cubicBezTo>
                    <a:cubicBezTo>
                      <a:pt x="1" y="639"/>
                      <a:pt x="1" y="639"/>
                      <a:pt x="1" y="639"/>
                    </a:cubicBezTo>
                    <a:cubicBezTo>
                      <a:pt x="169" y="639"/>
                      <a:pt x="309" y="639"/>
                      <a:pt x="407" y="639"/>
                    </a:cubicBezTo>
                    <a:cubicBezTo>
                      <a:pt x="456" y="639"/>
                      <a:pt x="494" y="639"/>
                      <a:pt x="520" y="639"/>
                    </a:cubicBezTo>
                    <a:cubicBezTo>
                      <a:pt x="533" y="639"/>
                      <a:pt x="543" y="639"/>
                      <a:pt x="550" y="639"/>
                    </a:cubicBezTo>
                    <a:cubicBezTo>
                      <a:pt x="557" y="639"/>
                      <a:pt x="560" y="639"/>
                      <a:pt x="560" y="639"/>
                    </a:cubicBezTo>
                    <a:cubicBezTo>
                      <a:pt x="560" y="639"/>
                      <a:pt x="557" y="639"/>
                      <a:pt x="550" y="639"/>
                    </a:cubicBezTo>
                    <a:cubicBezTo>
                      <a:pt x="544" y="640"/>
                      <a:pt x="534" y="640"/>
                      <a:pt x="521" y="640"/>
                    </a:cubicBezTo>
                    <a:cubicBezTo>
                      <a:pt x="494" y="640"/>
                      <a:pt x="456" y="640"/>
                      <a:pt x="407" y="640"/>
                    </a:cubicBezTo>
                    <a:cubicBezTo>
                      <a:pt x="309" y="640"/>
                      <a:pt x="169" y="640"/>
                      <a:pt x="1" y="640"/>
                    </a:cubicBezTo>
                    <a:cubicBezTo>
                      <a:pt x="0" y="640"/>
                      <a:pt x="0" y="640"/>
                      <a:pt x="0" y="640"/>
                    </a:cubicBezTo>
                    <a:cubicBezTo>
                      <a:pt x="0" y="639"/>
                      <a:pt x="0" y="639"/>
                      <a:pt x="0" y="639"/>
                    </a:cubicBezTo>
                    <a:cubicBezTo>
                      <a:pt x="0" y="456"/>
                      <a:pt x="0" y="236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04" y="0"/>
                      <a:pt x="396" y="0"/>
                      <a:pt x="560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561" y="191"/>
                      <a:pt x="561" y="351"/>
                      <a:pt x="561" y="463"/>
                    </a:cubicBezTo>
                    <a:cubicBezTo>
                      <a:pt x="561" y="519"/>
                      <a:pt x="561" y="563"/>
                      <a:pt x="561" y="593"/>
                    </a:cubicBezTo>
                    <a:cubicBezTo>
                      <a:pt x="561" y="608"/>
                      <a:pt x="561" y="620"/>
                      <a:pt x="561" y="628"/>
                    </a:cubicBezTo>
                    <a:cubicBezTo>
                      <a:pt x="561" y="632"/>
                      <a:pt x="561" y="634"/>
                      <a:pt x="561" y="636"/>
                    </a:cubicBezTo>
                    <a:cubicBezTo>
                      <a:pt x="560" y="638"/>
                      <a:pt x="560" y="639"/>
                      <a:pt x="560" y="63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115">
                <a:extLst>
                  <a:ext uri="{FF2B5EF4-FFF2-40B4-BE49-F238E27FC236}">
                    <a16:creationId xmlns:a16="http://schemas.microsoft.com/office/drawing/2014/main" id="{243BDF15-8BD2-4DDE-9265-325151A3E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1782"/>
                <a:ext cx="1051" cy="235"/>
              </a:xfrm>
              <a:custGeom>
                <a:avLst/>
                <a:gdLst>
                  <a:gd name="T0" fmla="*/ 443 w 443"/>
                  <a:gd name="T1" fmla="*/ 17 h 99"/>
                  <a:gd name="T2" fmla="*/ 425 w 443"/>
                  <a:gd name="T3" fmla="*/ 10 h 99"/>
                  <a:gd name="T4" fmla="*/ 374 w 443"/>
                  <a:gd name="T5" fmla="*/ 6 h 99"/>
                  <a:gd name="T6" fmla="*/ 340 w 443"/>
                  <a:gd name="T7" fmla="*/ 17 h 99"/>
                  <a:gd name="T8" fmla="*/ 306 w 443"/>
                  <a:gd name="T9" fmla="*/ 41 h 99"/>
                  <a:gd name="T10" fmla="*/ 272 w 443"/>
                  <a:gd name="T11" fmla="*/ 72 h 99"/>
                  <a:gd name="T12" fmla="*/ 228 w 443"/>
                  <a:gd name="T13" fmla="*/ 96 h 99"/>
                  <a:gd name="T14" fmla="*/ 202 w 443"/>
                  <a:gd name="T15" fmla="*/ 97 h 99"/>
                  <a:gd name="T16" fmla="*/ 178 w 443"/>
                  <a:gd name="T17" fmla="*/ 90 h 99"/>
                  <a:gd name="T18" fmla="*/ 139 w 443"/>
                  <a:gd name="T19" fmla="*/ 66 h 99"/>
                  <a:gd name="T20" fmla="*/ 101 w 443"/>
                  <a:gd name="T21" fmla="*/ 50 h 99"/>
                  <a:gd name="T22" fmla="*/ 65 w 443"/>
                  <a:gd name="T23" fmla="*/ 47 h 99"/>
                  <a:gd name="T24" fmla="*/ 16 w 443"/>
                  <a:gd name="T25" fmla="*/ 63 h 99"/>
                  <a:gd name="T26" fmla="*/ 0 w 443"/>
                  <a:gd name="T27" fmla="*/ 74 h 99"/>
                  <a:gd name="T28" fmla="*/ 4 w 443"/>
                  <a:gd name="T29" fmla="*/ 70 h 99"/>
                  <a:gd name="T30" fmla="*/ 15 w 443"/>
                  <a:gd name="T31" fmla="*/ 62 h 99"/>
                  <a:gd name="T32" fmla="*/ 65 w 443"/>
                  <a:gd name="T33" fmla="*/ 44 h 99"/>
                  <a:gd name="T34" fmla="*/ 102 w 443"/>
                  <a:gd name="T35" fmla="*/ 46 h 99"/>
                  <a:gd name="T36" fmla="*/ 140 w 443"/>
                  <a:gd name="T37" fmla="*/ 63 h 99"/>
                  <a:gd name="T38" fmla="*/ 180 w 443"/>
                  <a:gd name="T39" fmla="*/ 87 h 99"/>
                  <a:gd name="T40" fmla="*/ 227 w 443"/>
                  <a:gd name="T41" fmla="*/ 92 h 99"/>
                  <a:gd name="T42" fmla="*/ 269 w 443"/>
                  <a:gd name="T43" fmla="*/ 69 h 99"/>
                  <a:gd name="T44" fmla="*/ 304 w 443"/>
                  <a:gd name="T45" fmla="*/ 39 h 99"/>
                  <a:gd name="T46" fmla="*/ 338 w 443"/>
                  <a:gd name="T47" fmla="*/ 14 h 99"/>
                  <a:gd name="T48" fmla="*/ 373 w 443"/>
                  <a:gd name="T49" fmla="*/ 3 h 99"/>
                  <a:gd name="T50" fmla="*/ 426 w 443"/>
                  <a:gd name="T51" fmla="*/ 9 h 99"/>
                  <a:gd name="T52" fmla="*/ 439 w 443"/>
                  <a:gd name="T53" fmla="*/ 14 h 99"/>
                  <a:gd name="T54" fmla="*/ 443 w 443"/>
                  <a:gd name="T55" fmla="*/ 1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43" h="99">
                    <a:moveTo>
                      <a:pt x="443" y="17"/>
                    </a:moveTo>
                    <a:cubicBezTo>
                      <a:pt x="443" y="17"/>
                      <a:pt x="437" y="14"/>
                      <a:pt x="425" y="10"/>
                    </a:cubicBezTo>
                    <a:cubicBezTo>
                      <a:pt x="414" y="6"/>
                      <a:pt x="396" y="3"/>
                      <a:pt x="374" y="6"/>
                    </a:cubicBezTo>
                    <a:cubicBezTo>
                      <a:pt x="363" y="8"/>
                      <a:pt x="351" y="11"/>
                      <a:pt x="340" y="17"/>
                    </a:cubicBezTo>
                    <a:cubicBezTo>
                      <a:pt x="328" y="23"/>
                      <a:pt x="317" y="31"/>
                      <a:pt x="306" y="41"/>
                    </a:cubicBezTo>
                    <a:cubicBezTo>
                      <a:pt x="295" y="51"/>
                      <a:pt x="284" y="62"/>
                      <a:pt x="272" y="72"/>
                    </a:cubicBezTo>
                    <a:cubicBezTo>
                      <a:pt x="259" y="82"/>
                      <a:pt x="245" y="91"/>
                      <a:pt x="228" y="96"/>
                    </a:cubicBezTo>
                    <a:cubicBezTo>
                      <a:pt x="219" y="98"/>
                      <a:pt x="211" y="99"/>
                      <a:pt x="202" y="97"/>
                    </a:cubicBezTo>
                    <a:cubicBezTo>
                      <a:pt x="194" y="96"/>
                      <a:pt x="186" y="93"/>
                      <a:pt x="178" y="90"/>
                    </a:cubicBezTo>
                    <a:cubicBezTo>
                      <a:pt x="164" y="83"/>
                      <a:pt x="151" y="74"/>
                      <a:pt x="139" y="66"/>
                    </a:cubicBezTo>
                    <a:cubicBezTo>
                      <a:pt x="126" y="59"/>
                      <a:pt x="114" y="52"/>
                      <a:pt x="101" y="50"/>
                    </a:cubicBezTo>
                    <a:cubicBezTo>
                      <a:pt x="89" y="46"/>
                      <a:pt x="76" y="46"/>
                      <a:pt x="65" y="47"/>
                    </a:cubicBezTo>
                    <a:cubicBezTo>
                      <a:pt x="43" y="49"/>
                      <a:pt x="27" y="57"/>
                      <a:pt x="16" y="63"/>
                    </a:cubicBezTo>
                    <a:cubicBezTo>
                      <a:pt x="6" y="69"/>
                      <a:pt x="1" y="74"/>
                      <a:pt x="0" y="74"/>
                    </a:cubicBezTo>
                    <a:cubicBezTo>
                      <a:pt x="0" y="74"/>
                      <a:pt x="2" y="72"/>
                      <a:pt x="4" y="70"/>
                    </a:cubicBezTo>
                    <a:cubicBezTo>
                      <a:pt x="6" y="68"/>
                      <a:pt x="10" y="65"/>
                      <a:pt x="15" y="62"/>
                    </a:cubicBezTo>
                    <a:cubicBezTo>
                      <a:pt x="26" y="55"/>
                      <a:pt x="43" y="46"/>
                      <a:pt x="65" y="44"/>
                    </a:cubicBezTo>
                    <a:cubicBezTo>
                      <a:pt x="76" y="43"/>
                      <a:pt x="89" y="43"/>
                      <a:pt x="102" y="46"/>
                    </a:cubicBezTo>
                    <a:cubicBezTo>
                      <a:pt x="115" y="49"/>
                      <a:pt x="128" y="56"/>
                      <a:pt x="140" y="63"/>
                    </a:cubicBezTo>
                    <a:cubicBezTo>
                      <a:pt x="153" y="71"/>
                      <a:pt x="166" y="80"/>
                      <a:pt x="180" y="87"/>
                    </a:cubicBezTo>
                    <a:cubicBezTo>
                      <a:pt x="194" y="93"/>
                      <a:pt x="211" y="96"/>
                      <a:pt x="227" y="92"/>
                    </a:cubicBezTo>
                    <a:cubicBezTo>
                      <a:pt x="243" y="88"/>
                      <a:pt x="257" y="79"/>
                      <a:pt x="269" y="69"/>
                    </a:cubicBezTo>
                    <a:cubicBezTo>
                      <a:pt x="282" y="59"/>
                      <a:pt x="293" y="48"/>
                      <a:pt x="304" y="39"/>
                    </a:cubicBezTo>
                    <a:cubicBezTo>
                      <a:pt x="315" y="29"/>
                      <a:pt x="326" y="20"/>
                      <a:pt x="338" y="14"/>
                    </a:cubicBezTo>
                    <a:cubicBezTo>
                      <a:pt x="350" y="8"/>
                      <a:pt x="362" y="5"/>
                      <a:pt x="373" y="3"/>
                    </a:cubicBezTo>
                    <a:cubicBezTo>
                      <a:pt x="396" y="0"/>
                      <a:pt x="414" y="4"/>
                      <a:pt x="426" y="9"/>
                    </a:cubicBezTo>
                    <a:cubicBezTo>
                      <a:pt x="432" y="11"/>
                      <a:pt x="436" y="13"/>
                      <a:pt x="439" y="14"/>
                    </a:cubicBezTo>
                    <a:cubicBezTo>
                      <a:pt x="442" y="16"/>
                      <a:pt x="443" y="17"/>
                      <a:pt x="443" y="17"/>
                    </a:cubicBezTo>
                    <a:close/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Rectangle 116">
                <a:extLst>
                  <a:ext uri="{FF2B5EF4-FFF2-40B4-BE49-F238E27FC236}">
                    <a16:creationId xmlns:a16="http://schemas.microsoft.com/office/drawing/2014/main" id="{D3DA29DE-FBB1-4F5A-B60F-AF1A4F791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" y="2026"/>
                <a:ext cx="112" cy="304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Rectangle 117">
                <a:extLst>
                  <a:ext uri="{FF2B5EF4-FFF2-40B4-BE49-F238E27FC236}">
                    <a16:creationId xmlns:a16="http://schemas.microsoft.com/office/drawing/2014/main" id="{3F4DC83B-0F78-4DC8-984C-42BCCFA98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2026"/>
                <a:ext cx="111" cy="304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Rectangle 118">
                <a:extLst>
                  <a:ext uri="{FF2B5EF4-FFF2-40B4-BE49-F238E27FC236}">
                    <a16:creationId xmlns:a16="http://schemas.microsoft.com/office/drawing/2014/main" id="{56C52841-4085-49C3-BB08-56F68908F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846"/>
                <a:ext cx="114" cy="484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Rectangle 119">
                <a:extLst>
                  <a:ext uri="{FF2B5EF4-FFF2-40B4-BE49-F238E27FC236}">
                    <a16:creationId xmlns:a16="http://schemas.microsoft.com/office/drawing/2014/main" id="{3397A466-FAED-43A6-BF16-3AF2FB637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" y="2235"/>
                <a:ext cx="114" cy="103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Rectangle 120">
                <a:extLst>
                  <a:ext uri="{FF2B5EF4-FFF2-40B4-BE49-F238E27FC236}">
                    <a16:creationId xmlns:a16="http://schemas.microsoft.com/office/drawing/2014/main" id="{380164D1-6BEB-460E-A714-BA5287FF2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2164"/>
                <a:ext cx="114" cy="166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Rectangle 121">
                <a:extLst>
                  <a:ext uri="{FF2B5EF4-FFF2-40B4-BE49-F238E27FC236}">
                    <a16:creationId xmlns:a16="http://schemas.microsoft.com/office/drawing/2014/main" id="{8772C345-55EF-467E-A1A6-DCF5ADC89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2126"/>
                <a:ext cx="114" cy="204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Oval 122">
                <a:extLst>
                  <a:ext uri="{FF2B5EF4-FFF2-40B4-BE49-F238E27FC236}">
                    <a16:creationId xmlns:a16="http://schemas.microsoft.com/office/drawing/2014/main" id="{84FC872B-5F58-46AE-B931-F0EC7B2EA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364"/>
                <a:ext cx="121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Oval 123">
                <a:extLst>
                  <a:ext uri="{FF2B5EF4-FFF2-40B4-BE49-F238E27FC236}">
                    <a16:creationId xmlns:a16="http://schemas.microsoft.com/office/drawing/2014/main" id="{2800D2A0-D703-4AB3-A661-C4F30F9CC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" y="2364"/>
                <a:ext cx="121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Oval 124">
                <a:extLst>
                  <a:ext uri="{FF2B5EF4-FFF2-40B4-BE49-F238E27FC236}">
                    <a16:creationId xmlns:a16="http://schemas.microsoft.com/office/drawing/2014/main" id="{451FFF67-57A7-4B4B-AA7F-0CAF416F0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5" y="2364"/>
                <a:ext cx="138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Oval 125">
                <a:extLst>
                  <a:ext uri="{FF2B5EF4-FFF2-40B4-BE49-F238E27FC236}">
                    <a16:creationId xmlns:a16="http://schemas.microsoft.com/office/drawing/2014/main" id="{A19CB3F2-947C-456F-B22C-5AB743EFC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7" y="2364"/>
                <a:ext cx="137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Oval 126">
                <a:extLst>
                  <a:ext uri="{FF2B5EF4-FFF2-40B4-BE49-F238E27FC236}">
                    <a16:creationId xmlns:a16="http://schemas.microsoft.com/office/drawing/2014/main" id="{6CCE9008-1229-43A9-AD0A-FCEC4B5DF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0" y="2364"/>
                <a:ext cx="121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Oval 127">
                <a:extLst>
                  <a:ext uri="{FF2B5EF4-FFF2-40B4-BE49-F238E27FC236}">
                    <a16:creationId xmlns:a16="http://schemas.microsoft.com/office/drawing/2014/main" id="{0FFE045A-0AE0-43B5-B615-2E043F729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4" y="2364"/>
                <a:ext cx="121" cy="7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Rectangle 128">
                <a:extLst>
                  <a:ext uri="{FF2B5EF4-FFF2-40B4-BE49-F238E27FC236}">
                    <a16:creationId xmlns:a16="http://schemas.microsoft.com/office/drawing/2014/main" id="{D53B6A28-6A7F-43F7-92F9-395013835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269"/>
                <a:ext cx="923" cy="382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Oval 129">
                <a:extLst>
                  <a:ext uri="{FF2B5EF4-FFF2-40B4-BE49-F238E27FC236}">
                    <a16:creationId xmlns:a16="http://schemas.microsoft.com/office/drawing/2014/main" id="{75B3ED24-D9D3-4F66-8902-5E877AEF0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1347"/>
                <a:ext cx="85" cy="86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Rectangle 130">
                <a:extLst>
                  <a:ext uri="{FF2B5EF4-FFF2-40B4-BE49-F238E27FC236}">
                    <a16:creationId xmlns:a16="http://schemas.microsoft.com/office/drawing/2014/main" id="{904AB6C6-70D5-498D-A766-AD4BAA254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1359"/>
                <a:ext cx="299" cy="17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Rectangle 131">
                <a:extLst>
                  <a:ext uri="{FF2B5EF4-FFF2-40B4-BE49-F238E27FC236}">
                    <a16:creationId xmlns:a16="http://schemas.microsoft.com/office/drawing/2014/main" id="{7DE17A0B-D692-4938-A87E-9726142B9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1397"/>
                <a:ext cx="583" cy="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Oval 132">
                <a:extLst>
                  <a:ext uri="{FF2B5EF4-FFF2-40B4-BE49-F238E27FC236}">
                    <a16:creationId xmlns:a16="http://schemas.microsoft.com/office/drawing/2014/main" id="{2DBC82F2-0AF4-40F3-9E31-FF09658B8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1478"/>
                <a:ext cx="85" cy="88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Rectangle 133">
                <a:extLst>
                  <a:ext uri="{FF2B5EF4-FFF2-40B4-BE49-F238E27FC236}">
                    <a16:creationId xmlns:a16="http://schemas.microsoft.com/office/drawing/2014/main" id="{248B1636-AA97-462A-918A-4D9385494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1492"/>
                <a:ext cx="154" cy="17"/>
              </a:xfrm>
              <a:prstGeom prst="rect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Rectangle 134">
                <a:extLst>
                  <a:ext uri="{FF2B5EF4-FFF2-40B4-BE49-F238E27FC236}">
                    <a16:creationId xmlns:a16="http://schemas.microsoft.com/office/drawing/2014/main" id="{48A9B9F4-55B7-424F-99AA-CDDC28056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1530"/>
                <a:ext cx="583" cy="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Rectangle 135">
                <a:extLst>
                  <a:ext uri="{FF2B5EF4-FFF2-40B4-BE49-F238E27FC236}">
                    <a16:creationId xmlns:a16="http://schemas.microsoft.com/office/drawing/2014/main" id="{6BA04C88-1749-4BCB-A217-63A4DFE8C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5" y="775"/>
                <a:ext cx="1459" cy="1665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136">
                <a:extLst>
                  <a:ext uri="{FF2B5EF4-FFF2-40B4-BE49-F238E27FC236}">
                    <a16:creationId xmlns:a16="http://schemas.microsoft.com/office/drawing/2014/main" id="{E05EC4F8-B12C-4C4E-AC23-99CE0DD9E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2" y="772"/>
                <a:ext cx="1464" cy="1670"/>
              </a:xfrm>
              <a:custGeom>
                <a:avLst/>
                <a:gdLst>
                  <a:gd name="T0" fmla="*/ 616 w 617"/>
                  <a:gd name="T1" fmla="*/ 702 h 703"/>
                  <a:gd name="T2" fmla="*/ 616 w 617"/>
                  <a:gd name="T3" fmla="*/ 699 h 703"/>
                  <a:gd name="T4" fmla="*/ 615 w 617"/>
                  <a:gd name="T5" fmla="*/ 689 h 703"/>
                  <a:gd name="T6" fmla="*/ 615 w 617"/>
                  <a:gd name="T7" fmla="*/ 651 h 703"/>
                  <a:gd name="T8" fmla="*/ 615 w 617"/>
                  <a:gd name="T9" fmla="*/ 508 h 703"/>
                  <a:gd name="T10" fmla="*/ 615 w 617"/>
                  <a:gd name="T11" fmla="*/ 1 h 703"/>
                  <a:gd name="T12" fmla="*/ 616 w 617"/>
                  <a:gd name="T13" fmla="*/ 2 h 703"/>
                  <a:gd name="T14" fmla="*/ 1 w 617"/>
                  <a:gd name="T15" fmla="*/ 2 h 703"/>
                  <a:gd name="T16" fmla="*/ 1 w 617"/>
                  <a:gd name="T17" fmla="*/ 2 h 703"/>
                  <a:gd name="T18" fmla="*/ 2 w 617"/>
                  <a:gd name="T19" fmla="*/ 1 h 703"/>
                  <a:gd name="T20" fmla="*/ 2 w 617"/>
                  <a:gd name="T21" fmla="*/ 702 h 703"/>
                  <a:gd name="T22" fmla="*/ 1 w 617"/>
                  <a:gd name="T23" fmla="*/ 702 h 703"/>
                  <a:gd name="T24" fmla="*/ 447 w 617"/>
                  <a:gd name="T25" fmla="*/ 702 h 703"/>
                  <a:gd name="T26" fmla="*/ 571 w 617"/>
                  <a:gd name="T27" fmla="*/ 702 h 703"/>
                  <a:gd name="T28" fmla="*/ 604 w 617"/>
                  <a:gd name="T29" fmla="*/ 702 h 703"/>
                  <a:gd name="T30" fmla="*/ 616 w 617"/>
                  <a:gd name="T31" fmla="*/ 702 h 703"/>
                  <a:gd name="T32" fmla="*/ 604 w 617"/>
                  <a:gd name="T33" fmla="*/ 703 h 703"/>
                  <a:gd name="T34" fmla="*/ 572 w 617"/>
                  <a:gd name="T35" fmla="*/ 703 h 703"/>
                  <a:gd name="T36" fmla="*/ 447 w 617"/>
                  <a:gd name="T37" fmla="*/ 703 h 703"/>
                  <a:gd name="T38" fmla="*/ 1 w 617"/>
                  <a:gd name="T39" fmla="*/ 703 h 703"/>
                  <a:gd name="T40" fmla="*/ 0 w 617"/>
                  <a:gd name="T41" fmla="*/ 703 h 703"/>
                  <a:gd name="T42" fmla="*/ 0 w 617"/>
                  <a:gd name="T43" fmla="*/ 702 h 703"/>
                  <a:gd name="T44" fmla="*/ 0 w 617"/>
                  <a:gd name="T45" fmla="*/ 1 h 703"/>
                  <a:gd name="T46" fmla="*/ 0 w 617"/>
                  <a:gd name="T47" fmla="*/ 0 h 703"/>
                  <a:gd name="T48" fmla="*/ 1 w 617"/>
                  <a:gd name="T49" fmla="*/ 0 h 703"/>
                  <a:gd name="T50" fmla="*/ 1 w 617"/>
                  <a:gd name="T51" fmla="*/ 0 h 703"/>
                  <a:gd name="T52" fmla="*/ 616 w 617"/>
                  <a:gd name="T53" fmla="*/ 0 h 703"/>
                  <a:gd name="T54" fmla="*/ 617 w 617"/>
                  <a:gd name="T55" fmla="*/ 0 h 703"/>
                  <a:gd name="T56" fmla="*/ 617 w 617"/>
                  <a:gd name="T57" fmla="*/ 1 h 703"/>
                  <a:gd name="T58" fmla="*/ 616 w 617"/>
                  <a:gd name="T59" fmla="*/ 509 h 703"/>
                  <a:gd name="T60" fmla="*/ 616 w 617"/>
                  <a:gd name="T61" fmla="*/ 652 h 703"/>
                  <a:gd name="T62" fmla="*/ 616 w 617"/>
                  <a:gd name="T63" fmla="*/ 690 h 703"/>
                  <a:gd name="T64" fmla="*/ 616 w 617"/>
                  <a:gd name="T65" fmla="*/ 699 h 703"/>
                  <a:gd name="T66" fmla="*/ 616 w 617"/>
                  <a:gd name="T67" fmla="*/ 702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17" h="703">
                    <a:moveTo>
                      <a:pt x="616" y="702"/>
                    </a:moveTo>
                    <a:cubicBezTo>
                      <a:pt x="616" y="702"/>
                      <a:pt x="616" y="701"/>
                      <a:pt x="616" y="699"/>
                    </a:cubicBezTo>
                    <a:cubicBezTo>
                      <a:pt x="616" y="697"/>
                      <a:pt x="616" y="694"/>
                      <a:pt x="615" y="689"/>
                    </a:cubicBezTo>
                    <a:cubicBezTo>
                      <a:pt x="615" y="681"/>
                      <a:pt x="615" y="668"/>
                      <a:pt x="615" y="651"/>
                    </a:cubicBezTo>
                    <a:cubicBezTo>
                      <a:pt x="615" y="618"/>
                      <a:pt x="615" y="570"/>
                      <a:pt x="615" y="508"/>
                    </a:cubicBezTo>
                    <a:cubicBezTo>
                      <a:pt x="615" y="385"/>
                      <a:pt x="615" y="210"/>
                      <a:pt x="615" y="1"/>
                    </a:cubicBezTo>
                    <a:cubicBezTo>
                      <a:pt x="616" y="2"/>
                      <a:pt x="616" y="2"/>
                      <a:pt x="616" y="2"/>
                    </a:cubicBezTo>
                    <a:cubicBezTo>
                      <a:pt x="435" y="2"/>
                      <a:pt x="224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60"/>
                      <a:pt x="2" y="501"/>
                      <a:pt x="2" y="702"/>
                    </a:cubicBezTo>
                    <a:cubicBezTo>
                      <a:pt x="1" y="702"/>
                      <a:pt x="1" y="702"/>
                      <a:pt x="1" y="702"/>
                    </a:cubicBezTo>
                    <a:cubicBezTo>
                      <a:pt x="186" y="702"/>
                      <a:pt x="339" y="702"/>
                      <a:pt x="447" y="702"/>
                    </a:cubicBezTo>
                    <a:cubicBezTo>
                      <a:pt x="501" y="702"/>
                      <a:pt x="543" y="702"/>
                      <a:pt x="571" y="702"/>
                    </a:cubicBezTo>
                    <a:cubicBezTo>
                      <a:pt x="586" y="702"/>
                      <a:pt x="597" y="702"/>
                      <a:pt x="604" y="702"/>
                    </a:cubicBezTo>
                    <a:cubicBezTo>
                      <a:pt x="612" y="702"/>
                      <a:pt x="616" y="702"/>
                      <a:pt x="616" y="702"/>
                    </a:cubicBezTo>
                    <a:cubicBezTo>
                      <a:pt x="616" y="702"/>
                      <a:pt x="612" y="702"/>
                      <a:pt x="604" y="703"/>
                    </a:cubicBezTo>
                    <a:cubicBezTo>
                      <a:pt x="597" y="703"/>
                      <a:pt x="586" y="703"/>
                      <a:pt x="572" y="703"/>
                    </a:cubicBezTo>
                    <a:cubicBezTo>
                      <a:pt x="543" y="703"/>
                      <a:pt x="501" y="703"/>
                      <a:pt x="447" y="703"/>
                    </a:cubicBezTo>
                    <a:cubicBezTo>
                      <a:pt x="340" y="703"/>
                      <a:pt x="186" y="703"/>
                      <a:pt x="1" y="703"/>
                    </a:cubicBezTo>
                    <a:cubicBezTo>
                      <a:pt x="0" y="703"/>
                      <a:pt x="0" y="703"/>
                      <a:pt x="0" y="703"/>
                    </a:cubicBezTo>
                    <a:cubicBezTo>
                      <a:pt x="0" y="702"/>
                      <a:pt x="0" y="702"/>
                      <a:pt x="0" y="702"/>
                    </a:cubicBezTo>
                    <a:cubicBezTo>
                      <a:pt x="0" y="501"/>
                      <a:pt x="0" y="26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24" y="0"/>
                      <a:pt x="435" y="0"/>
                      <a:pt x="616" y="0"/>
                    </a:cubicBezTo>
                    <a:cubicBezTo>
                      <a:pt x="617" y="0"/>
                      <a:pt x="617" y="0"/>
                      <a:pt x="617" y="0"/>
                    </a:cubicBezTo>
                    <a:cubicBezTo>
                      <a:pt x="617" y="1"/>
                      <a:pt x="617" y="1"/>
                      <a:pt x="617" y="1"/>
                    </a:cubicBezTo>
                    <a:cubicBezTo>
                      <a:pt x="616" y="210"/>
                      <a:pt x="616" y="386"/>
                      <a:pt x="616" y="509"/>
                    </a:cubicBezTo>
                    <a:cubicBezTo>
                      <a:pt x="616" y="570"/>
                      <a:pt x="616" y="619"/>
                      <a:pt x="616" y="652"/>
                    </a:cubicBezTo>
                    <a:cubicBezTo>
                      <a:pt x="616" y="668"/>
                      <a:pt x="616" y="681"/>
                      <a:pt x="616" y="690"/>
                    </a:cubicBezTo>
                    <a:cubicBezTo>
                      <a:pt x="616" y="694"/>
                      <a:pt x="616" y="697"/>
                      <a:pt x="616" y="699"/>
                    </a:cubicBezTo>
                    <a:cubicBezTo>
                      <a:pt x="616" y="701"/>
                      <a:pt x="616" y="702"/>
                      <a:pt x="616" y="70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Rectangle 137">
                <a:extLst>
                  <a:ext uri="{FF2B5EF4-FFF2-40B4-BE49-F238E27FC236}">
                    <a16:creationId xmlns:a16="http://schemas.microsoft.com/office/drawing/2014/main" id="{A877E737-DE20-4A74-9865-089C6795F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1" y="908"/>
                <a:ext cx="1182" cy="947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Rectangle 138">
                <a:extLst>
                  <a:ext uri="{FF2B5EF4-FFF2-40B4-BE49-F238E27FC236}">
                    <a16:creationId xmlns:a16="http://schemas.microsoft.com/office/drawing/2014/main" id="{74EF8C5E-7148-4687-B3C9-33FF688D8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1687"/>
                <a:ext cx="38" cy="12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Rectangle 139">
                <a:extLst>
                  <a:ext uri="{FF2B5EF4-FFF2-40B4-BE49-F238E27FC236}">
                    <a16:creationId xmlns:a16="http://schemas.microsoft.com/office/drawing/2014/main" id="{D0A09BA1-1EB1-4710-B14A-682730449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2" y="1749"/>
                <a:ext cx="50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Rectangle 140">
                <a:extLst>
                  <a:ext uri="{FF2B5EF4-FFF2-40B4-BE49-F238E27FC236}">
                    <a16:creationId xmlns:a16="http://schemas.microsoft.com/office/drawing/2014/main" id="{CC8E26B0-3C87-4DB1-BBB3-76CE59F52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5" y="1749"/>
                <a:ext cx="50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Rectangle 141">
                <a:extLst>
                  <a:ext uri="{FF2B5EF4-FFF2-40B4-BE49-F238E27FC236}">
                    <a16:creationId xmlns:a16="http://schemas.microsoft.com/office/drawing/2014/main" id="{827DE158-541B-4FB6-A297-3399FB681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6" y="1749"/>
                <a:ext cx="50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Rectangle 142">
                <a:extLst>
                  <a:ext uri="{FF2B5EF4-FFF2-40B4-BE49-F238E27FC236}">
                    <a16:creationId xmlns:a16="http://schemas.microsoft.com/office/drawing/2014/main" id="{D4982D7E-6D28-4085-B394-B8AF434B7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" y="1749"/>
                <a:ext cx="50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Rectangle 143">
                <a:extLst>
                  <a:ext uri="{FF2B5EF4-FFF2-40B4-BE49-F238E27FC236}">
                    <a16:creationId xmlns:a16="http://schemas.microsoft.com/office/drawing/2014/main" id="{D167198D-8762-4A5A-A8FD-D0A84FFB6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2" y="1749"/>
                <a:ext cx="50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Rectangle 144">
                <a:extLst>
                  <a:ext uri="{FF2B5EF4-FFF2-40B4-BE49-F238E27FC236}">
                    <a16:creationId xmlns:a16="http://schemas.microsoft.com/office/drawing/2014/main" id="{2503462A-065C-4B27-B82A-507D55972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6" y="1749"/>
                <a:ext cx="49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Rectangle 145">
                <a:extLst>
                  <a:ext uri="{FF2B5EF4-FFF2-40B4-BE49-F238E27FC236}">
                    <a16:creationId xmlns:a16="http://schemas.microsoft.com/office/drawing/2014/main" id="{537A1402-19F6-4CC0-AA16-93B7B0FBE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1540"/>
                <a:ext cx="38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Rectangle 146">
                <a:extLst>
                  <a:ext uri="{FF2B5EF4-FFF2-40B4-BE49-F238E27FC236}">
                    <a16:creationId xmlns:a16="http://schemas.microsoft.com/office/drawing/2014/main" id="{C261A8CE-3529-4714-AADA-5A9F96EE9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1257"/>
                <a:ext cx="38" cy="12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Rectangle 147">
                <a:extLst>
                  <a:ext uri="{FF2B5EF4-FFF2-40B4-BE49-F238E27FC236}">
                    <a16:creationId xmlns:a16="http://schemas.microsoft.com/office/drawing/2014/main" id="{CA97A6D4-04B4-44AF-BB10-3C568FBEB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1117"/>
                <a:ext cx="38" cy="9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Rectangle 148">
                <a:extLst>
                  <a:ext uri="{FF2B5EF4-FFF2-40B4-BE49-F238E27FC236}">
                    <a16:creationId xmlns:a16="http://schemas.microsoft.com/office/drawing/2014/main" id="{37F60986-2730-4C5C-A4FD-1F67961F1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7" y="1397"/>
                <a:ext cx="37" cy="12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149">
                <a:extLst>
                  <a:ext uri="{FF2B5EF4-FFF2-40B4-BE49-F238E27FC236}">
                    <a16:creationId xmlns:a16="http://schemas.microsoft.com/office/drawing/2014/main" id="{A09A7CD6-BBD2-43BD-A81A-31C8BBF06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1" y="1029"/>
                <a:ext cx="942" cy="672"/>
              </a:xfrm>
              <a:custGeom>
                <a:avLst/>
                <a:gdLst>
                  <a:gd name="T0" fmla="*/ 397 w 397"/>
                  <a:gd name="T1" fmla="*/ 282 h 283"/>
                  <a:gd name="T2" fmla="*/ 395 w 397"/>
                  <a:gd name="T3" fmla="*/ 282 h 283"/>
                  <a:gd name="T4" fmla="*/ 390 w 397"/>
                  <a:gd name="T5" fmla="*/ 282 h 283"/>
                  <a:gd name="T6" fmla="*/ 370 w 397"/>
                  <a:gd name="T7" fmla="*/ 283 h 283"/>
                  <a:gd name="T8" fmla="*/ 298 w 397"/>
                  <a:gd name="T9" fmla="*/ 283 h 283"/>
                  <a:gd name="T10" fmla="*/ 58 w 397"/>
                  <a:gd name="T11" fmla="*/ 283 h 283"/>
                  <a:gd name="T12" fmla="*/ 1 w 397"/>
                  <a:gd name="T13" fmla="*/ 283 h 283"/>
                  <a:gd name="T14" fmla="*/ 0 w 397"/>
                  <a:gd name="T15" fmla="*/ 283 h 283"/>
                  <a:gd name="T16" fmla="*/ 0 w 397"/>
                  <a:gd name="T17" fmla="*/ 282 h 283"/>
                  <a:gd name="T18" fmla="*/ 0 w 397"/>
                  <a:gd name="T19" fmla="*/ 81 h 283"/>
                  <a:gd name="T20" fmla="*/ 0 w 397"/>
                  <a:gd name="T21" fmla="*/ 21 h 283"/>
                  <a:gd name="T22" fmla="*/ 1 w 397"/>
                  <a:gd name="T23" fmla="*/ 5 h 283"/>
                  <a:gd name="T24" fmla="*/ 1 w 397"/>
                  <a:gd name="T25" fmla="*/ 1 h 283"/>
                  <a:gd name="T26" fmla="*/ 1 w 397"/>
                  <a:gd name="T27" fmla="*/ 0 h 283"/>
                  <a:gd name="T28" fmla="*/ 1 w 397"/>
                  <a:gd name="T29" fmla="*/ 1 h 283"/>
                  <a:gd name="T30" fmla="*/ 1 w 397"/>
                  <a:gd name="T31" fmla="*/ 5 h 283"/>
                  <a:gd name="T32" fmla="*/ 1 w 397"/>
                  <a:gd name="T33" fmla="*/ 21 h 283"/>
                  <a:gd name="T34" fmla="*/ 2 w 397"/>
                  <a:gd name="T35" fmla="*/ 81 h 283"/>
                  <a:gd name="T36" fmla="*/ 2 w 397"/>
                  <a:gd name="T37" fmla="*/ 282 h 283"/>
                  <a:gd name="T38" fmla="*/ 1 w 397"/>
                  <a:gd name="T39" fmla="*/ 281 h 283"/>
                  <a:gd name="T40" fmla="*/ 58 w 397"/>
                  <a:gd name="T41" fmla="*/ 281 h 283"/>
                  <a:gd name="T42" fmla="*/ 298 w 397"/>
                  <a:gd name="T43" fmla="*/ 281 h 283"/>
                  <a:gd name="T44" fmla="*/ 370 w 397"/>
                  <a:gd name="T45" fmla="*/ 282 h 283"/>
                  <a:gd name="T46" fmla="*/ 390 w 397"/>
                  <a:gd name="T47" fmla="*/ 282 h 283"/>
                  <a:gd name="T48" fmla="*/ 395 w 397"/>
                  <a:gd name="T49" fmla="*/ 282 h 283"/>
                  <a:gd name="T50" fmla="*/ 397 w 397"/>
                  <a:gd name="T51" fmla="*/ 282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97" h="283">
                    <a:moveTo>
                      <a:pt x="397" y="282"/>
                    </a:moveTo>
                    <a:cubicBezTo>
                      <a:pt x="397" y="282"/>
                      <a:pt x="396" y="282"/>
                      <a:pt x="395" y="282"/>
                    </a:cubicBezTo>
                    <a:cubicBezTo>
                      <a:pt x="394" y="282"/>
                      <a:pt x="392" y="282"/>
                      <a:pt x="390" y="282"/>
                    </a:cubicBezTo>
                    <a:cubicBezTo>
                      <a:pt x="385" y="282"/>
                      <a:pt x="379" y="283"/>
                      <a:pt x="370" y="283"/>
                    </a:cubicBezTo>
                    <a:cubicBezTo>
                      <a:pt x="353" y="283"/>
                      <a:pt x="328" y="283"/>
                      <a:pt x="298" y="283"/>
                    </a:cubicBezTo>
                    <a:cubicBezTo>
                      <a:pt x="236" y="283"/>
                      <a:pt x="151" y="283"/>
                      <a:pt x="58" y="283"/>
                    </a:cubicBezTo>
                    <a:cubicBezTo>
                      <a:pt x="38" y="283"/>
                      <a:pt x="19" y="283"/>
                      <a:pt x="1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02"/>
                      <a:pt x="0" y="131"/>
                      <a:pt x="0" y="81"/>
                    </a:cubicBezTo>
                    <a:cubicBezTo>
                      <a:pt x="0" y="56"/>
                      <a:pt x="0" y="35"/>
                      <a:pt x="0" y="21"/>
                    </a:cubicBezTo>
                    <a:cubicBezTo>
                      <a:pt x="1" y="14"/>
                      <a:pt x="1" y="9"/>
                      <a:pt x="1" y="5"/>
                    </a:cubicBezTo>
                    <a:cubicBezTo>
                      <a:pt x="1" y="4"/>
                      <a:pt x="1" y="2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2"/>
                      <a:pt x="1" y="4"/>
                      <a:pt x="1" y="5"/>
                    </a:cubicBezTo>
                    <a:cubicBezTo>
                      <a:pt x="1" y="9"/>
                      <a:pt x="1" y="14"/>
                      <a:pt x="1" y="21"/>
                    </a:cubicBezTo>
                    <a:cubicBezTo>
                      <a:pt x="1" y="35"/>
                      <a:pt x="1" y="56"/>
                      <a:pt x="2" y="81"/>
                    </a:cubicBezTo>
                    <a:cubicBezTo>
                      <a:pt x="2" y="131"/>
                      <a:pt x="2" y="202"/>
                      <a:pt x="2" y="282"/>
                    </a:cubicBezTo>
                    <a:cubicBezTo>
                      <a:pt x="1" y="281"/>
                      <a:pt x="1" y="281"/>
                      <a:pt x="1" y="281"/>
                    </a:cubicBezTo>
                    <a:cubicBezTo>
                      <a:pt x="19" y="281"/>
                      <a:pt x="38" y="281"/>
                      <a:pt x="58" y="281"/>
                    </a:cubicBezTo>
                    <a:cubicBezTo>
                      <a:pt x="151" y="281"/>
                      <a:pt x="236" y="281"/>
                      <a:pt x="298" y="281"/>
                    </a:cubicBezTo>
                    <a:cubicBezTo>
                      <a:pt x="328" y="282"/>
                      <a:pt x="353" y="282"/>
                      <a:pt x="370" y="282"/>
                    </a:cubicBezTo>
                    <a:cubicBezTo>
                      <a:pt x="379" y="282"/>
                      <a:pt x="385" y="282"/>
                      <a:pt x="390" y="282"/>
                    </a:cubicBezTo>
                    <a:cubicBezTo>
                      <a:pt x="392" y="282"/>
                      <a:pt x="394" y="282"/>
                      <a:pt x="395" y="282"/>
                    </a:cubicBezTo>
                    <a:cubicBezTo>
                      <a:pt x="396" y="282"/>
                      <a:pt x="397" y="282"/>
                      <a:pt x="397" y="28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Oval 150">
                <a:extLst>
                  <a:ext uri="{FF2B5EF4-FFF2-40B4-BE49-F238E27FC236}">
                    <a16:creationId xmlns:a16="http://schemas.microsoft.com/office/drawing/2014/main" id="{0060A0C4-EB5C-4EE3-9271-E55DF5797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402"/>
                <a:ext cx="914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Oval 151">
                <a:extLst>
                  <a:ext uri="{FF2B5EF4-FFF2-40B4-BE49-F238E27FC236}">
                    <a16:creationId xmlns:a16="http://schemas.microsoft.com/office/drawing/2014/main" id="{CBCD2232-4A4A-4E87-9FD1-9548C01F9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262"/>
                <a:ext cx="914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Oval 152">
                <a:extLst>
                  <a:ext uri="{FF2B5EF4-FFF2-40B4-BE49-F238E27FC236}">
                    <a16:creationId xmlns:a16="http://schemas.microsoft.com/office/drawing/2014/main" id="{48F7B2E1-7C51-4E05-9EF6-9FDAA870B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119"/>
                <a:ext cx="914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Oval 153">
                <a:extLst>
                  <a:ext uri="{FF2B5EF4-FFF2-40B4-BE49-F238E27FC236}">
                    <a16:creationId xmlns:a16="http://schemas.microsoft.com/office/drawing/2014/main" id="{57DBF800-0E02-4C65-AB85-6A18C4343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542"/>
                <a:ext cx="914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154">
                <a:extLst>
                  <a:ext uri="{FF2B5EF4-FFF2-40B4-BE49-F238E27FC236}">
                    <a16:creationId xmlns:a16="http://schemas.microsoft.com/office/drawing/2014/main" id="{DDF528C7-67E8-4825-9904-9120F5112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1" y="1038"/>
                <a:ext cx="892" cy="630"/>
              </a:xfrm>
              <a:custGeom>
                <a:avLst/>
                <a:gdLst>
                  <a:gd name="T0" fmla="*/ 0 w 376"/>
                  <a:gd name="T1" fmla="*/ 265 h 265"/>
                  <a:gd name="T2" fmla="*/ 0 w 376"/>
                  <a:gd name="T3" fmla="*/ 213 h 265"/>
                  <a:gd name="T4" fmla="*/ 32 w 376"/>
                  <a:gd name="T5" fmla="*/ 162 h 265"/>
                  <a:gd name="T6" fmla="*/ 55 w 376"/>
                  <a:gd name="T7" fmla="*/ 179 h 265"/>
                  <a:gd name="T8" fmla="*/ 100 w 376"/>
                  <a:gd name="T9" fmla="*/ 108 h 265"/>
                  <a:gd name="T10" fmla="*/ 127 w 376"/>
                  <a:gd name="T11" fmla="*/ 127 h 265"/>
                  <a:gd name="T12" fmla="*/ 164 w 376"/>
                  <a:gd name="T13" fmla="*/ 62 h 265"/>
                  <a:gd name="T14" fmla="*/ 195 w 376"/>
                  <a:gd name="T15" fmla="*/ 87 h 265"/>
                  <a:gd name="T16" fmla="*/ 240 w 376"/>
                  <a:gd name="T17" fmla="*/ 0 h 265"/>
                  <a:gd name="T18" fmla="*/ 289 w 376"/>
                  <a:gd name="T19" fmla="*/ 97 h 265"/>
                  <a:gd name="T20" fmla="*/ 329 w 376"/>
                  <a:gd name="T21" fmla="*/ 48 h 265"/>
                  <a:gd name="T22" fmla="*/ 376 w 376"/>
                  <a:gd name="T23" fmla="*/ 35 h 265"/>
                  <a:gd name="T24" fmla="*/ 376 w 376"/>
                  <a:gd name="T25" fmla="*/ 265 h 265"/>
                  <a:gd name="T26" fmla="*/ 0 w 376"/>
                  <a:gd name="T27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6" h="265">
                    <a:moveTo>
                      <a:pt x="0" y="265"/>
                    </a:moveTo>
                    <a:cubicBezTo>
                      <a:pt x="0" y="256"/>
                      <a:pt x="0" y="213"/>
                      <a:pt x="0" y="213"/>
                    </a:cubicBezTo>
                    <a:cubicBezTo>
                      <a:pt x="32" y="162"/>
                      <a:pt x="32" y="162"/>
                      <a:pt x="32" y="162"/>
                    </a:cubicBezTo>
                    <a:cubicBezTo>
                      <a:pt x="55" y="179"/>
                      <a:pt x="55" y="179"/>
                      <a:pt x="55" y="179"/>
                    </a:cubicBezTo>
                    <a:cubicBezTo>
                      <a:pt x="100" y="108"/>
                      <a:pt x="100" y="108"/>
                      <a:pt x="100" y="108"/>
                    </a:cubicBezTo>
                    <a:cubicBezTo>
                      <a:pt x="127" y="127"/>
                      <a:pt x="127" y="127"/>
                      <a:pt x="127" y="127"/>
                    </a:cubicBezTo>
                    <a:cubicBezTo>
                      <a:pt x="164" y="62"/>
                      <a:pt x="164" y="62"/>
                      <a:pt x="164" y="62"/>
                    </a:cubicBezTo>
                    <a:cubicBezTo>
                      <a:pt x="195" y="87"/>
                      <a:pt x="195" y="87"/>
                      <a:pt x="195" y="87"/>
                    </a:cubicBezTo>
                    <a:cubicBezTo>
                      <a:pt x="240" y="0"/>
                      <a:pt x="240" y="0"/>
                      <a:pt x="240" y="0"/>
                    </a:cubicBezTo>
                    <a:cubicBezTo>
                      <a:pt x="289" y="97"/>
                      <a:pt x="289" y="97"/>
                      <a:pt x="289" y="97"/>
                    </a:cubicBezTo>
                    <a:cubicBezTo>
                      <a:pt x="329" y="48"/>
                      <a:pt x="329" y="48"/>
                      <a:pt x="329" y="48"/>
                    </a:cubicBezTo>
                    <a:cubicBezTo>
                      <a:pt x="376" y="35"/>
                      <a:pt x="376" y="35"/>
                      <a:pt x="376" y="35"/>
                    </a:cubicBezTo>
                    <a:cubicBezTo>
                      <a:pt x="376" y="265"/>
                      <a:pt x="376" y="265"/>
                      <a:pt x="376" y="265"/>
                    </a:cubicBezTo>
                    <a:lnTo>
                      <a:pt x="0" y="265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155">
                <a:extLst>
                  <a:ext uri="{FF2B5EF4-FFF2-40B4-BE49-F238E27FC236}">
                    <a16:creationId xmlns:a16="http://schemas.microsoft.com/office/drawing/2014/main" id="{F65E28C4-12EC-4766-89BB-6E6ECB7A2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1" y="1076"/>
                <a:ext cx="904" cy="509"/>
              </a:xfrm>
              <a:custGeom>
                <a:avLst/>
                <a:gdLst>
                  <a:gd name="T0" fmla="*/ 381 w 381"/>
                  <a:gd name="T1" fmla="*/ 0 h 214"/>
                  <a:gd name="T2" fmla="*/ 380 w 381"/>
                  <a:gd name="T3" fmla="*/ 1 h 214"/>
                  <a:gd name="T4" fmla="*/ 377 w 381"/>
                  <a:gd name="T5" fmla="*/ 1 h 214"/>
                  <a:gd name="T6" fmla="*/ 368 w 381"/>
                  <a:gd name="T7" fmla="*/ 1 h 214"/>
                  <a:gd name="T8" fmla="*/ 332 w 381"/>
                  <a:gd name="T9" fmla="*/ 1 h 214"/>
                  <a:gd name="T10" fmla="*/ 332 w 381"/>
                  <a:gd name="T11" fmla="*/ 1 h 214"/>
                  <a:gd name="T12" fmla="*/ 294 w 381"/>
                  <a:gd name="T13" fmla="*/ 51 h 214"/>
                  <a:gd name="T14" fmla="*/ 294 w 381"/>
                  <a:gd name="T15" fmla="*/ 51 h 214"/>
                  <a:gd name="T16" fmla="*/ 293 w 381"/>
                  <a:gd name="T17" fmla="*/ 51 h 214"/>
                  <a:gd name="T18" fmla="*/ 197 w 381"/>
                  <a:gd name="T19" fmla="*/ 52 h 214"/>
                  <a:gd name="T20" fmla="*/ 198 w 381"/>
                  <a:gd name="T21" fmla="*/ 51 h 214"/>
                  <a:gd name="T22" fmla="*/ 158 w 381"/>
                  <a:gd name="T23" fmla="*/ 119 h 214"/>
                  <a:gd name="T24" fmla="*/ 118 w 381"/>
                  <a:gd name="T25" fmla="*/ 185 h 214"/>
                  <a:gd name="T26" fmla="*/ 117 w 381"/>
                  <a:gd name="T27" fmla="*/ 186 h 214"/>
                  <a:gd name="T28" fmla="*/ 116 w 381"/>
                  <a:gd name="T29" fmla="*/ 185 h 214"/>
                  <a:gd name="T30" fmla="*/ 64 w 381"/>
                  <a:gd name="T31" fmla="*/ 113 h 214"/>
                  <a:gd name="T32" fmla="*/ 65 w 381"/>
                  <a:gd name="T33" fmla="*/ 113 h 214"/>
                  <a:gd name="T34" fmla="*/ 18 w 381"/>
                  <a:gd name="T35" fmla="*/ 187 h 214"/>
                  <a:gd name="T36" fmla="*/ 4 w 381"/>
                  <a:gd name="T37" fmla="*/ 207 h 214"/>
                  <a:gd name="T38" fmla="*/ 1 w 381"/>
                  <a:gd name="T39" fmla="*/ 213 h 214"/>
                  <a:gd name="T40" fmla="*/ 0 w 381"/>
                  <a:gd name="T41" fmla="*/ 214 h 214"/>
                  <a:gd name="T42" fmla="*/ 1 w 381"/>
                  <a:gd name="T43" fmla="*/ 213 h 214"/>
                  <a:gd name="T44" fmla="*/ 4 w 381"/>
                  <a:gd name="T45" fmla="*/ 207 h 214"/>
                  <a:gd name="T46" fmla="*/ 17 w 381"/>
                  <a:gd name="T47" fmla="*/ 186 h 214"/>
                  <a:gd name="T48" fmla="*/ 64 w 381"/>
                  <a:gd name="T49" fmla="*/ 112 h 214"/>
                  <a:gd name="T50" fmla="*/ 65 w 381"/>
                  <a:gd name="T51" fmla="*/ 111 h 214"/>
                  <a:gd name="T52" fmla="*/ 65 w 381"/>
                  <a:gd name="T53" fmla="*/ 112 h 214"/>
                  <a:gd name="T54" fmla="*/ 118 w 381"/>
                  <a:gd name="T55" fmla="*/ 183 h 214"/>
                  <a:gd name="T56" fmla="*/ 116 w 381"/>
                  <a:gd name="T57" fmla="*/ 183 h 214"/>
                  <a:gd name="T58" fmla="*/ 156 w 381"/>
                  <a:gd name="T59" fmla="*/ 117 h 214"/>
                  <a:gd name="T60" fmla="*/ 196 w 381"/>
                  <a:gd name="T61" fmla="*/ 50 h 214"/>
                  <a:gd name="T62" fmla="*/ 197 w 381"/>
                  <a:gd name="T63" fmla="*/ 50 h 214"/>
                  <a:gd name="T64" fmla="*/ 197 w 381"/>
                  <a:gd name="T65" fmla="*/ 50 h 214"/>
                  <a:gd name="T66" fmla="*/ 293 w 381"/>
                  <a:gd name="T67" fmla="*/ 50 h 214"/>
                  <a:gd name="T68" fmla="*/ 293 w 381"/>
                  <a:gd name="T69" fmla="*/ 50 h 214"/>
                  <a:gd name="T70" fmla="*/ 331 w 381"/>
                  <a:gd name="T71" fmla="*/ 0 h 214"/>
                  <a:gd name="T72" fmla="*/ 332 w 381"/>
                  <a:gd name="T73" fmla="*/ 0 h 214"/>
                  <a:gd name="T74" fmla="*/ 332 w 381"/>
                  <a:gd name="T75" fmla="*/ 0 h 214"/>
                  <a:gd name="T76" fmla="*/ 368 w 381"/>
                  <a:gd name="T77" fmla="*/ 0 h 214"/>
                  <a:gd name="T78" fmla="*/ 377 w 381"/>
                  <a:gd name="T79" fmla="*/ 0 h 214"/>
                  <a:gd name="T80" fmla="*/ 380 w 381"/>
                  <a:gd name="T81" fmla="*/ 0 h 214"/>
                  <a:gd name="T82" fmla="*/ 381 w 381"/>
                  <a:gd name="T83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81" h="214">
                    <a:moveTo>
                      <a:pt x="381" y="0"/>
                    </a:moveTo>
                    <a:cubicBezTo>
                      <a:pt x="381" y="1"/>
                      <a:pt x="380" y="1"/>
                      <a:pt x="380" y="1"/>
                    </a:cubicBezTo>
                    <a:cubicBezTo>
                      <a:pt x="379" y="1"/>
                      <a:pt x="378" y="1"/>
                      <a:pt x="377" y="1"/>
                    </a:cubicBezTo>
                    <a:cubicBezTo>
                      <a:pt x="375" y="1"/>
                      <a:pt x="372" y="1"/>
                      <a:pt x="368" y="1"/>
                    </a:cubicBezTo>
                    <a:cubicBezTo>
                      <a:pt x="359" y="1"/>
                      <a:pt x="347" y="1"/>
                      <a:pt x="332" y="1"/>
                    </a:cubicBezTo>
                    <a:cubicBezTo>
                      <a:pt x="332" y="1"/>
                      <a:pt x="332" y="1"/>
                      <a:pt x="332" y="1"/>
                    </a:cubicBezTo>
                    <a:cubicBezTo>
                      <a:pt x="322" y="15"/>
                      <a:pt x="309" y="32"/>
                      <a:pt x="294" y="51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3" y="51"/>
                      <a:pt x="293" y="51"/>
                      <a:pt x="293" y="51"/>
                    </a:cubicBezTo>
                    <a:cubicBezTo>
                      <a:pt x="265" y="51"/>
                      <a:pt x="233" y="52"/>
                      <a:pt x="197" y="52"/>
                    </a:cubicBezTo>
                    <a:cubicBezTo>
                      <a:pt x="198" y="51"/>
                      <a:pt x="198" y="51"/>
                      <a:pt x="198" y="51"/>
                    </a:cubicBezTo>
                    <a:cubicBezTo>
                      <a:pt x="185" y="72"/>
                      <a:pt x="172" y="95"/>
                      <a:pt x="158" y="119"/>
                    </a:cubicBezTo>
                    <a:cubicBezTo>
                      <a:pt x="144" y="141"/>
                      <a:pt x="130" y="164"/>
                      <a:pt x="118" y="185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116" y="185"/>
                      <a:pt x="116" y="185"/>
                      <a:pt x="116" y="185"/>
                    </a:cubicBezTo>
                    <a:cubicBezTo>
                      <a:pt x="97" y="158"/>
                      <a:pt x="80" y="134"/>
                      <a:pt x="64" y="113"/>
                    </a:cubicBezTo>
                    <a:cubicBezTo>
                      <a:pt x="65" y="113"/>
                      <a:pt x="65" y="113"/>
                      <a:pt x="65" y="113"/>
                    </a:cubicBezTo>
                    <a:cubicBezTo>
                      <a:pt x="46" y="144"/>
                      <a:pt x="29" y="169"/>
                      <a:pt x="18" y="187"/>
                    </a:cubicBezTo>
                    <a:cubicBezTo>
                      <a:pt x="12" y="196"/>
                      <a:pt x="8" y="203"/>
                      <a:pt x="4" y="207"/>
                    </a:cubicBezTo>
                    <a:cubicBezTo>
                      <a:pt x="3" y="210"/>
                      <a:pt x="2" y="211"/>
                      <a:pt x="1" y="213"/>
                    </a:cubicBezTo>
                    <a:cubicBezTo>
                      <a:pt x="0" y="214"/>
                      <a:pt x="0" y="214"/>
                      <a:pt x="0" y="214"/>
                    </a:cubicBezTo>
                    <a:cubicBezTo>
                      <a:pt x="0" y="214"/>
                      <a:pt x="0" y="214"/>
                      <a:pt x="1" y="213"/>
                    </a:cubicBezTo>
                    <a:cubicBezTo>
                      <a:pt x="1" y="211"/>
                      <a:pt x="3" y="209"/>
                      <a:pt x="4" y="207"/>
                    </a:cubicBezTo>
                    <a:cubicBezTo>
                      <a:pt x="7" y="202"/>
                      <a:pt x="11" y="195"/>
                      <a:pt x="17" y="186"/>
                    </a:cubicBezTo>
                    <a:cubicBezTo>
                      <a:pt x="28" y="168"/>
                      <a:pt x="44" y="143"/>
                      <a:pt x="64" y="112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81" y="133"/>
                      <a:pt x="99" y="157"/>
                      <a:pt x="118" y="183"/>
                    </a:cubicBezTo>
                    <a:cubicBezTo>
                      <a:pt x="116" y="183"/>
                      <a:pt x="116" y="183"/>
                      <a:pt x="116" y="183"/>
                    </a:cubicBezTo>
                    <a:cubicBezTo>
                      <a:pt x="129" y="163"/>
                      <a:pt x="142" y="140"/>
                      <a:pt x="156" y="117"/>
                    </a:cubicBezTo>
                    <a:cubicBezTo>
                      <a:pt x="170" y="94"/>
                      <a:pt x="184" y="71"/>
                      <a:pt x="196" y="50"/>
                    </a:cubicBezTo>
                    <a:cubicBezTo>
                      <a:pt x="197" y="50"/>
                      <a:pt x="197" y="50"/>
                      <a:pt x="197" y="50"/>
                    </a:cubicBezTo>
                    <a:cubicBezTo>
                      <a:pt x="197" y="50"/>
                      <a:pt x="197" y="50"/>
                      <a:pt x="197" y="50"/>
                    </a:cubicBezTo>
                    <a:cubicBezTo>
                      <a:pt x="233" y="50"/>
                      <a:pt x="265" y="50"/>
                      <a:pt x="293" y="50"/>
                    </a:cubicBezTo>
                    <a:cubicBezTo>
                      <a:pt x="293" y="50"/>
                      <a:pt x="293" y="50"/>
                      <a:pt x="293" y="50"/>
                    </a:cubicBezTo>
                    <a:cubicBezTo>
                      <a:pt x="308" y="31"/>
                      <a:pt x="321" y="14"/>
                      <a:pt x="331" y="0"/>
                    </a:cubicBezTo>
                    <a:cubicBezTo>
                      <a:pt x="332" y="0"/>
                      <a:pt x="332" y="0"/>
                      <a:pt x="332" y="0"/>
                    </a:cubicBezTo>
                    <a:cubicBezTo>
                      <a:pt x="332" y="0"/>
                      <a:pt x="332" y="0"/>
                      <a:pt x="332" y="0"/>
                    </a:cubicBezTo>
                    <a:cubicBezTo>
                      <a:pt x="347" y="0"/>
                      <a:pt x="359" y="0"/>
                      <a:pt x="368" y="0"/>
                    </a:cubicBezTo>
                    <a:cubicBezTo>
                      <a:pt x="372" y="0"/>
                      <a:pt x="375" y="0"/>
                      <a:pt x="377" y="0"/>
                    </a:cubicBezTo>
                    <a:cubicBezTo>
                      <a:pt x="378" y="0"/>
                      <a:pt x="379" y="0"/>
                      <a:pt x="380" y="0"/>
                    </a:cubicBezTo>
                    <a:cubicBezTo>
                      <a:pt x="380" y="0"/>
                      <a:pt x="381" y="0"/>
                      <a:pt x="381" y="0"/>
                    </a:cubicBezTo>
                    <a:close/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Oval 156">
                <a:extLst>
                  <a:ext uri="{FF2B5EF4-FFF2-40B4-BE49-F238E27FC236}">
                    <a16:creationId xmlns:a16="http://schemas.microsoft.com/office/drawing/2014/main" id="{0717D895-6B6C-4837-9CCF-831ECCA43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" y="1376"/>
                <a:ext cx="17" cy="16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Oval 157">
                <a:extLst>
                  <a:ext uri="{FF2B5EF4-FFF2-40B4-BE49-F238E27FC236}">
                    <a16:creationId xmlns:a16="http://schemas.microsoft.com/office/drawing/2014/main" id="{39F1EE4E-C8E6-461F-BDB9-B54618216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8" y="1226"/>
                <a:ext cx="16" cy="17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Oval 158">
                <a:extLst>
                  <a:ext uri="{FF2B5EF4-FFF2-40B4-BE49-F238E27FC236}">
                    <a16:creationId xmlns:a16="http://schemas.microsoft.com/office/drawing/2014/main" id="{DC52F5A8-E7B2-48BF-84C0-E775EF6B5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2" y="1188"/>
                <a:ext cx="19" cy="17"/>
              </a:xfrm>
              <a:prstGeom prst="ellipse">
                <a:avLst/>
              </a:pr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Oval 159">
                <a:extLst>
                  <a:ext uri="{FF2B5EF4-FFF2-40B4-BE49-F238E27FC236}">
                    <a16:creationId xmlns:a16="http://schemas.microsoft.com/office/drawing/2014/main" id="{31954C2E-70A5-4E24-A200-2A5E7CB4B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5" y="1996"/>
                <a:ext cx="1116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Oval 160">
                <a:extLst>
                  <a:ext uri="{FF2B5EF4-FFF2-40B4-BE49-F238E27FC236}">
                    <a16:creationId xmlns:a16="http://schemas.microsoft.com/office/drawing/2014/main" id="{5A9AEFDD-6B04-4666-B29F-CB01E37B7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5" y="2055"/>
                <a:ext cx="1116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Oval 161">
                <a:extLst>
                  <a:ext uri="{FF2B5EF4-FFF2-40B4-BE49-F238E27FC236}">
                    <a16:creationId xmlns:a16="http://schemas.microsoft.com/office/drawing/2014/main" id="{705D3434-AD88-4F78-9F12-783950FE1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5" y="2117"/>
                <a:ext cx="1116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Oval 162">
                <a:extLst>
                  <a:ext uri="{FF2B5EF4-FFF2-40B4-BE49-F238E27FC236}">
                    <a16:creationId xmlns:a16="http://schemas.microsoft.com/office/drawing/2014/main" id="{9E07E660-B7CC-40CE-8BC4-9295111E2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5" y="2176"/>
                <a:ext cx="1116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163">
                <a:extLst>
                  <a:ext uri="{FF2B5EF4-FFF2-40B4-BE49-F238E27FC236}">
                    <a16:creationId xmlns:a16="http://schemas.microsoft.com/office/drawing/2014/main" id="{AA63E354-0CD3-47B9-B026-BF9EF8569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1" y="1813"/>
                <a:ext cx="145" cy="342"/>
              </a:xfrm>
              <a:custGeom>
                <a:avLst/>
                <a:gdLst>
                  <a:gd name="T0" fmla="*/ 37 w 61"/>
                  <a:gd name="T1" fmla="*/ 144 h 144"/>
                  <a:gd name="T2" fmla="*/ 57 w 61"/>
                  <a:gd name="T3" fmla="*/ 69 h 144"/>
                  <a:gd name="T4" fmla="*/ 53 w 61"/>
                  <a:gd name="T5" fmla="*/ 33 h 144"/>
                  <a:gd name="T6" fmla="*/ 34 w 61"/>
                  <a:gd name="T7" fmla="*/ 7 h 144"/>
                  <a:gd name="T8" fmla="*/ 0 w 61"/>
                  <a:gd name="T9" fmla="*/ 7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144">
                    <a:moveTo>
                      <a:pt x="37" y="144"/>
                    </a:moveTo>
                    <a:cubicBezTo>
                      <a:pt x="50" y="122"/>
                      <a:pt x="54" y="94"/>
                      <a:pt x="57" y="69"/>
                    </a:cubicBezTo>
                    <a:cubicBezTo>
                      <a:pt x="59" y="57"/>
                      <a:pt x="61" y="40"/>
                      <a:pt x="53" y="33"/>
                    </a:cubicBezTo>
                    <a:cubicBezTo>
                      <a:pt x="44" y="25"/>
                      <a:pt x="44" y="13"/>
                      <a:pt x="34" y="7"/>
                    </a:cubicBezTo>
                    <a:cubicBezTo>
                      <a:pt x="23" y="1"/>
                      <a:pt x="10" y="0"/>
                      <a:pt x="0" y="7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164">
                <a:extLst>
                  <a:ext uri="{FF2B5EF4-FFF2-40B4-BE49-F238E27FC236}">
                    <a16:creationId xmlns:a16="http://schemas.microsoft.com/office/drawing/2014/main" id="{6DE70C93-9092-498F-9DAA-D96B5B6A0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5" y="1834"/>
                <a:ext cx="240" cy="506"/>
              </a:xfrm>
              <a:custGeom>
                <a:avLst/>
                <a:gdLst>
                  <a:gd name="T0" fmla="*/ 72 w 101"/>
                  <a:gd name="T1" fmla="*/ 211 h 213"/>
                  <a:gd name="T2" fmla="*/ 72 w 101"/>
                  <a:gd name="T3" fmla="*/ 211 h 213"/>
                  <a:gd name="T4" fmla="*/ 34 w 101"/>
                  <a:gd name="T5" fmla="*/ 178 h 213"/>
                  <a:gd name="T6" fmla="*/ 33 w 101"/>
                  <a:gd name="T7" fmla="*/ 140 h 213"/>
                  <a:gd name="T8" fmla="*/ 2 w 101"/>
                  <a:gd name="T9" fmla="*/ 109 h 213"/>
                  <a:gd name="T10" fmla="*/ 1 w 101"/>
                  <a:gd name="T11" fmla="*/ 16 h 213"/>
                  <a:gd name="T12" fmla="*/ 101 w 101"/>
                  <a:gd name="T13" fmla="*/ 22 h 213"/>
                  <a:gd name="T14" fmla="*/ 99 w 101"/>
                  <a:gd name="T15" fmla="*/ 122 h 213"/>
                  <a:gd name="T16" fmla="*/ 99 w 101"/>
                  <a:gd name="T17" fmla="*/ 175 h 213"/>
                  <a:gd name="T18" fmla="*/ 72 w 101"/>
                  <a:gd name="T19" fmla="*/ 21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" h="213">
                    <a:moveTo>
                      <a:pt x="72" y="211"/>
                    </a:moveTo>
                    <a:cubicBezTo>
                      <a:pt x="72" y="211"/>
                      <a:pt x="72" y="211"/>
                      <a:pt x="72" y="211"/>
                    </a:cubicBezTo>
                    <a:cubicBezTo>
                      <a:pt x="52" y="213"/>
                      <a:pt x="35" y="198"/>
                      <a:pt x="34" y="178"/>
                    </a:cubicBezTo>
                    <a:cubicBezTo>
                      <a:pt x="34" y="159"/>
                      <a:pt x="33" y="140"/>
                      <a:pt x="33" y="140"/>
                    </a:cubicBezTo>
                    <a:cubicBezTo>
                      <a:pt x="33" y="140"/>
                      <a:pt x="4" y="138"/>
                      <a:pt x="2" y="109"/>
                    </a:cubicBezTo>
                    <a:cubicBezTo>
                      <a:pt x="0" y="81"/>
                      <a:pt x="1" y="16"/>
                      <a:pt x="1" y="16"/>
                    </a:cubicBezTo>
                    <a:cubicBezTo>
                      <a:pt x="33" y="0"/>
                      <a:pt x="71" y="2"/>
                      <a:pt x="101" y="22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75"/>
                      <a:pt x="99" y="175"/>
                      <a:pt x="99" y="175"/>
                    </a:cubicBezTo>
                    <a:cubicBezTo>
                      <a:pt x="99" y="193"/>
                      <a:pt x="90" y="210"/>
                      <a:pt x="72" y="21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165">
                <a:extLst>
                  <a:ext uri="{FF2B5EF4-FFF2-40B4-BE49-F238E27FC236}">
                    <a16:creationId xmlns:a16="http://schemas.microsoft.com/office/drawing/2014/main" id="{9A95FE9E-DD9C-412E-820B-63D98AA6E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1" y="1784"/>
                <a:ext cx="330" cy="394"/>
              </a:xfrm>
              <a:custGeom>
                <a:avLst/>
                <a:gdLst>
                  <a:gd name="T0" fmla="*/ 54 w 139"/>
                  <a:gd name="T1" fmla="*/ 96 h 166"/>
                  <a:gd name="T2" fmla="*/ 73 w 139"/>
                  <a:gd name="T3" fmla="*/ 92 h 166"/>
                  <a:gd name="T4" fmla="*/ 78 w 139"/>
                  <a:gd name="T5" fmla="*/ 112 h 166"/>
                  <a:gd name="T6" fmla="*/ 65 w 139"/>
                  <a:gd name="T7" fmla="*/ 123 h 166"/>
                  <a:gd name="T8" fmla="*/ 56 w 139"/>
                  <a:gd name="T9" fmla="*/ 134 h 166"/>
                  <a:gd name="T10" fmla="*/ 74 w 139"/>
                  <a:gd name="T11" fmla="*/ 150 h 166"/>
                  <a:gd name="T12" fmla="*/ 113 w 139"/>
                  <a:gd name="T13" fmla="*/ 164 h 166"/>
                  <a:gd name="T14" fmla="*/ 130 w 139"/>
                  <a:gd name="T15" fmla="*/ 156 h 166"/>
                  <a:gd name="T16" fmla="*/ 137 w 139"/>
                  <a:gd name="T17" fmla="*/ 133 h 166"/>
                  <a:gd name="T18" fmla="*/ 138 w 139"/>
                  <a:gd name="T19" fmla="*/ 71 h 166"/>
                  <a:gd name="T20" fmla="*/ 137 w 139"/>
                  <a:gd name="T21" fmla="*/ 48 h 166"/>
                  <a:gd name="T22" fmla="*/ 125 w 139"/>
                  <a:gd name="T23" fmla="*/ 30 h 166"/>
                  <a:gd name="T24" fmla="*/ 102 w 139"/>
                  <a:gd name="T25" fmla="*/ 22 h 166"/>
                  <a:gd name="T26" fmla="*/ 75 w 139"/>
                  <a:gd name="T27" fmla="*/ 8 h 166"/>
                  <a:gd name="T28" fmla="*/ 45 w 139"/>
                  <a:gd name="T29" fmla="*/ 5 h 166"/>
                  <a:gd name="T30" fmla="*/ 27 w 139"/>
                  <a:gd name="T31" fmla="*/ 18 h 166"/>
                  <a:gd name="T32" fmla="*/ 1 w 139"/>
                  <a:gd name="T33" fmla="*/ 36 h 166"/>
                  <a:gd name="T34" fmla="*/ 2 w 139"/>
                  <a:gd name="T35" fmla="*/ 50 h 166"/>
                  <a:gd name="T36" fmla="*/ 47 w 139"/>
                  <a:gd name="T37" fmla="*/ 68 h 166"/>
                  <a:gd name="T38" fmla="*/ 47 w 139"/>
                  <a:gd name="T39" fmla="*/ 88 h 166"/>
                  <a:gd name="T40" fmla="*/ 54 w 139"/>
                  <a:gd name="T41" fmla="*/ 9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9" h="166">
                    <a:moveTo>
                      <a:pt x="54" y="96"/>
                    </a:moveTo>
                    <a:cubicBezTo>
                      <a:pt x="58" y="90"/>
                      <a:pt x="66" y="87"/>
                      <a:pt x="73" y="92"/>
                    </a:cubicBezTo>
                    <a:cubicBezTo>
                      <a:pt x="79" y="96"/>
                      <a:pt x="82" y="105"/>
                      <a:pt x="78" y="112"/>
                    </a:cubicBezTo>
                    <a:cubicBezTo>
                      <a:pt x="76" y="117"/>
                      <a:pt x="70" y="121"/>
                      <a:pt x="65" y="123"/>
                    </a:cubicBezTo>
                    <a:cubicBezTo>
                      <a:pt x="59" y="124"/>
                      <a:pt x="55" y="129"/>
                      <a:pt x="56" y="134"/>
                    </a:cubicBezTo>
                    <a:cubicBezTo>
                      <a:pt x="57" y="141"/>
                      <a:pt x="69" y="144"/>
                      <a:pt x="74" y="150"/>
                    </a:cubicBezTo>
                    <a:cubicBezTo>
                      <a:pt x="82" y="159"/>
                      <a:pt x="100" y="163"/>
                      <a:pt x="113" y="164"/>
                    </a:cubicBezTo>
                    <a:cubicBezTo>
                      <a:pt x="125" y="166"/>
                      <a:pt x="123" y="166"/>
                      <a:pt x="130" y="156"/>
                    </a:cubicBezTo>
                    <a:cubicBezTo>
                      <a:pt x="135" y="149"/>
                      <a:pt x="137" y="142"/>
                      <a:pt x="137" y="133"/>
                    </a:cubicBezTo>
                    <a:cubicBezTo>
                      <a:pt x="138" y="112"/>
                      <a:pt x="138" y="91"/>
                      <a:pt x="138" y="71"/>
                    </a:cubicBezTo>
                    <a:cubicBezTo>
                      <a:pt x="139" y="63"/>
                      <a:pt x="139" y="55"/>
                      <a:pt x="137" y="48"/>
                    </a:cubicBezTo>
                    <a:cubicBezTo>
                      <a:pt x="135" y="41"/>
                      <a:pt x="131" y="34"/>
                      <a:pt x="125" y="30"/>
                    </a:cubicBezTo>
                    <a:cubicBezTo>
                      <a:pt x="118" y="25"/>
                      <a:pt x="110" y="25"/>
                      <a:pt x="102" y="22"/>
                    </a:cubicBezTo>
                    <a:cubicBezTo>
                      <a:pt x="92" y="19"/>
                      <a:pt x="84" y="12"/>
                      <a:pt x="75" y="8"/>
                    </a:cubicBezTo>
                    <a:cubicBezTo>
                      <a:pt x="65" y="3"/>
                      <a:pt x="54" y="0"/>
                      <a:pt x="45" y="5"/>
                    </a:cubicBezTo>
                    <a:cubicBezTo>
                      <a:pt x="38" y="8"/>
                      <a:pt x="34" y="15"/>
                      <a:pt x="27" y="18"/>
                    </a:cubicBezTo>
                    <a:cubicBezTo>
                      <a:pt x="18" y="24"/>
                      <a:pt x="6" y="22"/>
                      <a:pt x="1" y="36"/>
                    </a:cubicBezTo>
                    <a:cubicBezTo>
                      <a:pt x="0" y="40"/>
                      <a:pt x="0" y="46"/>
                      <a:pt x="2" y="50"/>
                    </a:cubicBezTo>
                    <a:cubicBezTo>
                      <a:pt x="8" y="69"/>
                      <a:pt x="30" y="76"/>
                      <a:pt x="47" y="68"/>
                    </a:cubicBezTo>
                    <a:cubicBezTo>
                      <a:pt x="47" y="71"/>
                      <a:pt x="44" y="78"/>
                      <a:pt x="47" y="88"/>
                    </a:cubicBezTo>
                    <a:cubicBezTo>
                      <a:pt x="48" y="91"/>
                      <a:pt x="49" y="96"/>
                      <a:pt x="54" y="9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166">
                <a:extLst>
                  <a:ext uri="{FF2B5EF4-FFF2-40B4-BE49-F238E27FC236}">
                    <a16:creationId xmlns:a16="http://schemas.microsoft.com/office/drawing/2014/main" id="{CC1B498B-51BC-4C96-8453-1B90FE9EE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8" y="2019"/>
                <a:ext cx="29" cy="43"/>
              </a:xfrm>
              <a:custGeom>
                <a:avLst/>
                <a:gdLst>
                  <a:gd name="T0" fmla="*/ 1 w 12"/>
                  <a:gd name="T1" fmla="*/ 14 h 18"/>
                  <a:gd name="T2" fmla="*/ 4 w 12"/>
                  <a:gd name="T3" fmla="*/ 16 h 18"/>
                  <a:gd name="T4" fmla="*/ 9 w 12"/>
                  <a:gd name="T5" fmla="*/ 9 h 18"/>
                  <a:gd name="T6" fmla="*/ 5 w 12"/>
                  <a:gd name="T7" fmla="*/ 2 h 18"/>
                  <a:gd name="T8" fmla="*/ 1 w 12"/>
                  <a:gd name="T9" fmla="*/ 2 h 18"/>
                  <a:gd name="T10" fmla="*/ 5 w 12"/>
                  <a:gd name="T11" fmla="*/ 1 h 18"/>
                  <a:gd name="T12" fmla="*/ 9 w 12"/>
                  <a:gd name="T13" fmla="*/ 3 h 18"/>
                  <a:gd name="T14" fmla="*/ 12 w 12"/>
                  <a:gd name="T15" fmla="*/ 9 h 18"/>
                  <a:gd name="T16" fmla="*/ 4 w 12"/>
                  <a:gd name="T17" fmla="*/ 17 h 18"/>
                  <a:gd name="T18" fmla="*/ 1 w 12"/>
                  <a:gd name="T19" fmla="*/ 16 h 18"/>
                  <a:gd name="T20" fmla="*/ 1 w 12"/>
                  <a:gd name="T21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18">
                    <a:moveTo>
                      <a:pt x="1" y="14"/>
                    </a:moveTo>
                    <a:cubicBezTo>
                      <a:pt x="1" y="14"/>
                      <a:pt x="2" y="16"/>
                      <a:pt x="4" y="16"/>
                    </a:cubicBezTo>
                    <a:cubicBezTo>
                      <a:pt x="6" y="16"/>
                      <a:pt x="9" y="13"/>
                      <a:pt x="9" y="9"/>
                    </a:cubicBezTo>
                    <a:cubicBezTo>
                      <a:pt x="10" y="6"/>
                      <a:pt x="7" y="3"/>
                      <a:pt x="5" y="2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0" y="1"/>
                      <a:pt x="2" y="0"/>
                      <a:pt x="5" y="1"/>
                    </a:cubicBezTo>
                    <a:cubicBezTo>
                      <a:pt x="6" y="1"/>
                      <a:pt x="8" y="2"/>
                      <a:pt x="9" y="3"/>
                    </a:cubicBezTo>
                    <a:cubicBezTo>
                      <a:pt x="11" y="5"/>
                      <a:pt x="12" y="7"/>
                      <a:pt x="12" y="9"/>
                    </a:cubicBezTo>
                    <a:cubicBezTo>
                      <a:pt x="11" y="14"/>
                      <a:pt x="7" y="18"/>
                      <a:pt x="4" y="17"/>
                    </a:cubicBezTo>
                    <a:cubicBezTo>
                      <a:pt x="3" y="17"/>
                      <a:pt x="2" y="16"/>
                      <a:pt x="1" y="16"/>
                    </a:cubicBezTo>
                    <a:cubicBezTo>
                      <a:pt x="1" y="15"/>
                      <a:pt x="1" y="14"/>
                      <a:pt x="1" y="14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167">
                <a:extLst>
                  <a:ext uri="{FF2B5EF4-FFF2-40B4-BE49-F238E27FC236}">
                    <a16:creationId xmlns:a16="http://schemas.microsoft.com/office/drawing/2014/main" id="{E0371304-44F5-4BE7-9C54-94684DAD0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0" y="1836"/>
                <a:ext cx="111" cy="131"/>
              </a:xfrm>
              <a:custGeom>
                <a:avLst/>
                <a:gdLst>
                  <a:gd name="T0" fmla="*/ 0 w 47"/>
                  <a:gd name="T1" fmla="*/ 6 h 55"/>
                  <a:gd name="T2" fmla="*/ 2 w 47"/>
                  <a:gd name="T3" fmla="*/ 4 h 55"/>
                  <a:gd name="T4" fmla="*/ 11 w 47"/>
                  <a:gd name="T5" fmla="*/ 0 h 55"/>
                  <a:gd name="T6" fmla="*/ 25 w 47"/>
                  <a:gd name="T7" fmla="*/ 2 h 55"/>
                  <a:gd name="T8" fmla="*/ 37 w 47"/>
                  <a:gd name="T9" fmla="*/ 14 h 55"/>
                  <a:gd name="T10" fmla="*/ 46 w 47"/>
                  <a:gd name="T11" fmla="*/ 42 h 55"/>
                  <a:gd name="T12" fmla="*/ 47 w 47"/>
                  <a:gd name="T13" fmla="*/ 55 h 55"/>
                  <a:gd name="T14" fmla="*/ 44 w 47"/>
                  <a:gd name="T15" fmla="*/ 42 h 55"/>
                  <a:gd name="T16" fmla="*/ 35 w 47"/>
                  <a:gd name="T17" fmla="*/ 15 h 55"/>
                  <a:gd name="T18" fmla="*/ 24 w 47"/>
                  <a:gd name="T19" fmla="*/ 4 h 55"/>
                  <a:gd name="T20" fmla="*/ 11 w 47"/>
                  <a:gd name="T21" fmla="*/ 2 h 55"/>
                  <a:gd name="T22" fmla="*/ 0 w 47"/>
                  <a:gd name="T23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" h="55">
                    <a:moveTo>
                      <a:pt x="0" y="6"/>
                    </a:moveTo>
                    <a:cubicBezTo>
                      <a:pt x="0" y="6"/>
                      <a:pt x="1" y="5"/>
                      <a:pt x="2" y="4"/>
                    </a:cubicBezTo>
                    <a:cubicBezTo>
                      <a:pt x="4" y="2"/>
                      <a:pt x="7" y="1"/>
                      <a:pt x="11" y="0"/>
                    </a:cubicBezTo>
                    <a:cubicBezTo>
                      <a:pt x="15" y="0"/>
                      <a:pt x="20" y="0"/>
                      <a:pt x="25" y="2"/>
                    </a:cubicBezTo>
                    <a:cubicBezTo>
                      <a:pt x="29" y="5"/>
                      <a:pt x="34" y="9"/>
                      <a:pt x="37" y="14"/>
                    </a:cubicBezTo>
                    <a:cubicBezTo>
                      <a:pt x="44" y="24"/>
                      <a:pt x="45" y="35"/>
                      <a:pt x="46" y="42"/>
                    </a:cubicBezTo>
                    <a:cubicBezTo>
                      <a:pt x="47" y="50"/>
                      <a:pt x="47" y="55"/>
                      <a:pt x="47" y="55"/>
                    </a:cubicBezTo>
                    <a:cubicBezTo>
                      <a:pt x="46" y="55"/>
                      <a:pt x="45" y="50"/>
                      <a:pt x="44" y="42"/>
                    </a:cubicBezTo>
                    <a:cubicBezTo>
                      <a:pt x="43" y="35"/>
                      <a:pt x="42" y="24"/>
                      <a:pt x="35" y="15"/>
                    </a:cubicBezTo>
                    <a:cubicBezTo>
                      <a:pt x="32" y="10"/>
                      <a:pt x="28" y="6"/>
                      <a:pt x="24" y="4"/>
                    </a:cubicBezTo>
                    <a:cubicBezTo>
                      <a:pt x="19" y="2"/>
                      <a:pt x="15" y="2"/>
                      <a:pt x="11" y="2"/>
                    </a:cubicBezTo>
                    <a:cubicBezTo>
                      <a:pt x="4" y="3"/>
                      <a:pt x="0" y="7"/>
                      <a:pt x="0" y="6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168">
                <a:extLst>
                  <a:ext uri="{FF2B5EF4-FFF2-40B4-BE49-F238E27FC236}">
                    <a16:creationId xmlns:a16="http://schemas.microsoft.com/office/drawing/2014/main" id="{5A680426-362F-482F-AB64-E973B3CF9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1" y="1822"/>
                <a:ext cx="182" cy="98"/>
              </a:xfrm>
              <a:custGeom>
                <a:avLst/>
                <a:gdLst>
                  <a:gd name="T0" fmla="*/ 8 w 77"/>
                  <a:gd name="T1" fmla="*/ 41 h 41"/>
                  <a:gd name="T2" fmla="*/ 7 w 77"/>
                  <a:gd name="T3" fmla="*/ 41 h 41"/>
                  <a:gd name="T4" fmla="*/ 5 w 77"/>
                  <a:gd name="T5" fmla="*/ 40 h 41"/>
                  <a:gd name="T6" fmla="*/ 1 w 77"/>
                  <a:gd name="T7" fmla="*/ 36 h 41"/>
                  <a:gd name="T8" fmla="*/ 0 w 77"/>
                  <a:gd name="T9" fmla="*/ 29 h 41"/>
                  <a:gd name="T10" fmla="*/ 5 w 77"/>
                  <a:gd name="T11" fmla="*/ 23 h 41"/>
                  <a:gd name="T12" fmla="*/ 14 w 77"/>
                  <a:gd name="T13" fmla="*/ 21 h 41"/>
                  <a:gd name="T14" fmla="*/ 22 w 77"/>
                  <a:gd name="T15" fmla="*/ 19 h 41"/>
                  <a:gd name="T16" fmla="*/ 29 w 77"/>
                  <a:gd name="T17" fmla="*/ 12 h 41"/>
                  <a:gd name="T18" fmla="*/ 47 w 77"/>
                  <a:gd name="T19" fmla="*/ 1 h 41"/>
                  <a:gd name="T20" fmla="*/ 64 w 77"/>
                  <a:gd name="T21" fmla="*/ 1 h 41"/>
                  <a:gd name="T22" fmla="*/ 74 w 77"/>
                  <a:gd name="T23" fmla="*/ 5 h 41"/>
                  <a:gd name="T24" fmla="*/ 77 w 77"/>
                  <a:gd name="T25" fmla="*/ 7 h 41"/>
                  <a:gd name="T26" fmla="*/ 63 w 77"/>
                  <a:gd name="T27" fmla="*/ 2 h 41"/>
                  <a:gd name="T28" fmla="*/ 47 w 77"/>
                  <a:gd name="T29" fmla="*/ 3 h 41"/>
                  <a:gd name="T30" fmla="*/ 31 w 77"/>
                  <a:gd name="T31" fmla="*/ 13 h 41"/>
                  <a:gd name="T32" fmla="*/ 24 w 77"/>
                  <a:gd name="T33" fmla="*/ 21 h 41"/>
                  <a:gd name="T34" fmla="*/ 19 w 77"/>
                  <a:gd name="T35" fmla="*/ 23 h 41"/>
                  <a:gd name="T36" fmla="*/ 14 w 77"/>
                  <a:gd name="T37" fmla="*/ 23 h 41"/>
                  <a:gd name="T38" fmla="*/ 6 w 77"/>
                  <a:gd name="T39" fmla="*/ 24 h 41"/>
                  <a:gd name="T40" fmla="*/ 2 w 77"/>
                  <a:gd name="T41" fmla="*/ 30 h 41"/>
                  <a:gd name="T42" fmla="*/ 5 w 77"/>
                  <a:gd name="T43" fmla="*/ 39 h 41"/>
                  <a:gd name="T44" fmla="*/ 8 w 77"/>
                  <a:gd name="T4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7" h="41">
                    <a:moveTo>
                      <a:pt x="8" y="41"/>
                    </a:moveTo>
                    <a:cubicBezTo>
                      <a:pt x="8" y="41"/>
                      <a:pt x="8" y="41"/>
                      <a:pt x="7" y="41"/>
                    </a:cubicBezTo>
                    <a:cubicBezTo>
                      <a:pt x="7" y="41"/>
                      <a:pt x="6" y="41"/>
                      <a:pt x="5" y="40"/>
                    </a:cubicBezTo>
                    <a:cubicBezTo>
                      <a:pt x="3" y="39"/>
                      <a:pt x="2" y="38"/>
                      <a:pt x="1" y="36"/>
                    </a:cubicBezTo>
                    <a:cubicBezTo>
                      <a:pt x="0" y="34"/>
                      <a:pt x="0" y="32"/>
                      <a:pt x="0" y="29"/>
                    </a:cubicBezTo>
                    <a:cubicBezTo>
                      <a:pt x="1" y="27"/>
                      <a:pt x="2" y="25"/>
                      <a:pt x="5" y="23"/>
                    </a:cubicBezTo>
                    <a:cubicBezTo>
                      <a:pt x="8" y="21"/>
                      <a:pt x="11" y="21"/>
                      <a:pt x="14" y="21"/>
                    </a:cubicBezTo>
                    <a:cubicBezTo>
                      <a:pt x="17" y="21"/>
                      <a:pt x="20" y="21"/>
                      <a:pt x="22" y="19"/>
                    </a:cubicBezTo>
                    <a:cubicBezTo>
                      <a:pt x="25" y="17"/>
                      <a:pt x="27" y="14"/>
                      <a:pt x="29" y="12"/>
                    </a:cubicBezTo>
                    <a:cubicBezTo>
                      <a:pt x="34" y="6"/>
                      <a:pt x="41" y="3"/>
                      <a:pt x="47" y="1"/>
                    </a:cubicBezTo>
                    <a:cubicBezTo>
                      <a:pt x="53" y="0"/>
                      <a:pt x="59" y="0"/>
                      <a:pt x="64" y="1"/>
                    </a:cubicBezTo>
                    <a:cubicBezTo>
                      <a:pt x="68" y="2"/>
                      <a:pt x="72" y="4"/>
                      <a:pt x="74" y="5"/>
                    </a:cubicBezTo>
                    <a:cubicBezTo>
                      <a:pt x="76" y="6"/>
                      <a:pt x="77" y="7"/>
                      <a:pt x="77" y="7"/>
                    </a:cubicBezTo>
                    <a:cubicBezTo>
                      <a:pt x="77" y="8"/>
                      <a:pt x="72" y="4"/>
                      <a:pt x="63" y="2"/>
                    </a:cubicBezTo>
                    <a:cubicBezTo>
                      <a:pt x="59" y="2"/>
                      <a:pt x="53" y="2"/>
                      <a:pt x="47" y="3"/>
                    </a:cubicBezTo>
                    <a:cubicBezTo>
                      <a:pt x="42" y="5"/>
                      <a:pt x="36" y="8"/>
                      <a:pt x="31" y="13"/>
                    </a:cubicBezTo>
                    <a:cubicBezTo>
                      <a:pt x="29" y="15"/>
                      <a:pt x="27" y="18"/>
                      <a:pt x="24" y="21"/>
                    </a:cubicBezTo>
                    <a:cubicBezTo>
                      <a:pt x="22" y="22"/>
                      <a:pt x="21" y="22"/>
                      <a:pt x="19" y="23"/>
                    </a:cubicBezTo>
                    <a:cubicBezTo>
                      <a:pt x="17" y="23"/>
                      <a:pt x="15" y="23"/>
                      <a:pt x="14" y="23"/>
                    </a:cubicBezTo>
                    <a:cubicBezTo>
                      <a:pt x="11" y="23"/>
                      <a:pt x="8" y="23"/>
                      <a:pt x="6" y="24"/>
                    </a:cubicBezTo>
                    <a:cubicBezTo>
                      <a:pt x="4" y="26"/>
                      <a:pt x="2" y="28"/>
                      <a:pt x="2" y="30"/>
                    </a:cubicBezTo>
                    <a:cubicBezTo>
                      <a:pt x="1" y="34"/>
                      <a:pt x="3" y="38"/>
                      <a:pt x="5" y="39"/>
                    </a:cubicBezTo>
                    <a:cubicBezTo>
                      <a:pt x="7" y="41"/>
                      <a:pt x="9" y="41"/>
                      <a:pt x="8" y="4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169">
                <a:extLst>
                  <a:ext uri="{FF2B5EF4-FFF2-40B4-BE49-F238E27FC236}">
                    <a16:creationId xmlns:a16="http://schemas.microsoft.com/office/drawing/2014/main" id="{A7B6E5C3-8661-47C1-9D16-87D58CD2E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8" y="1896"/>
                <a:ext cx="102" cy="211"/>
              </a:xfrm>
              <a:custGeom>
                <a:avLst/>
                <a:gdLst>
                  <a:gd name="T0" fmla="*/ 26 w 43"/>
                  <a:gd name="T1" fmla="*/ 89 h 89"/>
                  <a:gd name="T2" fmla="*/ 30 w 43"/>
                  <a:gd name="T3" fmla="*/ 87 h 89"/>
                  <a:gd name="T4" fmla="*/ 38 w 43"/>
                  <a:gd name="T5" fmla="*/ 78 h 89"/>
                  <a:gd name="T6" fmla="*/ 39 w 43"/>
                  <a:gd name="T7" fmla="*/ 61 h 89"/>
                  <a:gd name="T8" fmla="*/ 34 w 43"/>
                  <a:gd name="T9" fmla="*/ 53 h 89"/>
                  <a:gd name="T10" fmla="*/ 25 w 43"/>
                  <a:gd name="T11" fmla="*/ 46 h 89"/>
                  <a:gd name="T12" fmla="*/ 15 w 43"/>
                  <a:gd name="T13" fmla="*/ 41 h 89"/>
                  <a:gd name="T14" fmla="*/ 7 w 43"/>
                  <a:gd name="T15" fmla="*/ 33 h 89"/>
                  <a:gd name="T16" fmla="*/ 1 w 43"/>
                  <a:gd name="T17" fmla="*/ 16 h 89"/>
                  <a:gd name="T18" fmla="*/ 2 w 43"/>
                  <a:gd name="T19" fmla="*/ 4 h 89"/>
                  <a:gd name="T20" fmla="*/ 3 w 43"/>
                  <a:gd name="T21" fmla="*/ 1 h 89"/>
                  <a:gd name="T22" fmla="*/ 3 w 43"/>
                  <a:gd name="T23" fmla="*/ 0 h 89"/>
                  <a:gd name="T24" fmla="*/ 2 w 43"/>
                  <a:gd name="T25" fmla="*/ 16 h 89"/>
                  <a:gd name="T26" fmla="*/ 9 w 43"/>
                  <a:gd name="T27" fmla="*/ 32 h 89"/>
                  <a:gd name="T28" fmla="*/ 16 w 43"/>
                  <a:gd name="T29" fmla="*/ 39 h 89"/>
                  <a:gd name="T30" fmla="*/ 26 w 43"/>
                  <a:gd name="T31" fmla="*/ 45 h 89"/>
                  <a:gd name="T32" fmla="*/ 35 w 43"/>
                  <a:gd name="T33" fmla="*/ 51 h 89"/>
                  <a:gd name="T34" fmla="*/ 41 w 43"/>
                  <a:gd name="T35" fmla="*/ 61 h 89"/>
                  <a:gd name="T36" fmla="*/ 39 w 43"/>
                  <a:gd name="T37" fmla="*/ 79 h 89"/>
                  <a:gd name="T38" fmla="*/ 30 w 43"/>
                  <a:gd name="T39" fmla="*/ 87 h 89"/>
                  <a:gd name="T40" fmla="*/ 26 w 43"/>
                  <a:gd name="T41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3" h="89">
                    <a:moveTo>
                      <a:pt x="26" y="89"/>
                    </a:moveTo>
                    <a:cubicBezTo>
                      <a:pt x="26" y="89"/>
                      <a:pt x="28" y="88"/>
                      <a:pt x="30" y="87"/>
                    </a:cubicBezTo>
                    <a:cubicBezTo>
                      <a:pt x="32" y="85"/>
                      <a:pt x="35" y="82"/>
                      <a:pt x="38" y="78"/>
                    </a:cubicBezTo>
                    <a:cubicBezTo>
                      <a:pt x="40" y="74"/>
                      <a:pt x="41" y="67"/>
                      <a:pt x="39" y="61"/>
                    </a:cubicBezTo>
                    <a:cubicBezTo>
                      <a:pt x="38" y="58"/>
                      <a:pt x="36" y="55"/>
                      <a:pt x="34" y="53"/>
                    </a:cubicBezTo>
                    <a:cubicBezTo>
                      <a:pt x="31" y="50"/>
                      <a:pt x="28" y="48"/>
                      <a:pt x="25" y="46"/>
                    </a:cubicBezTo>
                    <a:cubicBezTo>
                      <a:pt x="22" y="44"/>
                      <a:pt x="18" y="43"/>
                      <a:pt x="15" y="41"/>
                    </a:cubicBezTo>
                    <a:cubicBezTo>
                      <a:pt x="12" y="38"/>
                      <a:pt x="9" y="36"/>
                      <a:pt x="7" y="33"/>
                    </a:cubicBezTo>
                    <a:cubicBezTo>
                      <a:pt x="3" y="28"/>
                      <a:pt x="1" y="22"/>
                      <a:pt x="1" y="16"/>
                    </a:cubicBezTo>
                    <a:cubicBezTo>
                      <a:pt x="0" y="11"/>
                      <a:pt x="1" y="7"/>
                      <a:pt x="2" y="4"/>
                    </a:cubicBezTo>
                    <a:cubicBezTo>
                      <a:pt x="2" y="3"/>
                      <a:pt x="2" y="2"/>
                      <a:pt x="3" y="1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4" y="0"/>
                      <a:pt x="1" y="6"/>
                      <a:pt x="2" y="16"/>
                    </a:cubicBezTo>
                    <a:cubicBezTo>
                      <a:pt x="3" y="21"/>
                      <a:pt x="5" y="27"/>
                      <a:pt x="9" y="32"/>
                    </a:cubicBezTo>
                    <a:cubicBezTo>
                      <a:pt x="11" y="35"/>
                      <a:pt x="13" y="37"/>
                      <a:pt x="16" y="39"/>
                    </a:cubicBezTo>
                    <a:cubicBezTo>
                      <a:pt x="19" y="41"/>
                      <a:pt x="23" y="43"/>
                      <a:pt x="26" y="45"/>
                    </a:cubicBezTo>
                    <a:cubicBezTo>
                      <a:pt x="29" y="47"/>
                      <a:pt x="33" y="49"/>
                      <a:pt x="35" y="51"/>
                    </a:cubicBezTo>
                    <a:cubicBezTo>
                      <a:pt x="38" y="54"/>
                      <a:pt x="40" y="57"/>
                      <a:pt x="41" y="61"/>
                    </a:cubicBezTo>
                    <a:cubicBezTo>
                      <a:pt x="43" y="67"/>
                      <a:pt x="41" y="74"/>
                      <a:pt x="39" y="79"/>
                    </a:cubicBezTo>
                    <a:cubicBezTo>
                      <a:pt x="36" y="83"/>
                      <a:pt x="33" y="86"/>
                      <a:pt x="30" y="87"/>
                    </a:cubicBezTo>
                    <a:cubicBezTo>
                      <a:pt x="28" y="89"/>
                      <a:pt x="26" y="89"/>
                      <a:pt x="26" y="8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170">
                <a:extLst>
                  <a:ext uri="{FF2B5EF4-FFF2-40B4-BE49-F238E27FC236}">
                    <a16:creationId xmlns:a16="http://schemas.microsoft.com/office/drawing/2014/main" id="{6CA3EF9A-766B-4647-9DCE-80D23FF3D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7" y="1891"/>
                <a:ext cx="159" cy="121"/>
              </a:xfrm>
              <a:custGeom>
                <a:avLst/>
                <a:gdLst>
                  <a:gd name="T0" fmla="*/ 67 w 67"/>
                  <a:gd name="T1" fmla="*/ 49 h 51"/>
                  <a:gd name="T2" fmla="*/ 64 w 67"/>
                  <a:gd name="T3" fmla="*/ 50 h 51"/>
                  <a:gd name="T4" fmla="*/ 53 w 67"/>
                  <a:gd name="T5" fmla="*/ 50 h 51"/>
                  <a:gd name="T6" fmla="*/ 22 w 67"/>
                  <a:gd name="T7" fmla="*/ 40 h 51"/>
                  <a:gd name="T8" fmla="*/ 1 w 67"/>
                  <a:gd name="T9" fmla="*/ 14 h 51"/>
                  <a:gd name="T10" fmla="*/ 1 w 67"/>
                  <a:gd name="T11" fmla="*/ 3 h 51"/>
                  <a:gd name="T12" fmla="*/ 2 w 67"/>
                  <a:gd name="T13" fmla="*/ 0 h 51"/>
                  <a:gd name="T14" fmla="*/ 3 w 67"/>
                  <a:gd name="T15" fmla="*/ 13 h 51"/>
                  <a:gd name="T16" fmla="*/ 23 w 67"/>
                  <a:gd name="T17" fmla="*/ 38 h 51"/>
                  <a:gd name="T18" fmla="*/ 53 w 67"/>
                  <a:gd name="T19" fmla="*/ 49 h 51"/>
                  <a:gd name="T20" fmla="*/ 67 w 67"/>
                  <a:gd name="T21" fmla="*/ 4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" h="51">
                    <a:moveTo>
                      <a:pt x="67" y="49"/>
                    </a:moveTo>
                    <a:cubicBezTo>
                      <a:pt x="67" y="49"/>
                      <a:pt x="66" y="50"/>
                      <a:pt x="64" y="50"/>
                    </a:cubicBezTo>
                    <a:cubicBezTo>
                      <a:pt x="61" y="50"/>
                      <a:pt x="58" y="51"/>
                      <a:pt x="53" y="50"/>
                    </a:cubicBezTo>
                    <a:cubicBezTo>
                      <a:pt x="45" y="50"/>
                      <a:pt x="33" y="47"/>
                      <a:pt x="22" y="40"/>
                    </a:cubicBezTo>
                    <a:cubicBezTo>
                      <a:pt x="11" y="32"/>
                      <a:pt x="3" y="22"/>
                      <a:pt x="1" y="14"/>
                    </a:cubicBezTo>
                    <a:cubicBezTo>
                      <a:pt x="0" y="9"/>
                      <a:pt x="0" y="6"/>
                      <a:pt x="1" y="3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3" y="0"/>
                      <a:pt x="0" y="5"/>
                      <a:pt x="3" y="13"/>
                    </a:cubicBezTo>
                    <a:cubicBezTo>
                      <a:pt x="5" y="21"/>
                      <a:pt x="12" y="31"/>
                      <a:pt x="23" y="38"/>
                    </a:cubicBezTo>
                    <a:cubicBezTo>
                      <a:pt x="34" y="45"/>
                      <a:pt x="45" y="48"/>
                      <a:pt x="53" y="49"/>
                    </a:cubicBezTo>
                    <a:cubicBezTo>
                      <a:pt x="62" y="50"/>
                      <a:pt x="67" y="49"/>
                      <a:pt x="67" y="49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171">
                <a:extLst>
                  <a:ext uri="{FF2B5EF4-FFF2-40B4-BE49-F238E27FC236}">
                    <a16:creationId xmlns:a16="http://schemas.microsoft.com/office/drawing/2014/main" id="{FE6BC0B2-7406-47AD-B9AD-9AD01E627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4" y="1917"/>
                <a:ext cx="287" cy="364"/>
              </a:xfrm>
              <a:custGeom>
                <a:avLst/>
                <a:gdLst>
                  <a:gd name="T0" fmla="*/ 6 w 121"/>
                  <a:gd name="T1" fmla="*/ 19 h 153"/>
                  <a:gd name="T2" fmla="*/ 45 w 121"/>
                  <a:gd name="T3" fmla="*/ 1 h 153"/>
                  <a:gd name="T4" fmla="*/ 77 w 121"/>
                  <a:gd name="T5" fmla="*/ 27 h 153"/>
                  <a:gd name="T6" fmla="*/ 75 w 121"/>
                  <a:gd name="T7" fmla="*/ 60 h 153"/>
                  <a:gd name="T8" fmla="*/ 84 w 121"/>
                  <a:gd name="T9" fmla="*/ 90 h 153"/>
                  <a:gd name="T10" fmla="*/ 103 w 121"/>
                  <a:gd name="T11" fmla="*/ 96 h 153"/>
                  <a:gd name="T12" fmla="*/ 119 w 121"/>
                  <a:gd name="T13" fmla="*/ 107 h 153"/>
                  <a:gd name="T14" fmla="*/ 109 w 121"/>
                  <a:gd name="T15" fmla="*/ 126 h 153"/>
                  <a:gd name="T16" fmla="*/ 87 w 121"/>
                  <a:gd name="T17" fmla="*/ 126 h 153"/>
                  <a:gd name="T18" fmla="*/ 78 w 121"/>
                  <a:gd name="T19" fmla="*/ 149 h 153"/>
                  <a:gd name="T20" fmla="*/ 53 w 121"/>
                  <a:gd name="T21" fmla="*/ 148 h 153"/>
                  <a:gd name="T22" fmla="*/ 38 w 121"/>
                  <a:gd name="T23" fmla="*/ 127 h 153"/>
                  <a:gd name="T24" fmla="*/ 12 w 121"/>
                  <a:gd name="T25" fmla="*/ 132 h 153"/>
                  <a:gd name="T26" fmla="*/ 2 w 121"/>
                  <a:gd name="T27" fmla="*/ 106 h 153"/>
                  <a:gd name="T28" fmla="*/ 15 w 121"/>
                  <a:gd name="T29" fmla="*/ 80 h 153"/>
                  <a:gd name="T30" fmla="*/ 24 w 121"/>
                  <a:gd name="T31" fmla="*/ 69 h 153"/>
                  <a:gd name="T32" fmla="*/ 24 w 121"/>
                  <a:gd name="T33" fmla="*/ 55 h 153"/>
                  <a:gd name="T34" fmla="*/ 12 w 121"/>
                  <a:gd name="T35" fmla="*/ 52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" h="153">
                    <a:moveTo>
                      <a:pt x="6" y="19"/>
                    </a:moveTo>
                    <a:cubicBezTo>
                      <a:pt x="15" y="8"/>
                      <a:pt x="30" y="0"/>
                      <a:pt x="45" y="1"/>
                    </a:cubicBezTo>
                    <a:cubicBezTo>
                      <a:pt x="59" y="2"/>
                      <a:pt x="74" y="12"/>
                      <a:pt x="77" y="27"/>
                    </a:cubicBezTo>
                    <a:cubicBezTo>
                      <a:pt x="80" y="37"/>
                      <a:pt x="77" y="49"/>
                      <a:pt x="75" y="60"/>
                    </a:cubicBezTo>
                    <a:cubicBezTo>
                      <a:pt x="74" y="71"/>
                      <a:pt x="75" y="83"/>
                      <a:pt x="84" y="90"/>
                    </a:cubicBezTo>
                    <a:cubicBezTo>
                      <a:pt x="90" y="94"/>
                      <a:pt x="97" y="95"/>
                      <a:pt x="103" y="96"/>
                    </a:cubicBezTo>
                    <a:cubicBezTo>
                      <a:pt x="110" y="98"/>
                      <a:pt x="117" y="101"/>
                      <a:pt x="119" y="107"/>
                    </a:cubicBezTo>
                    <a:cubicBezTo>
                      <a:pt x="121" y="115"/>
                      <a:pt x="116" y="123"/>
                      <a:pt x="109" y="126"/>
                    </a:cubicBezTo>
                    <a:cubicBezTo>
                      <a:pt x="102" y="129"/>
                      <a:pt x="94" y="128"/>
                      <a:pt x="87" y="126"/>
                    </a:cubicBezTo>
                    <a:cubicBezTo>
                      <a:pt x="90" y="134"/>
                      <a:pt x="86" y="144"/>
                      <a:pt x="78" y="149"/>
                    </a:cubicBezTo>
                    <a:cubicBezTo>
                      <a:pt x="71" y="153"/>
                      <a:pt x="61" y="152"/>
                      <a:pt x="53" y="148"/>
                    </a:cubicBezTo>
                    <a:cubicBezTo>
                      <a:pt x="46" y="143"/>
                      <a:pt x="40" y="135"/>
                      <a:pt x="38" y="127"/>
                    </a:cubicBezTo>
                    <a:cubicBezTo>
                      <a:pt x="33" y="136"/>
                      <a:pt x="20" y="137"/>
                      <a:pt x="12" y="132"/>
                    </a:cubicBezTo>
                    <a:cubicBezTo>
                      <a:pt x="4" y="127"/>
                      <a:pt x="0" y="116"/>
                      <a:pt x="2" y="106"/>
                    </a:cubicBezTo>
                    <a:cubicBezTo>
                      <a:pt x="3" y="96"/>
                      <a:pt x="8" y="88"/>
                      <a:pt x="15" y="80"/>
                    </a:cubicBezTo>
                    <a:cubicBezTo>
                      <a:pt x="18" y="77"/>
                      <a:pt x="21" y="73"/>
                      <a:pt x="24" y="69"/>
                    </a:cubicBezTo>
                    <a:cubicBezTo>
                      <a:pt x="26" y="64"/>
                      <a:pt x="27" y="59"/>
                      <a:pt x="24" y="55"/>
                    </a:cubicBezTo>
                    <a:cubicBezTo>
                      <a:pt x="22" y="50"/>
                      <a:pt x="15" y="49"/>
                      <a:pt x="12" y="52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172">
                <a:extLst>
                  <a:ext uri="{FF2B5EF4-FFF2-40B4-BE49-F238E27FC236}">
                    <a16:creationId xmlns:a16="http://schemas.microsoft.com/office/drawing/2014/main" id="{5C9D28AA-675F-4E53-94A2-BC5991FD8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6" y="1939"/>
                <a:ext cx="53" cy="97"/>
              </a:xfrm>
              <a:custGeom>
                <a:avLst/>
                <a:gdLst>
                  <a:gd name="T0" fmla="*/ 22 w 22"/>
                  <a:gd name="T1" fmla="*/ 40 h 41"/>
                  <a:gd name="T2" fmla="*/ 13 w 22"/>
                  <a:gd name="T3" fmla="*/ 39 h 41"/>
                  <a:gd name="T4" fmla="*/ 1 w 22"/>
                  <a:gd name="T5" fmla="*/ 23 h 41"/>
                  <a:gd name="T6" fmla="*/ 2 w 22"/>
                  <a:gd name="T7" fmla="*/ 12 h 41"/>
                  <a:gd name="T8" fmla="*/ 8 w 22"/>
                  <a:gd name="T9" fmla="*/ 4 h 41"/>
                  <a:gd name="T10" fmla="*/ 15 w 22"/>
                  <a:gd name="T11" fmla="*/ 0 h 41"/>
                  <a:gd name="T12" fmla="*/ 9 w 22"/>
                  <a:gd name="T13" fmla="*/ 5 h 41"/>
                  <a:gd name="T14" fmla="*/ 3 w 22"/>
                  <a:gd name="T15" fmla="*/ 23 h 41"/>
                  <a:gd name="T16" fmla="*/ 14 w 22"/>
                  <a:gd name="T17" fmla="*/ 38 h 41"/>
                  <a:gd name="T18" fmla="*/ 22 w 22"/>
                  <a:gd name="T19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" h="41">
                    <a:moveTo>
                      <a:pt x="22" y="40"/>
                    </a:moveTo>
                    <a:cubicBezTo>
                      <a:pt x="22" y="40"/>
                      <a:pt x="18" y="41"/>
                      <a:pt x="13" y="39"/>
                    </a:cubicBezTo>
                    <a:cubicBezTo>
                      <a:pt x="8" y="38"/>
                      <a:pt x="2" y="32"/>
                      <a:pt x="1" y="23"/>
                    </a:cubicBezTo>
                    <a:cubicBezTo>
                      <a:pt x="0" y="19"/>
                      <a:pt x="1" y="15"/>
                      <a:pt x="2" y="12"/>
                    </a:cubicBezTo>
                    <a:cubicBezTo>
                      <a:pt x="4" y="9"/>
                      <a:pt x="6" y="6"/>
                      <a:pt x="8" y="4"/>
                    </a:cubicBezTo>
                    <a:cubicBezTo>
                      <a:pt x="12" y="1"/>
                      <a:pt x="15" y="0"/>
                      <a:pt x="15" y="0"/>
                    </a:cubicBezTo>
                    <a:cubicBezTo>
                      <a:pt x="15" y="0"/>
                      <a:pt x="12" y="2"/>
                      <a:pt x="9" y="5"/>
                    </a:cubicBezTo>
                    <a:cubicBezTo>
                      <a:pt x="5" y="9"/>
                      <a:pt x="2" y="15"/>
                      <a:pt x="3" y="23"/>
                    </a:cubicBezTo>
                    <a:cubicBezTo>
                      <a:pt x="4" y="31"/>
                      <a:pt x="9" y="36"/>
                      <a:pt x="14" y="38"/>
                    </a:cubicBezTo>
                    <a:cubicBezTo>
                      <a:pt x="18" y="40"/>
                      <a:pt x="22" y="39"/>
                      <a:pt x="22" y="40"/>
                    </a:cubicBezTo>
                    <a:close/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173">
                <a:extLst>
                  <a:ext uri="{FF2B5EF4-FFF2-40B4-BE49-F238E27FC236}">
                    <a16:creationId xmlns:a16="http://schemas.microsoft.com/office/drawing/2014/main" id="{5AEAB335-9E95-40E6-8128-9B39074E5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8" y="2102"/>
                <a:ext cx="73" cy="65"/>
              </a:xfrm>
              <a:custGeom>
                <a:avLst/>
                <a:gdLst>
                  <a:gd name="T0" fmla="*/ 31 w 31"/>
                  <a:gd name="T1" fmla="*/ 27 h 27"/>
                  <a:gd name="T2" fmla="*/ 25 w 31"/>
                  <a:gd name="T3" fmla="*/ 26 h 27"/>
                  <a:gd name="T4" fmla="*/ 11 w 31"/>
                  <a:gd name="T5" fmla="*/ 19 h 27"/>
                  <a:gd name="T6" fmla="*/ 2 w 31"/>
                  <a:gd name="T7" fmla="*/ 6 h 27"/>
                  <a:gd name="T8" fmla="*/ 0 w 31"/>
                  <a:gd name="T9" fmla="*/ 0 h 27"/>
                  <a:gd name="T10" fmla="*/ 3 w 31"/>
                  <a:gd name="T11" fmla="*/ 5 h 27"/>
                  <a:gd name="T12" fmla="*/ 12 w 31"/>
                  <a:gd name="T13" fmla="*/ 17 h 27"/>
                  <a:gd name="T14" fmla="*/ 25 w 31"/>
                  <a:gd name="T15" fmla="*/ 25 h 27"/>
                  <a:gd name="T16" fmla="*/ 31 w 31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31" y="27"/>
                    </a:moveTo>
                    <a:cubicBezTo>
                      <a:pt x="31" y="27"/>
                      <a:pt x="29" y="27"/>
                      <a:pt x="25" y="26"/>
                    </a:cubicBezTo>
                    <a:cubicBezTo>
                      <a:pt x="21" y="25"/>
                      <a:pt x="16" y="23"/>
                      <a:pt x="11" y="19"/>
                    </a:cubicBezTo>
                    <a:cubicBezTo>
                      <a:pt x="6" y="15"/>
                      <a:pt x="3" y="10"/>
                      <a:pt x="2" y="6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1" y="0"/>
                      <a:pt x="1" y="2"/>
                      <a:pt x="3" y="5"/>
                    </a:cubicBezTo>
                    <a:cubicBezTo>
                      <a:pt x="5" y="9"/>
                      <a:pt x="8" y="13"/>
                      <a:pt x="12" y="17"/>
                    </a:cubicBezTo>
                    <a:cubicBezTo>
                      <a:pt x="17" y="21"/>
                      <a:pt x="21" y="23"/>
                      <a:pt x="25" y="25"/>
                    </a:cubicBezTo>
                    <a:cubicBezTo>
                      <a:pt x="29" y="26"/>
                      <a:pt x="31" y="26"/>
                      <a:pt x="31" y="27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174">
                <a:extLst>
                  <a:ext uri="{FF2B5EF4-FFF2-40B4-BE49-F238E27FC236}">
                    <a16:creationId xmlns:a16="http://schemas.microsoft.com/office/drawing/2014/main" id="{D8A03ED8-821F-49C4-931A-4D881F637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6" y="1984"/>
                <a:ext cx="88" cy="237"/>
              </a:xfrm>
              <a:custGeom>
                <a:avLst/>
                <a:gdLst>
                  <a:gd name="T0" fmla="*/ 27 w 37"/>
                  <a:gd name="T1" fmla="*/ 100 h 100"/>
                  <a:gd name="T2" fmla="*/ 26 w 37"/>
                  <a:gd name="T3" fmla="*/ 100 h 100"/>
                  <a:gd name="T4" fmla="*/ 22 w 37"/>
                  <a:gd name="T5" fmla="*/ 98 h 100"/>
                  <a:gd name="T6" fmla="*/ 14 w 37"/>
                  <a:gd name="T7" fmla="*/ 86 h 100"/>
                  <a:gd name="T8" fmla="*/ 14 w 37"/>
                  <a:gd name="T9" fmla="*/ 76 h 100"/>
                  <a:gd name="T10" fmla="*/ 17 w 37"/>
                  <a:gd name="T11" fmla="*/ 64 h 100"/>
                  <a:gd name="T12" fmla="*/ 31 w 37"/>
                  <a:gd name="T13" fmla="*/ 42 h 100"/>
                  <a:gd name="T14" fmla="*/ 35 w 37"/>
                  <a:gd name="T15" fmla="*/ 29 h 100"/>
                  <a:gd name="T16" fmla="*/ 33 w 37"/>
                  <a:gd name="T17" fmla="*/ 17 h 100"/>
                  <a:gd name="T18" fmla="*/ 19 w 37"/>
                  <a:gd name="T19" fmla="*/ 3 h 100"/>
                  <a:gd name="T20" fmla="*/ 5 w 37"/>
                  <a:gd name="T21" fmla="*/ 2 h 100"/>
                  <a:gd name="T22" fmla="*/ 0 w 37"/>
                  <a:gd name="T23" fmla="*/ 3 h 100"/>
                  <a:gd name="T24" fmla="*/ 1 w 37"/>
                  <a:gd name="T25" fmla="*/ 3 h 100"/>
                  <a:gd name="T26" fmla="*/ 5 w 37"/>
                  <a:gd name="T27" fmla="*/ 1 h 100"/>
                  <a:gd name="T28" fmla="*/ 20 w 37"/>
                  <a:gd name="T29" fmla="*/ 2 h 100"/>
                  <a:gd name="T30" fmla="*/ 35 w 37"/>
                  <a:gd name="T31" fmla="*/ 16 h 100"/>
                  <a:gd name="T32" fmla="*/ 37 w 37"/>
                  <a:gd name="T33" fmla="*/ 29 h 100"/>
                  <a:gd name="T34" fmla="*/ 32 w 37"/>
                  <a:gd name="T35" fmla="*/ 43 h 100"/>
                  <a:gd name="T36" fmla="*/ 19 w 37"/>
                  <a:gd name="T37" fmla="*/ 65 h 100"/>
                  <a:gd name="T38" fmla="*/ 15 w 37"/>
                  <a:gd name="T39" fmla="*/ 86 h 100"/>
                  <a:gd name="T40" fmla="*/ 22 w 37"/>
                  <a:gd name="T41" fmla="*/ 97 h 100"/>
                  <a:gd name="T42" fmla="*/ 27 w 37"/>
                  <a:gd name="T4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100">
                    <a:moveTo>
                      <a:pt x="27" y="100"/>
                    </a:moveTo>
                    <a:cubicBezTo>
                      <a:pt x="27" y="100"/>
                      <a:pt x="26" y="100"/>
                      <a:pt x="26" y="100"/>
                    </a:cubicBezTo>
                    <a:cubicBezTo>
                      <a:pt x="25" y="100"/>
                      <a:pt x="23" y="99"/>
                      <a:pt x="22" y="98"/>
                    </a:cubicBezTo>
                    <a:cubicBezTo>
                      <a:pt x="19" y="96"/>
                      <a:pt x="15" y="92"/>
                      <a:pt x="14" y="86"/>
                    </a:cubicBezTo>
                    <a:cubicBezTo>
                      <a:pt x="13" y="83"/>
                      <a:pt x="13" y="79"/>
                      <a:pt x="14" y="76"/>
                    </a:cubicBezTo>
                    <a:cubicBezTo>
                      <a:pt x="14" y="72"/>
                      <a:pt x="15" y="68"/>
                      <a:pt x="17" y="64"/>
                    </a:cubicBezTo>
                    <a:cubicBezTo>
                      <a:pt x="21" y="57"/>
                      <a:pt x="26" y="50"/>
                      <a:pt x="31" y="42"/>
                    </a:cubicBezTo>
                    <a:cubicBezTo>
                      <a:pt x="33" y="38"/>
                      <a:pt x="34" y="33"/>
                      <a:pt x="35" y="29"/>
                    </a:cubicBezTo>
                    <a:cubicBezTo>
                      <a:pt x="35" y="25"/>
                      <a:pt x="35" y="21"/>
                      <a:pt x="33" y="17"/>
                    </a:cubicBezTo>
                    <a:cubicBezTo>
                      <a:pt x="31" y="10"/>
                      <a:pt x="25" y="5"/>
                      <a:pt x="19" y="3"/>
                    </a:cubicBezTo>
                    <a:cubicBezTo>
                      <a:pt x="13" y="1"/>
                      <a:pt x="8" y="1"/>
                      <a:pt x="5" y="2"/>
                    </a:cubicBezTo>
                    <a:cubicBezTo>
                      <a:pt x="2" y="3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3"/>
                    </a:cubicBezTo>
                    <a:cubicBezTo>
                      <a:pt x="2" y="2"/>
                      <a:pt x="3" y="2"/>
                      <a:pt x="5" y="1"/>
                    </a:cubicBezTo>
                    <a:cubicBezTo>
                      <a:pt x="8" y="0"/>
                      <a:pt x="13" y="0"/>
                      <a:pt x="20" y="2"/>
                    </a:cubicBezTo>
                    <a:cubicBezTo>
                      <a:pt x="26" y="3"/>
                      <a:pt x="32" y="9"/>
                      <a:pt x="35" y="16"/>
                    </a:cubicBezTo>
                    <a:cubicBezTo>
                      <a:pt x="37" y="20"/>
                      <a:pt x="37" y="25"/>
                      <a:pt x="37" y="29"/>
                    </a:cubicBezTo>
                    <a:cubicBezTo>
                      <a:pt x="36" y="34"/>
                      <a:pt x="35" y="38"/>
                      <a:pt x="32" y="43"/>
                    </a:cubicBezTo>
                    <a:cubicBezTo>
                      <a:pt x="28" y="51"/>
                      <a:pt x="23" y="58"/>
                      <a:pt x="19" y="65"/>
                    </a:cubicBezTo>
                    <a:cubicBezTo>
                      <a:pt x="15" y="72"/>
                      <a:pt x="14" y="80"/>
                      <a:pt x="15" y="86"/>
                    </a:cubicBezTo>
                    <a:cubicBezTo>
                      <a:pt x="17" y="91"/>
                      <a:pt x="20" y="95"/>
                      <a:pt x="22" y="97"/>
                    </a:cubicBezTo>
                    <a:cubicBezTo>
                      <a:pt x="25" y="99"/>
                      <a:pt x="27" y="100"/>
                      <a:pt x="27" y="10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175">
                <a:extLst>
                  <a:ext uri="{FF2B5EF4-FFF2-40B4-BE49-F238E27FC236}">
                    <a16:creationId xmlns:a16="http://schemas.microsoft.com/office/drawing/2014/main" id="{81C81D31-C2DB-4B24-A9FA-2D51B7087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6" y="1974"/>
                <a:ext cx="166" cy="297"/>
              </a:xfrm>
              <a:custGeom>
                <a:avLst/>
                <a:gdLst>
                  <a:gd name="T0" fmla="*/ 70 w 70"/>
                  <a:gd name="T1" fmla="*/ 125 h 125"/>
                  <a:gd name="T2" fmla="*/ 68 w 70"/>
                  <a:gd name="T3" fmla="*/ 125 h 125"/>
                  <a:gd name="T4" fmla="*/ 63 w 70"/>
                  <a:gd name="T5" fmla="*/ 124 h 125"/>
                  <a:gd name="T6" fmla="*/ 48 w 70"/>
                  <a:gd name="T7" fmla="*/ 112 h 125"/>
                  <a:gd name="T8" fmla="*/ 42 w 70"/>
                  <a:gd name="T9" fmla="*/ 85 h 125"/>
                  <a:gd name="T10" fmla="*/ 47 w 70"/>
                  <a:gd name="T11" fmla="*/ 52 h 125"/>
                  <a:gd name="T12" fmla="*/ 48 w 70"/>
                  <a:gd name="T13" fmla="*/ 35 h 125"/>
                  <a:gd name="T14" fmla="*/ 45 w 70"/>
                  <a:gd name="T15" fmla="*/ 19 h 125"/>
                  <a:gd name="T16" fmla="*/ 36 w 70"/>
                  <a:gd name="T17" fmla="*/ 8 h 125"/>
                  <a:gd name="T18" fmla="*/ 25 w 70"/>
                  <a:gd name="T19" fmla="*/ 3 h 125"/>
                  <a:gd name="T20" fmla="*/ 7 w 70"/>
                  <a:gd name="T21" fmla="*/ 3 h 125"/>
                  <a:gd name="T22" fmla="*/ 0 w 70"/>
                  <a:gd name="T23" fmla="*/ 4 h 125"/>
                  <a:gd name="T24" fmla="*/ 2 w 70"/>
                  <a:gd name="T25" fmla="*/ 4 h 125"/>
                  <a:gd name="T26" fmla="*/ 7 w 70"/>
                  <a:gd name="T27" fmla="*/ 2 h 125"/>
                  <a:gd name="T28" fmla="*/ 25 w 70"/>
                  <a:gd name="T29" fmla="*/ 1 h 125"/>
                  <a:gd name="T30" fmla="*/ 37 w 70"/>
                  <a:gd name="T31" fmla="*/ 7 h 125"/>
                  <a:gd name="T32" fmla="*/ 47 w 70"/>
                  <a:gd name="T33" fmla="*/ 18 h 125"/>
                  <a:gd name="T34" fmla="*/ 50 w 70"/>
                  <a:gd name="T35" fmla="*/ 35 h 125"/>
                  <a:gd name="T36" fmla="*/ 49 w 70"/>
                  <a:gd name="T37" fmla="*/ 52 h 125"/>
                  <a:gd name="T38" fmla="*/ 44 w 70"/>
                  <a:gd name="T39" fmla="*/ 86 h 125"/>
                  <a:gd name="T40" fmla="*/ 49 w 70"/>
                  <a:gd name="T41" fmla="*/ 112 h 125"/>
                  <a:gd name="T42" fmla="*/ 63 w 70"/>
                  <a:gd name="T43" fmla="*/ 123 h 125"/>
                  <a:gd name="T44" fmla="*/ 70 w 70"/>
                  <a:gd name="T45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0" h="125">
                    <a:moveTo>
                      <a:pt x="70" y="125"/>
                    </a:moveTo>
                    <a:cubicBezTo>
                      <a:pt x="70" y="125"/>
                      <a:pt x="69" y="125"/>
                      <a:pt x="68" y="125"/>
                    </a:cubicBezTo>
                    <a:cubicBezTo>
                      <a:pt x="67" y="125"/>
                      <a:pt x="65" y="125"/>
                      <a:pt x="63" y="124"/>
                    </a:cubicBezTo>
                    <a:cubicBezTo>
                      <a:pt x="59" y="123"/>
                      <a:pt x="53" y="119"/>
                      <a:pt x="48" y="112"/>
                    </a:cubicBezTo>
                    <a:cubicBezTo>
                      <a:pt x="43" y="106"/>
                      <a:pt x="41" y="96"/>
                      <a:pt x="42" y="85"/>
                    </a:cubicBezTo>
                    <a:cubicBezTo>
                      <a:pt x="42" y="75"/>
                      <a:pt x="45" y="64"/>
                      <a:pt x="47" y="52"/>
                    </a:cubicBezTo>
                    <a:cubicBezTo>
                      <a:pt x="48" y="46"/>
                      <a:pt x="49" y="40"/>
                      <a:pt x="48" y="35"/>
                    </a:cubicBezTo>
                    <a:cubicBezTo>
                      <a:pt x="48" y="29"/>
                      <a:pt x="47" y="24"/>
                      <a:pt x="45" y="19"/>
                    </a:cubicBezTo>
                    <a:cubicBezTo>
                      <a:pt x="43" y="15"/>
                      <a:pt x="40" y="11"/>
                      <a:pt x="36" y="8"/>
                    </a:cubicBezTo>
                    <a:cubicBezTo>
                      <a:pt x="33" y="5"/>
                      <a:pt x="29" y="4"/>
                      <a:pt x="25" y="3"/>
                    </a:cubicBezTo>
                    <a:cubicBezTo>
                      <a:pt x="17" y="1"/>
                      <a:pt x="11" y="2"/>
                      <a:pt x="7" y="3"/>
                    </a:cubicBezTo>
                    <a:cubicBezTo>
                      <a:pt x="2" y="4"/>
                      <a:pt x="0" y="5"/>
                      <a:pt x="0" y="4"/>
                    </a:cubicBez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4" y="3"/>
                      <a:pt x="7" y="2"/>
                    </a:cubicBezTo>
                    <a:cubicBezTo>
                      <a:pt x="11" y="1"/>
                      <a:pt x="17" y="0"/>
                      <a:pt x="25" y="1"/>
                    </a:cubicBezTo>
                    <a:cubicBezTo>
                      <a:pt x="29" y="2"/>
                      <a:pt x="33" y="4"/>
                      <a:pt x="37" y="7"/>
                    </a:cubicBezTo>
                    <a:cubicBezTo>
                      <a:pt x="41" y="9"/>
                      <a:pt x="44" y="14"/>
                      <a:pt x="47" y="18"/>
                    </a:cubicBezTo>
                    <a:cubicBezTo>
                      <a:pt x="49" y="23"/>
                      <a:pt x="50" y="29"/>
                      <a:pt x="50" y="35"/>
                    </a:cubicBezTo>
                    <a:cubicBezTo>
                      <a:pt x="51" y="40"/>
                      <a:pt x="50" y="46"/>
                      <a:pt x="49" y="52"/>
                    </a:cubicBezTo>
                    <a:cubicBezTo>
                      <a:pt x="47" y="64"/>
                      <a:pt x="44" y="75"/>
                      <a:pt x="44" y="86"/>
                    </a:cubicBezTo>
                    <a:cubicBezTo>
                      <a:pt x="43" y="96"/>
                      <a:pt x="45" y="105"/>
                      <a:pt x="49" y="112"/>
                    </a:cubicBezTo>
                    <a:cubicBezTo>
                      <a:pt x="54" y="118"/>
                      <a:pt x="59" y="122"/>
                      <a:pt x="63" y="123"/>
                    </a:cubicBezTo>
                    <a:cubicBezTo>
                      <a:pt x="67" y="125"/>
                      <a:pt x="70" y="124"/>
                      <a:pt x="70" y="125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176">
                <a:extLst>
                  <a:ext uri="{FF2B5EF4-FFF2-40B4-BE49-F238E27FC236}">
                    <a16:creationId xmlns:a16="http://schemas.microsoft.com/office/drawing/2014/main" id="{F1804C19-B3BA-42EC-806D-153CF3F3B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9" y="2575"/>
                <a:ext cx="232" cy="211"/>
              </a:xfrm>
              <a:custGeom>
                <a:avLst/>
                <a:gdLst>
                  <a:gd name="T0" fmla="*/ 142 w 232"/>
                  <a:gd name="T1" fmla="*/ 0 h 211"/>
                  <a:gd name="T2" fmla="*/ 0 w 232"/>
                  <a:gd name="T3" fmla="*/ 112 h 211"/>
                  <a:gd name="T4" fmla="*/ 59 w 232"/>
                  <a:gd name="T5" fmla="*/ 211 h 211"/>
                  <a:gd name="T6" fmla="*/ 232 w 232"/>
                  <a:gd name="T7" fmla="*/ 83 h 211"/>
                  <a:gd name="T8" fmla="*/ 142 w 232"/>
                  <a:gd name="T9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211">
                    <a:moveTo>
                      <a:pt x="142" y="0"/>
                    </a:moveTo>
                    <a:lnTo>
                      <a:pt x="0" y="112"/>
                    </a:lnTo>
                    <a:lnTo>
                      <a:pt x="59" y="211"/>
                    </a:lnTo>
                    <a:lnTo>
                      <a:pt x="232" y="83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177">
                <a:extLst>
                  <a:ext uri="{FF2B5EF4-FFF2-40B4-BE49-F238E27FC236}">
                    <a16:creationId xmlns:a16="http://schemas.microsoft.com/office/drawing/2014/main" id="{E95F7227-3F33-4239-A520-5AF2078E4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1" y="2105"/>
                <a:ext cx="358" cy="579"/>
              </a:xfrm>
              <a:custGeom>
                <a:avLst/>
                <a:gdLst>
                  <a:gd name="T0" fmla="*/ 151 w 151"/>
                  <a:gd name="T1" fmla="*/ 41 h 244"/>
                  <a:gd name="T2" fmla="*/ 138 w 151"/>
                  <a:gd name="T3" fmla="*/ 35 h 244"/>
                  <a:gd name="T4" fmla="*/ 124 w 151"/>
                  <a:gd name="T5" fmla="*/ 34 h 244"/>
                  <a:gd name="T6" fmla="*/ 117 w 151"/>
                  <a:gd name="T7" fmla="*/ 22 h 244"/>
                  <a:gd name="T8" fmla="*/ 120 w 151"/>
                  <a:gd name="T9" fmla="*/ 10 h 244"/>
                  <a:gd name="T10" fmla="*/ 133 w 151"/>
                  <a:gd name="T11" fmla="*/ 9 h 244"/>
                  <a:gd name="T12" fmla="*/ 130 w 151"/>
                  <a:gd name="T13" fmla="*/ 0 h 244"/>
                  <a:gd name="T14" fmla="*/ 120 w 151"/>
                  <a:gd name="T15" fmla="*/ 0 h 244"/>
                  <a:gd name="T16" fmla="*/ 94 w 151"/>
                  <a:gd name="T17" fmla="*/ 3 h 244"/>
                  <a:gd name="T18" fmla="*/ 83 w 151"/>
                  <a:gd name="T19" fmla="*/ 50 h 244"/>
                  <a:gd name="T20" fmla="*/ 11 w 151"/>
                  <a:gd name="T21" fmla="*/ 185 h 244"/>
                  <a:gd name="T22" fmla="*/ 25 w 151"/>
                  <a:gd name="T23" fmla="*/ 235 h 244"/>
                  <a:gd name="T24" fmla="*/ 76 w 151"/>
                  <a:gd name="T25" fmla="*/ 206 h 244"/>
                  <a:gd name="T26" fmla="*/ 116 w 151"/>
                  <a:gd name="T27" fmla="*/ 56 h 244"/>
                  <a:gd name="T28" fmla="*/ 130 w 151"/>
                  <a:gd name="T29" fmla="*/ 45 h 244"/>
                  <a:gd name="T30" fmla="*/ 150 w 151"/>
                  <a:gd name="T31" fmla="*/ 41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1" h="244">
                    <a:moveTo>
                      <a:pt x="151" y="41"/>
                    </a:moveTo>
                    <a:cubicBezTo>
                      <a:pt x="151" y="41"/>
                      <a:pt x="151" y="36"/>
                      <a:pt x="138" y="35"/>
                    </a:cubicBezTo>
                    <a:cubicBezTo>
                      <a:pt x="125" y="34"/>
                      <a:pt x="124" y="34"/>
                      <a:pt x="124" y="34"/>
                    </a:cubicBezTo>
                    <a:cubicBezTo>
                      <a:pt x="124" y="34"/>
                      <a:pt x="118" y="27"/>
                      <a:pt x="117" y="22"/>
                    </a:cubicBezTo>
                    <a:cubicBezTo>
                      <a:pt x="117" y="18"/>
                      <a:pt x="120" y="10"/>
                      <a:pt x="120" y="10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94" y="3"/>
                      <a:pt x="94" y="3"/>
                      <a:pt x="94" y="3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0" y="202"/>
                      <a:pt x="6" y="226"/>
                      <a:pt x="25" y="235"/>
                    </a:cubicBezTo>
                    <a:cubicBezTo>
                      <a:pt x="44" y="244"/>
                      <a:pt x="69" y="225"/>
                      <a:pt x="76" y="206"/>
                    </a:cubicBezTo>
                    <a:cubicBezTo>
                      <a:pt x="116" y="56"/>
                      <a:pt x="116" y="56"/>
                      <a:pt x="116" y="56"/>
                    </a:cubicBezTo>
                    <a:cubicBezTo>
                      <a:pt x="130" y="45"/>
                      <a:pt x="130" y="45"/>
                      <a:pt x="130" y="45"/>
                    </a:cubicBezTo>
                    <a:cubicBezTo>
                      <a:pt x="150" y="41"/>
                      <a:pt x="150" y="41"/>
                      <a:pt x="150" y="41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178">
                <a:extLst>
                  <a:ext uri="{FF2B5EF4-FFF2-40B4-BE49-F238E27FC236}">
                    <a16:creationId xmlns:a16="http://schemas.microsoft.com/office/drawing/2014/main" id="{CF0D643F-CD17-4AA6-8023-1475EE514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7" y="2775"/>
                <a:ext cx="731" cy="1562"/>
              </a:xfrm>
              <a:custGeom>
                <a:avLst/>
                <a:gdLst>
                  <a:gd name="T0" fmla="*/ 0 w 308"/>
                  <a:gd name="T1" fmla="*/ 656 h 658"/>
                  <a:gd name="T2" fmla="*/ 99 w 308"/>
                  <a:gd name="T3" fmla="*/ 90 h 658"/>
                  <a:gd name="T4" fmla="*/ 99 w 308"/>
                  <a:gd name="T5" fmla="*/ 90 h 658"/>
                  <a:gd name="T6" fmla="*/ 99 w 308"/>
                  <a:gd name="T7" fmla="*/ 88 h 658"/>
                  <a:gd name="T8" fmla="*/ 99 w 308"/>
                  <a:gd name="T9" fmla="*/ 88 h 658"/>
                  <a:gd name="T10" fmla="*/ 99 w 308"/>
                  <a:gd name="T11" fmla="*/ 88 h 658"/>
                  <a:gd name="T12" fmla="*/ 142 w 308"/>
                  <a:gd name="T13" fmla="*/ 0 h 658"/>
                  <a:gd name="T14" fmla="*/ 292 w 308"/>
                  <a:gd name="T15" fmla="*/ 9 h 658"/>
                  <a:gd name="T16" fmla="*/ 307 w 308"/>
                  <a:gd name="T17" fmla="*/ 88 h 658"/>
                  <a:gd name="T18" fmla="*/ 275 w 308"/>
                  <a:gd name="T19" fmla="*/ 642 h 658"/>
                  <a:gd name="T20" fmla="*/ 225 w 308"/>
                  <a:gd name="T21" fmla="*/ 641 h 658"/>
                  <a:gd name="T22" fmla="*/ 197 w 308"/>
                  <a:gd name="T23" fmla="*/ 122 h 658"/>
                  <a:gd name="T24" fmla="*/ 51 w 308"/>
                  <a:gd name="T25" fmla="*/ 658 h 658"/>
                  <a:gd name="T26" fmla="*/ 0 w 308"/>
                  <a:gd name="T27" fmla="*/ 656 h 6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8" h="658">
                    <a:moveTo>
                      <a:pt x="0" y="656"/>
                    </a:moveTo>
                    <a:cubicBezTo>
                      <a:pt x="99" y="90"/>
                      <a:pt x="99" y="90"/>
                      <a:pt x="99" y="90"/>
                    </a:cubicBezTo>
                    <a:cubicBezTo>
                      <a:pt x="99" y="90"/>
                      <a:pt x="99" y="90"/>
                      <a:pt x="99" y="90"/>
                    </a:cubicBezTo>
                    <a:cubicBezTo>
                      <a:pt x="99" y="89"/>
                      <a:pt x="99" y="89"/>
                      <a:pt x="99" y="88"/>
                    </a:cubicBezTo>
                    <a:cubicBezTo>
                      <a:pt x="99" y="88"/>
                      <a:pt x="99" y="88"/>
                      <a:pt x="99" y="88"/>
                    </a:cubicBezTo>
                    <a:cubicBezTo>
                      <a:pt x="99" y="88"/>
                      <a:pt x="99" y="88"/>
                      <a:pt x="99" y="88"/>
                    </a:cubicBezTo>
                    <a:cubicBezTo>
                      <a:pt x="116" y="21"/>
                      <a:pt x="142" y="0"/>
                      <a:pt x="142" y="0"/>
                    </a:cubicBezTo>
                    <a:cubicBezTo>
                      <a:pt x="292" y="9"/>
                      <a:pt x="292" y="9"/>
                      <a:pt x="292" y="9"/>
                    </a:cubicBezTo>
                    <a:cubicBezTo>
                      <a:pt x="305" y="32"/>
                      <a:pt x="307" y="88"/>
                      <a:pt x="307" y="88"/>
                    </a:cubicBezTo>
                    <a:cubicBezTo>
                      <a:pt x="308" y="94"/>
                      <a:pt x="275" y="642"/>
                      <a:pt x="275" y="642"/>
                    </a:cubicBezTo>
                    <a:cubicBezTo>
                      <a:pt x="225" y="641"/>
                      <a:pt x="225" y="641"/>
                      <a:pt x="225" y="641"/>
                    </a:cubicBezTo>
                    <a:cubicBezTo>
                      <a:pt x="197" y="122"/>
                      <a:pt x="197" y="122"/>
                      <a:pt x="197" y="122"/>
                    </a:cubicBezTo>
                    <a:cubicBezTo>
                      <a:pt x="51" y="658"/>
                      <a:pt x="51" y="658"/>
                      <a:pt x="51" y="658"/>
                    </a:cubicBezTo>
                    <a:cubicBezTo>
                      <a:pt x="0" y="656"/>
                      <a:pt x="0" y="656"/>
                      <a:pt x="0" y="656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179">
                <a:extLst>
                  <a:ext uri="{FF2B5EF4-FFF2-40B4-BE49-F238E27FC236}">
                    <a16:creationId xmlns:a16="http://schemas.microsoft.com/office/drawing/2014/main" id="{342E8137-7413-433B-BEA0-EA3D4A710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" y="4333"/>
                <a:ext cx="227" cy="45"/>
              </a:xfrm>
              <a:custGeom>
                <a:avLst/>
                <a:gdLst>
                  <a:gd name="T0" fmla="*/ 44 w 96"/>
                  <a:gd name="T1" fmla="*/ 5 h 19"/>
                  <a:gd name="T2" fmla="*/ 44 w 96"/>
                  <a:gd name="T3" fmla="*/ 0 h 19"/>
                  <a:gd name="T4" fmla="*/ 96 w 96"/>
                  <a:gd name="T5" fmla="*/ 1 h 19"/>
                  <a:gd name="T6" fmla="*/ 96 w 96"/>
                  <a:gd name="T7" fmla="*/ 18 h 19"/>
                  <a:gd name="T8" fmla="*/ 93 w 96"/>
                  <a:gd name="T9" fmla="*/ 18 h 19"/>
                  <a:gd name="T10" fmla="*/ 11 w 96"/>
                  <a:gd name="T11" fmla="*/ 16 h 19"/>
                  <a:gd name="T12" fmla="*/ 44 w 96"/>
                  <a:gd name="T13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9">
                    <a:moveTo>
                      <a:pt x="44" y="5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78" y="19"/>
                      <a:pt x="20" y="19"/>
                      <a:pt x="11" y="16"/>
                    </a:cubicBezTo>
                    <a:cubicBezTo>
                      <a:pt x="0" y="13"/>
                      <a:pt x="44" y="5"/>
                      <a:pt x="44" y="5"/>
                    </a:cubicBezTo>
                  </a:path>
                </a:pathLst>
              </a:custGeom>
              <a:solidFill>
                <a:srgbClr val="E850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180">
                <a:extLst>
                  <a:ext uri="{FF2B5EF4-FFF2-40B4-BE49-F238E27FC236}">
                    <a16:creationId xmlns:a16="http://schemas.microsoft.com/office/drawing/2014/main" id="{FCFE08E3-24E0-4507-92D7-9FDA8F87E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3" y="4342"/>
                <a:ext cx="45" cy="31"/>
              </a:xfrm>
              <a:custGeom>
                <a:avLst/>
                <a:gdLst>
                  <a:gd name="T0" fmla="*/ 17 w 19"/>
                  <a:gd name="T1" fmla="*/ 0 h 13"/>
                  <a:gd name="T2" fmla="*/ 7 w 19"/>
                  <a:gd name="T3" fmla="*/ 3 h 13"/>
                  <a:gd name="T4" fmla="*/ 0 w 19"/>
                  <a:gd name="T5" fmla="*/ 13 h 13"/>
                  <a:gd name="T6" fmla="*/ 19 w 19"/>
                  <a:gd name="T7" fmla="*/ 13 h 13"/>
                  <a:gd name="T8" fmla="*/ 19 w 19"/>
                  <a:gd name="T9" fmla="*/ 13 h 13"/>
                  <a:gd name="T10" fmla="*/ 19 w 19"/>
                  <a:gd name="T11" fmla="*/ 13 h 13"/>
                  <a:gd name="T12" fmla="*/ 19 w 19"/>
                  <a:gd name="T13" fmla="*/ 0 h 13"/>
                  <a:gd name="T14" fmla="*/ 17 w 19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3">
                    <a:moveTo>
                      <a:pt x="17" y="0"/>
                    </a:moveTo>
                    <a:cubicBezTo>
                      <a:pt x="14" y="0"/>
                      <a:pt x="10" y="1"/>
                      <a:pt x="7" y="3"/>
                    </a:cubicBezTo>
                    <a:cubicBezTo>
                      <a:pt x="4" y="6"/>
                      <a:pt x="1" y="9"/>
                      <a:pt x="0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8" y="0"/>
                      <a:pt x="17" y="0"/>
                    </a:cubicBezTo>
                  </a:path>
                </a:pathLst>
              </a:custGeom>
              <a:solidFill>
                <a:srgbClr val="F6B9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3" name="Freeform 181">
                <a:extLst>
                  <a:ext uri="{FF2B5EF4-FFF2-40B4-BE49-F238E27FC236}">
                    <a16:creationId xmlns:a16="http://schemas.microsoft.com/office/drawing/2014/main" id="{7B872A48-6EEF-4EC2-B860-329EED88AA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2" y="4356"/>
                <a:ext cx="206" cy="19"/>
              </a:xfrm>
              <a:custGeom>
                <a:avLst/>
                <a:gdLst>
                  <a:gd name="T0" fmla="*/ 37 w 87"/>
                  <a:gd name="T1" fmla="*/ 8 h 8"/>
                  <a:gd name="T2" fmla="*/ 39 w 87"/>
                  <a:gd name="T3" fmla="*/ 8 h 8"/>
                  <a:gd name="T4" fmla="*/ 40 w 87"/>
                  <a:gd name="T5" fmla="*/ 8 h 8"/>
                  <a:gd name="T6" fmla="*/ 37 w 87"/>
                  <a:gd name="T7" fmla="*/ 8 h 8"/>
                  <a:gd name="T8" fmla="*/ 87 w 87"/>
                  <a:gd name="T9" fmla="*/ 8 h 8"/>
                  <a:gd name="T10" fmla="*/ 84 w 87"/>
                  <a:gd name="T11" fmla="*/ 8 h 8"/>
                  <a:gd name="T12" fmla="*/ 71 w 87"/>
                  <a:gd name="T13" fmla="*/ 8 h 8"/>
                  <a:gd name="T14" fmla="*/ 79 w 87"/>
                  <a:gd name="T15" fmla="*/ 8 h 8"/>
                  <a:gd name="T16" fmla="*/ 87 w 87"/>
                  <a:gd name="T17" fmla="*/ 8 h 8"/>
                  <a:gd name="T18" fmla="*/ 0 w 87"/>
                  <a:gd name="T19" fmla="*/ 5 h 8"/>
                  <a:gd name="T20" fmla="*/ 0 w 87"/>
                  <a:gd name="T21" fmla="*/ 6 h 8"/>
                  <a:gd name="T22" fmla="*/ 2 w 87"/>
                  <a:gd name="T23" fmla="*/ 6 h 8"/>
                  <a:gd name="T24" fmla="*/ 2 w 87"/>
                  <a:gd name="T25" fmla="*/ 6 h 8"/>
                  <a:gd name="T26" fmla="*/ 0 w 87"/>
                  <a:gd name="T27" fmla="*/ 5 h 8"/>
                  <a:gd name="T28" fmla="*/ 14 w 87"/>
                  <a:gd name="T29" fmla="*/ 0 h 8"/>
                  <a:gd name="T30" fmla="*/ 10 w 87"/>
                  <a:gd name="T31" fmla="*/ 1 h 8"/>
                  <a:gd name="T32" fmla="*/ 14 w 87"/>
                  <a:gd name="T33" fmla="*/ 0 h 8"/>
                  <a:gd name="T34" fmla="*/ 14 w 87"/>
                  <a:gd name="T3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" h="8">
                    <a:moveTo>
                      <a:pt x="37" y="8"/>
                    </a:moveTo>
                    <a:cubicBezTo>
                      <a:pt x="38" y="8"/>
                      <a:pt x="38" y="8"/>
                      <a:pt x="39" y="8"/>
                    </a:cubicBezTo>
                    <a:cubicBezTo>
                      <a:pt x="39" y="8"/>
                      <a:pt x="39" y="8"/>
                      <a:pt x="40" y="8"/>
                    </a:cubicBezTo>
                    <a:cubicBezTo>
                      <a:pt x="39" y="8"/>
                      <a:pt x="38" y="8"/>
                      <a:pt x="37" y="8"/>
                    </a:cubicBezTo>
                    <a:moveTo>
                      <a:pt x="87" y="8"/>
                    </a:moveTo>
                    <a:cubicBezTo>
                      <a:pt x="84" y="8"/>
                      <a:pt x="84" y="8"/>
                      <a:pt x="84" y="8"/>
                    </a:cubicBezTo>
                    <a:cubicBezTo>
                      <a:pt x="81" y="8"/>
                      <a:pt x="76" y="8"/>
                      <a:pt x="71" y="8"/>
                    </a:cubicBezTo>
                    <a:cubicBezTo>
                      <a:pt x="74" y="8"/>
                      <a:pt x="77" y="8"/>
                      <a:pt x="79" y="8"/>
                    </a:cubicBezTo>
                    <a:cubicBezTo>
                      <a:pt x="82" y="8"/>
                      <a:pt x="85" y="8"/>
                      <a:pt x="87" y="8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6"/>
                      <a:pt x="0" y="5"/>
                      <a:pt x="0" y="5"/>
                    </a:cubicBezTo>
                    <a:moveTo>
                      <a:pt x="14" y="0"/>
                    </a:moveTo>
                    <a:cubicBezTo>
                      <a:pt x="14" y="0"/>
                      <a:pt x="12" y="0"/>
                      <a:pt x="10" y="1"/>
                    </a:cubicBezTo>
                    <a:cubicBezTo>
                      <a:pt x="11" y="0"/>
                      <a:pt x="12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182">
                <a:extLst>
                  <a:ext uri="{FF2B5EF4-FFF2-40B4-BE49-F238E27FC236}">
                    <a16:creationId xmlns:a16="http://schemas.microsoft.com/office/drawing/2014/main" id="{52FC012D-91DA-4E23-8DDD-00213CF9E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4" y="4375"/>
                <a:ext cx="95" cy="3"/>
              </a:xfrm>
              <a:custGeom>
                <a:avLst/>
                <a:gdLst>
                  <a:gd name="T0" fmla="*/ 0 w 40"/>
                  <a:gd name="T1" fmla="*/ 0 h 1"/>
                  <a:gd name="T2" fmla="*/ 22 w 40"/>
                  <a:gd name="T3" fmla="*/ 1 h 1"/>
                  <a:gd name="T4" fmla="*/ 40 w 40"/>
                  <a:gd name="T5" fmla="*/ 0 h 1"/>
                  <a:gd name="T6" fmla="*/ 32 w 40"/>
                  <a:gd name="T7" fmla="*/ 0 h 1"/>
                  <a:gd name="T8" fmla="*/ 17 w 40"/>
                  <a:gd name="T9" fmla="*/ 1 h 1"/>
                  <a:gd name="T10" fmla="*/ 1 w 40"/>
                  <a:gd name="T11" fmla="*/ 0 h 1"/>
                  <a:gd name="T12" fmla="*/ 0 w 40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">
                    <a:moveTo>
                      <a:pt x="0" y="0"/>
                    </a:moveTo>
                    <a:cubicBezTo>
                      <a:pt x="7" y="1"/>
                      <a:pt x="15" y="1"/>
                      <a:pt x="22" y="1"/>
                    </a:cubicBezTo>
                    <a:cubicBezTo>
                      <a:pt x="28" y="1"/>
                      <a:pt x="35" y="1"/>
                      <a:pt x="40" y="0"/>
                    </a:cubicBezTo>
                    <a:cubicBezTo>
                      <a:pt x="38" y="0"/>
                      <a:pt x="35" y="0"/>
                      <a:pt x="32" y="0"/>
                    </a:cubicBezTo>
                    <a:cubicBezTo>
                      <a:pt x="27" y="0"/>
                      <a:pt x="22" y="1"/>
                      <a:pt x="17" y="1"/>
                    </a:cubicBezTo>
                    <a:cubicBezTo>
                      <a:pt x="11" y="1"/>
                      <a:pt x="6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8AD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183">
                <a:extLst>
                  <a:ext uri="{FF2B5EF4-FFF2-40B4-BE49-F238E27FC236}">
                    <a16:creationId xmlns:a16="http://schemas.microsoft.com/office/drawing/2014/main" id="{FFB12DA0-ACE8-4C20-8407-C5B0BB1DB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4356"/>
                <a:ext cx="206" cy="22"/>
              </a:xfrm>
              <a:custGeom>
                <a:avLst/>
                <a:gdLst>
                  <a:gd name="T0" fmla="*/ 14 w 87"/>
                  <a:gd name="T1" fmla="*/ 0 h 9"/>
                  <a:gd name="T2" fmla="*/ 10 w 87"/>
                  <a:gd name="T3" fmla="*/ 1 h 9"/>
                  <a:gd name="T4" fmla="*/ 0 w 87"/>
                  <a:gd name="T5" fmla="*/ 5 h 9"/>
                  <a:gd name="T6" fmla="*/ 2 w 87"/>
                  <a:gd name="T7" fmla="*/ 6 h 9"/>
                  <a:gd name="T8" fmla="*/ 2 w 87"/>
                  <a:gd name="T9" fmla="*/ 6 h 9"/>
                  <a:gd name="T10" fmla="*/ 37 w 87"/>
                  <a:gd name="T11" fmla="*/ 8 h 9"/>
                  <a:gd name="T12" fmla="*/ 40 w 87"/>
                  <a:gd name="T13" fmla="*/ 8 h 9"/>
                  <a:gd name="T14" fmla="*/ 56 w 87"/>
                  <a:gd name="T15" fmla="*/ 9 h 9"/>
                  <a:gd name="T16" fmla="*/ 71 w 87"/>
                  <a:gd name="T17" fmla="*/ 8 h 9"/>
                  <a:gd name="T18" fmla="*/ 84 w 87"/>
                  <a:gd name="T19" fmla="*/ 8 h 9"/>
                  <a:gd name="T20" fmla="*/ 87 w 87"/>
                  <a:gd name="T21" fmla="*/ 8 h 9"/>
                  <a:gd name="T22" fmla="*/ 87 w 87"/>
                  <a:gd name="T23" fmla="*/ 8 h 9"/>
                  <a:gd name="T24" fmla="*/ 87 w 87"/>
                  <a:gd name="T25" fmla="*/ 7 h 9"/>
                  <a:gd name="T26" fmla="*/ 68 w 87"/>
                  <a:gd name="T27" fmla="*/ 7 h 9"/>
                  <a:gd name="T28" fmla="*/ 68 w 87"/>
                  <a:gd name="T29" fmla="*/ 7 h 9"/>
                  <a:gd name="T30" fmla="*/ 18 w 87"/>
                  <a:gd name="T31" fmla="*/ 6 h 9"/>
                  <a:gd name="T32" fmla="*/ 14 w 87"/>
                  <a:gd name="T3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" h="9">
                    <a:moveTo>
                      <a:pt x="14" y="0"/>
                    </a:moveTo>
                    <a:cubicBezTo>
                      <a:pt x="12" y="0"/>
                      <a:pt x="11" y="0"/>
                      <a:pt x="10" y="1"/>
                    </a:cubicBezTo>
                    <a:cubicBezTo>
                      <a:pt x="6" y="2"/>
                      <a:pt x="1" y="3"/>
                      <a:pt x="0" y="5"/>
                    </a:cubicBezTo>
                    <a:cubicBezTo>
                      <a:pt x="0" y="5"/>
                      <a:pt x="0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7" y="7"/>
                      <a:pt x="21" y="8"/>
                      <a:pt x="37" y="8"/>
                    </a:cubicBezTo>
                    <a:cubicBezTo>
                      <a:pt x="38" y="8"/>
                      <a:pt x="39" y="8"/>
                      <a:pt x="40" y="8"/>
                    </a:cubicBezTo>
                    <a:cubicBezTo>
                      <a:pt x="45" y="8"/>
                      <a:pt x="50" y="9"/>
                      <a:pt x="56" y="9"/>
                    </a:cubicBezTo>
                    <a:cubicBezTo>
                      <a:pt x="61" y="9"/>
                      <a:pt x="66" y="8"/>
                      <a:pt x="71" y="8"/>
                    </a:cubicBezTo>
                    <a:cubicBezTo>
                      <a:pt x="76" y="8"/>
                      <a:pt x="81" y="8"/>
                      <a:pt x="84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6"/>
                      <a:pt x="17" y="0"/>
                      <a:pt x="14" y="0"/>
                    </a:cubicBezTo>
                  </a:path>
                </a:pathLst>
              </a:custGeom>
              <a:solidFill>
                <a:srgbClr val="F6B9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184">
                <a:extLst>
                  <a:ext uri="{FF2B5EF4-FFF2-40B4-BE49-F238E27FC236}">
                    <a16:creationId xmlns:a16="http://schemas.microsoft.com/office/drawing/2014/main" id="{1FA5CEA1-9ABC-4635-9543-451D346F8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3" y="4373"/>
                <a:ext cx="45" cy="0"/>
              </a:xfrm>
              <a:custGeom>
                <a:avLst/>
                <a:gdLst>
                  <a:gd name="T0" fmla="*/ 0 w 19"/>
                  <a:gd name="T1" fmla="*/ 0 w 19"/>
                  <a:gd name="T2" fmla="*/ 19 w 19"/>
                  <a:gd name="T3" fmla="*/ 19 w 19"/>
                  <a:gd name="T4" fmla="*/ 0 w 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B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185">
                <a:extLst>
                  <a:ext uri="{FF2B5EF4-FFF2-40B4-BE49-F238E27FC236}">
                    <a16:creationId xmlns:a16="http://schemas.microsoft.com/office/drawing/2014/main" id="{3FB39C10-DDBF-4732-815E-E8AC020A5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4368"/>
                <a:ext cx="209" cy="5"/>
              </a:xfrm>
              <a:custGeom>
                <a:avLst/>
                <a:gdLst>
                  <a:gd name="T0" fmla="*/ 88 w 88"/>
                  <a:gd name="T1" fmla="*/ 2 h 2"/>
                  <a:gd name="T2" fmla="*/ 87 w 88"/>
                  <a:gd name="T3" fmla="*/ 2 h 2"/>
                  <a:gd name="T4" fmla="*/ 84 w 88"/>
                  <a:gd name="T5" fmla="*/ 2 h 2"/>
                  <a:gd name="T6" fmla="*/ 75 w 88"/>
                  <a:gd name="T7" fmla="*/ 2 h 2"/>
                  <a:gd name="T8" fmla="*/ 44 w 88"/>
                  <a:gd name="T9" fmla="*/ 2 h 2"/>
                  <a:gd name="T10" fmla="*/ 13 w 88"/>
                  <a:gd name="T11" fmla="*/ 1 h 2"/>
                  <a:gd name="T12" fmla="*/ 3 w 88"/>
                  <a:gd name="T13" fmla="*/ 0 h 2"/>
                  <a:gd name="T14" fmla="*/ 1 w 88"/>
                  <a:gd name="T15" fmla="*/ 0 h 2"/>
                  <a:gd name="T16" fmla="*/ 0 w 88"/>
                  <a:gd name="T17" fmla="*/ 0 h 2"/>
                  <a:gd name="T18" fmla="*/ 1 w 88"/>
                  <a:gd name="T19" fmla="*/ 0 h 2"/>
                  <a:gd name="T20" fmla="*/ 4 w 88"/>
                  <a:gd name="T21" fmla="*/ 0 h 2"/>
                  <a:gd name="T22" fmla="*/ 13 w 88"/>
                  <a:gd name="T23" fmla="*/ 0 h 2"/>
                  <a:gd name="T24" fmla="*/ 44 w 88"/>
                  <a:gd name="T25" fmla="*/ 1 h 2"/>
                  <a:gd name="T26" fmla="*/ 75 w 88"/>
                  <a:gd name="T27" fmla="*/ 2 h 2"/>
                  <a:gd name="T28" fmla="*/ 84 w 88"/>
                  <a:gd name="T29" fmla="*/ 2 h 2"/>
                  <a:gd name="T30" fmla="*/ 87 w 88"/>
                  <a:gd name="T31" fmla="*/ 2 h 2"/>
                  <a:gd name="T32" fmla="*/ 88 w 88"/>
                  <a:gd name="T3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8" h="2">
                    <a:moveTo>
                      <a:pt x="88" y="2"/>
                    </a:moveTo>
                    <a:cubicBezTo>
                      <a:pt x="88" y="2"/>
                      <a:pt x="87" y="2"/>
                      <a:pt x="87" y="2"/>
                    </a:cubicBezTo>
                    <a:cubicBezTo>
                      <a:pt x="86" y="2"/>
                      <a:pt x="85" y="2"/>
                      <a:pt x="84" y="2"/>
                    </a:cubicBezTo>
                    <a:cubicBezTo>
                      <a:pt x="82" y="2"/>
                      <a:pt x="78" y="2"/>
                      <a:pt x="75" y="2"/>
                    </a:cubicBezTo>
                    <a:cubicBezTo>
                      <a:pt x="67" y="2"/>
                      <a:pt x="56" y="2"/>
                      <a:pt x="44" y="2"/>
                    </a:cubicBezTo>
                    <a:cubicBezTo>
                      <a:pt x="32" y="2"/>
                      <a:pt x="21" y="1"/>
                      <a:pt x="13" y="1"/>
                    </a:cubicBezTo>
                    <a:cubicBezTo>
                      <a:pt x="9" y="1"/>
                      <a:pt x="6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1" y="1"/>
                      <a:pt x="32" y="1"/>
                      <a:pt x="44" y="1"/>
                    </a:cubicBezTo>
                    <a:cubicBezTo>
                      <a:pt x="56" y="2"/>
                      <a:pt x="67" y="2"/>
                      <a:pt x="75" y="2"/>
                    </a:cubicBezTo>
                    <a:cubicBezTo>
                      <a:pt x="78" y="2"/>
                      <a:pt x="82" y="2"/>
                      <a:pt x="84" y="2"/>
                    </a:cubicBezTo>
                    <a:cubicBezTo>
                      <a:pt x="85" y="2"/>
                      <a:pt x="86" y="2"/>
                      <a:pt x="87" y="2"/>
                    </a:cubicBezTo>
                    <a:cubicBezTo>
                      <a:pt x="87" y="2"/>
                      <a:pt x="88" y="2"/>
                      <a:pt x="88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186">
                <a:extLst>
                  <a:ext uri="{FF2B5EF4-FFF2-40B4-BE49-F238E27FC236}">
                    <a16:creationId xmlns:a16="http://schemas.microsoft.com/office/drawing/2014/main" id="{F06BFBD0-10AE-4650-BB15-906DD07E4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3" y="4354"/>
                <a:ext cx="12" cy="19"/>
              </a:xfrm>
              <a:custGeom>
                <a:avLst/>
                <a:gdLst>
                  <a:gd name="T0" fmla="*/ 5 w 5"/>
                  <a:gd name="T1" fmla="*/ 8 h 8"/>
                  <a:gd name="T2" fmla="*/ 3 w 5"/>
                  <a:gd name="T3" fmla="*/ 3 h 8"/>
                  <a:gd name="T4" fmla="*/ 0 w 5"/>
                  <a:gd name="T5" fmla="*/ 0 h 8"/>
                  <a:gd name="T6" fmla="*/ 4 w 5"/>
                  <a:gd name="T7" fmla="*/ 3 h 8"/>
                  <a:gd name="T8" fmla="*/ 5 w 5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cubicBezTo>
                      <a:pt x="5" y="8"/>
                      <a:pt x="5" y="5"/>
                      <a:pt x="3" y="3"/>
                    </a:cubicBezTo>
                    <a:cubicBezTo>
                      <a:pt x="2" y="1"/>
                      <a:pt x="0" y="0"/>
                      <a:pt x="0" y="0"/>
                    </a:cubicBezTo>
                    <a:cubicBezTo>
                      <a:pt x="0" y="0"/>
                      <a:pt x="3" y="1"/>
                      <a:pt x="4" y="3"/>
                    </a:cubicBezTo>
                    <a:cubicBezTo>
                      <a:pt x="5" y="5"/>
                      <a:pt x="5" y="8"/>
                      <a:pt x="5" y="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187">
                <a:extLst>
                  <a:ext uri="{FF2B5EF4-FFF2-40B4-BE49-F238E27FC236}">
                    <a16:creationId xmlns:a16="http://schemas.microsoft.com/office/drawing/2014/main" id="{81305682-B1BB-4B12-A457-A5EEE0750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5" y="4347"/>
                <a:ext cx="8" cy="9"/>
              </a:xfrm>
              <a:custGeom>
                <a:avLst/>
                <a:gdLst>
                  <a:gd name="T0" fmla="*/ 2 w 3"/>
                  <a:gd name="T1" fmla="*/ 4 h 4"/>
                  <a:gd name="T2" fmla="*/ 1 w 3"/>
                  <a:gd name="T3" fmla="*/ 2 h 4"/>
                  <a:gd name="T4" fmla="*/ 0 w 3"/>
                  <a:gd name="T5" fmla="*/ 0 h 4"/>
                  <a:gd name="T6" fmla="*/ 1 w 3"/>
                  <a:gd name="T7" fmla="*/ 2 h 4"/>
                  <a:gd name="T8" fmla="*/ 2 w 3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4"/>
                    </a:moveTo>
                    <a:cubicBezTo>
                      <a:pt x="2" y="4"/>
                      <a:pt x="2" y="3"/>
                      <a:pt x="1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2"/>
                    </a:cubicBezTo>
                    <a:cubicBezTo>
                      <a:pt x="2" y="3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188">
                <a:extLst>
                  <a:ext uri="{FF2B5EF4-FFF2-40B4-BE49-F238E27FC236}">
                    <a16:creationId xmlns:a16="http://schemas.microsoft.com/office/drawing/2014/main" id="{91C53921-EA18-438A-B1E3-E3132BEA4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3" y="4344"/>
                <a:ext cx="9" cy="8"/>
              </a:xfrm>
              <a:custGeom>
                <a:avLst/>
                <a:gdLst>
                  <a:gd name="T0" fmla="*/ 4 w 4"/>
                  <a:gd name="T1" fmla="*/ 3 h 3"/>
                  <a:gd name="T2" fmla="*/ 2 w 4"/>
                  <a:gd name="T3" fmla="*/ 2 h 3"/>
                  <a:gd name="T4" fmla="*/ 1 w 4"/>
                  <a:gd name="T5" fmla="*/ 0 h 3"/>
                  <a:gd name="T6" fmla="*/ 2 w 4"/>
                  <a:gd name="T7" fmla="*/ 1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3" y="2"/>
                      <a:pt x="2" y="2"/>
                    </a:cubicBezTo>
                    <a:cubicBezTo>
                      <a:pt x="1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3" y="2"/>
                      <a:pt x="4" y="3"/>
                      <a:pt x="4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189">
                <a:extLst>
                  <a:ext uri="{FF2B5EF4-FFF2-40B4-BE49-F238E27FC236}">
                    <a16:creationId xmlns:a16="http://schemas.microsoft.com/office/drawing/2014/main" id="{B6E8635A-51D3-4298-92EE-DF3BFD7C5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5" y="4340"/>
                <a:ext cx="12" cy="2"/>
              </a:xfrm>
              <a:custGeom>
                <a:avLst/>
                <a:gdLst>
                  <a:gd name="T0" fmla="*/ 5 w 5"/>
                  <a:gd name="T1" fmla="*/ 0 h 1"/>
                  <a:gd name="T2" fmla="*/ 3 w 5"/>
                  <a:gd name="T3" fmla="*/ 1 h 1"/>
                  <a:gd name="T4" fmla="*/ 0 w 5"/>
                  <a:gd name="T5" fmla="*/ 0 h 1"/>
                  <a:gd name="T6" fmla="*/ 3 w 5"/>
                  <a:gd name="T7" fmla="*/ 0 h 1"/>
                  <a:gd name="T8" fmla="*/ 5 w 5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5" y="1"/>
                      <a:pt x="4" y="1"/>
                      <a:pt x="3" y="1"/>
                    </a:cubicBez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190">
                <a:extLst>
                  <a:ext uri="{FF2B5EF4-FFF2-40B4-BE49-F238E27FC236}">
                    <a16:creationId xmlns:a16="http://schemas.microsoft.com/office/drawing/2014/main" id="{CA21646C-630D-4745-B992-CB17543D8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5" y="4333"/>
                <a:ext cx="17" cy="2"/>
              </a:xfrm>
              <a:custGeom>
                <a:avLst/>
                <a:gdLst>
                  <a:gd name="T0" fmla="*/ 6 w 7"/>
                  <a:gd name="T1" fmla="*/ 0 h 1"/>
                  <a:gd name="T2" fmla="*/ 3 w 7"/>
                  <a:gd name="T3" fmla="*/ 1 h 1"/>
                  <a:gd name="T4" fmla="*/ 0 w 7"/>
                  <a:gd name="T5" fmla="*/ 0 h 1"/>
                  <a:gd name="T6" fmla="*/ 3 w 7"/>
                  <a:gd name="T7" fmla="*/ 0 h 1"/>
                  <a:gd name="T8" fmla="*/ 6 w 7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">
                    <a:moveTo>
                      <a:pt x="6" y="0"/>
                    </a:moveTo>
                    <a:cubicBezTo>
                      <a:pt x="7" y="0"/>
                      <a:pt x="5" y="1"/>
                      <a:pt x="3" y="1"/>
                    </a:cubicBezTo>
                    <a:cubicBezTo>
                      <a:pt x="2" y="1"/>
                      <a:pt x="0" y="1"/>
                      <a:pt x="0" y="0"/>
                    </a:cubicBezTo>
                    <a:cubicBezTo>
                      <a:pt x="0" y="0"/>
                      <a:pt x="2" y="0"/>
                      <a:pt x="3" y="0"/>
                    </a:cubicBezTo>
                    <a:cubicBezTo>
                      <a:pt x="5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191">
                <a:extLst>
                  <a:ext uri="{FF2B5EF4-FFF2-40B4-BE49-F238E27FC236}">
                    <a16:creationId xmlns:a16="http://schemas.microsoft.com/office/drawing/2014/main" id="{988C6F48-09B8-463E-8A41-23E2EB62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4" y="4333"/>
                <a:ext cx="24" cy="14"/>
              </a:xfrm>
              <a:custGeom>
                <a:avLst/>
                <a:gdLst>
                  <a:gd name="T0" fmla="*/ 10 w 10"/>
                  <a:gd name="T1" fmla="*/ 6 h 6"/>
                  <a:gd name="T2" fmla="*/ 7 w 10"/>
                  <a:gd name="T3" fmla="*/ 5 h 6"/>
                  <a:gd name="T4" fmla="*/ 3 w 10"/>
                  <a:gd name="T5" fmla="*/ 5 h 6"/>
                  <a:gd name="T6" fmla="*/ 1 w 10"/>
                  <a:gd name="T7" fmla="*/ 4 h 6"/>
                  <a:gd name="T8" fmla="*/ 0 w 10"/>
                  <a:gd name="T9" fmla="*/ 3 h 6"/>
                  <a:gd name="T10" fmla="*/ 1 w 10"/>
                  <a:gd name="T11" fmla="*/ 2 h 6"/>
                  <a:gd name="T12" fmla="*/ 8 w 10"/>
                  <a:gd name="T13" fmla="*/ 3 h 6"/>
                  <a:gd name="T14" fmla="*/ 9 w 10"/>
                  <a:gd name="T15" fmla="*/ 6 h 6"/>
                  <a:gd name="T16" fmla="*/ 9 w 10"/>
                  <a:gd name="T17" fmla="*/ 6 h 6"/>
                  <a:gd name="T18" fmla="*/ 8 w 10"/>
                  <a:gd name="T19" fmla="*/ 4 h 6"/>
                  <a:gd name="T20" fmla="*/ 5 w 10"/>
                  <a:gd name="T21" fmla="*/ 2 h 6"/>
                  <a:gd name="T22" fmla="*/ 1 w 10"/>
                  <a:gd name="T23" fmla="*/ 2 h 6"/>
                  <a:gd name="T24" fmla="*/ 1 w 10"/>
                  <a:gd name="T25" fmla="*/ 3 h 6"/>
                  <a:gd name="T26" fmla="*/ 3 w 10"/>
                  <a:gd name="T27" fmla="*/ 4 h 6"/>
                  <a:gd name="T28" fmla="*/ 7 w 10"/>
                  <a:gd name="T29" fmla="*/ 5 h 6"/>
                  <a:gd name="T30" fmla="*/ 10 w 10"/>
                  <a:gd name="T31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" h="6">
                    <a:moveTo>
                      <a:pt x="10" y="6"/>
                    </a:moveTo>
                    <a:cubicBezTo>
                      <a:pt x="10" y="6"/>
                      <a:pt x="9" y="6"/>
                      <a:pt x="7" y="5"/>
                    </a:cubicBezTo>
                    <a:cubicBezTo>
                      <a:pt x="6" y="5"/>
                      <a:pt x="4" y="5"/>
                      <a:pt x="3" y="5"/>
                    </a:cubicBezTo>
                    <a:cubicBezTo>
                      <a:pt x="2" y="4"/>
                      <a:pt x="2" y="4"/>
                      <a:pt x="1" y="4"/>
                    </a:cubicBezTo>
                    <a:cubicBezTo>
                      <a:pt x="1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4" y="0"/>
                      <a:pt x="7" y="2"/>
                      <a:pt x="8" y="3"/>
                    </a:cubicBezTo>
                    <a:cubicBezTo>
                      <a:pt x="9" y="4"/>
                      <a:pt x="9" y="5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9" y="5"/>
                      <a:pt x="8" y="4"/>
                    </a:cubicBezTo>
                    <a:cubicBezTo>
                      <a:pt x="7" y="3"/>
                      <a:pt x="6" y="2"/>
                      <a:pt x="5" y="2"/>
                    </a:cubicBezTo>
                    <a:cubicBezTo>
                      <a:pt x="4" y="2"/>
                      <a:pt x="2" y="1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5"/>
                      <a:pt x="6" y="5"/>
                      <a:pt x="7" y="5"/>
                    </a:cubicBezTo>
                    <a:cubicBezTo>
                      <a:pt x="9" y="5"/>
                      <a:pt x="10" y="5"/>
                      <a:pt x="10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192">
                <a:extLst>
                  <a:ext uri="{FF2B5EF4-FFF2-40B4-BE49-F238E27FC236}">
                    <a16:creationId xmlns:a16="http://schemas.microsoft.com/office/drawing/2014/main" id="{D55B9108-4DAA-4A30-ADD6-640C4AEB7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3" y="4333"/>
                <a:ext cx="14" cy="14"/>
              </a:xfrm>
              <a:custGeom>
                <a:avLst/>
                <a:gdLst>
                  <a:gd name="T0" fmla="*/ 1 w 6"/>
                  <a:gd name="T1" fmla="*/ 6 h 6"/>
                  <a:gd name="T2" fmla="*/ 1 w 6"/>
                  <a:gd name="T3" fmla="*/ 4 h 6"/>
                  <a:gd name="T4" fmla="*/ 2 w 6"/>
                  <a:gd name="T5" fmla="*/ 1 h 6"/>
                  <a:gd name="T6" fmla="*/ 4 w 6"/>
                  <a:gd name="T7" fmla="*/ 0 h 6"/>
                  <a:gd name="T8" fmla="*/ 5 w 6"/>
                  <a:gd name="T9" fmla="*/ 1 h 6"/>
                  <a:gd name="T10" fmla="*/ 5 w 6"/>
                  <a:gd name="T11" fmla="*/ 3 h 6"/>
                  <a:gd name="T12" fmla="*/ 3 w 6"/>
                  <a:gd name="T13" fmla="*/ 4 h 6"/>
                  <a:gd name="T14" fmla="*/ 1 w 6"/>
                  <a:gd name="T15" fmla="*/ 6 h 6"/>
                  <a:gd name="T16" fmla="*/ 3 w 6"/>
                  <a:gd name="T17" fmla="*/ 4 h 6"/>
                  <a:gd name="T18" fmla="*/ 4 w 6"/>
                  <a:gd name="T19" fmla="*/ 2 h 6"/>
                  <a:gd name="T20" fmla="*/ 4 w 6"/>
                  <a:gd name="T21" fmla="*/ 0 h 6"/>
                  <a:gd name="T22" fmla="*/ 2 w 6"/>
                  <a:gd name="T23" fmla="*/ 2 h 6"/>
                  <a:gd name="T24" fmla="*/ 1 w 6"/>
                  <a:gd name="T25" fmla="*/ 4 h 6"/>
                  <a:gd name="T26" fmla="*/ 1 w 6"/>
                  <a:gd name="T2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6">
                    <a:moveTo>
                      <a:pt x="1" y="6"/>
                    </a:moveTo>
                    <a:cubicBezTo>
                      <a:pt x="1" y="6"/>
                      <a:pt x="0" y="5"/>
                      <a:pt x="1" y="4"/>
                    </a:cubicBezTo>
                    <a:cubicBezTo>
                      <a:pt x="1" y="3"/>
                      <a:pt x="1" y="2"/>
                      <a:pt x="2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5" y="0"/>
                      <a:pt x="6" y="1"/>
                      <a:pt x="5" y="1"/>
                    </a:cubicBezTo>
                    <a:cubicBezTo>
                      <a:pt x="5" y="2"/>
                      <a:pt x="5" y="2"/>
                      <a:pt x="5" y="3"/>
                    </a:cubicBezTo>
                    <a:cubicBezTo>
                      <a:pt x="4" y="3"/>
                      <a:pt x="4" y="4"/>
                      <a:pt x="3" y="4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2" y="5"/>
                      <a:pt x="3" y="4"/>
                    </a:cubicBezTo>
                    <a:cubicBezTo>
                      <a:pt x="3" y="4"/>
                      <a:pt x="4" y="3"/>
                      <a:pt x="4" y="2"/>
                    </a:cubicBezTo>
                    <a:cubicBezTo>
                      <a:pt x="5" y="2"/>
                      <a:pt x="5" y="1"/>
                      <a:pt x="4" y="0"/>
                    </a:cubicBezTo>
                    <a:cubicBezTo>
                      <a:pt x="4" y="0"/>
                      <a:pt x="3" y="1"/>
                      <a:pt x="2" y="2"/>
                    </a:cubicBezTo>
                    <a:cubicBezTo>
                      <a:pt x="2" y="2"/>
                      <a:pt x="1" y="3"/>
                      <a:pt x="1" y="4"/>
                    </a:cubicBezTo>
                    <a:cubicBezTo>
                      <a:pt x="1" y="5"/>
                      <a:pt x="1" y="6"/>
                      <a:pt x="1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193">
                <a:extLst>
                  <a:ext uri="{FF2B5EF4-FFF2-40B4-BE49-F238E27FC236}">
                    <a16:creationId xmlns:a16="http://schemas.microsoft.com/office/drawing/2014/main" id="{A874CE07-F83C-4940-B8AF-09A70DAA2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3" y="4342"/>
                <a:ext cx="45" cy="31"/>
              </a:xfrm>
              <a:custGeom>
                <a:avLst/>
                <a:gdLst>
                  <a:gd name="T0" fmla="*/ 19 w 19"/>
                  <a:gd name="T1" fmla="*/ 0 h 13"/>
                  <a:gd name="T2" fmla="*/ 15 w 19"/>
                  <a:gd name="T3" fmla="*/ 0 h 13"/>
                  <a:gd name="T4" fmla="*/ 7 w 19"/>
                  <a:gd name="T5" fmla="*/ 3 h 13"/>
                  <a:gd name="T6" fmla="*/ 1 w 19"/>
                  <a:gd name="T7" fmla="*/ 10 h 13"/>
                  <a:gd name="T8" fmla="*/ 0 w 19"/>
                  <a:gd name="T9" fmla="*/ 13 h 13"/>
                  <a:gd name="T10" fmla="*/ 0 w 19"/>
                  <a:gd name="T11" fmla="*/ 12 h 13"/>
                  <a:gd name="T12" fmla="*/ 1 w 19"/>
                  <a:gd name="T13" fmla="*/ 9 h 13"/>
                  <a:gd name="T14" fmla="*/ 6 w 19"/>
                  <a:gd name="T15" fmla="*/ 2 h 13"/>
                  <a:gd name="T16" fmla="*/ 15 w 19"/>
                  <a:gd name="T17" fmla="*/ 0 h 13"/>
                  <a:gd name="T18" fmla="*/ 18 w 19"/>
                  <a:gd name="T19" fmla="*/ 0 h 13"/>
                  <a:gd name="T20" fmla="*/ 19 w 19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13">
                    <a:moveTo>
                      <a:pt x="19" y="0"/>
                    </a:moveTo>
                    <a:cubicBezTo>
                      <a:pt x="19" y="0"/>
                      <a:pt x="17" y="0"/>
                      <a:pt x="15" y="0"/>
                    </a:cubicBezTo>
                    <a:cubicBezTo>
                      <a:pt x="13" y="0"/>
                      <a:pt x="10" y="1"/>
                      <a:pt x="7" y="3"/>
                    </a:cubicBezTo>
                    <a:cubicBezTo>
                      <a:pt x="4" y="5"/>
                      <a:pt x="2" y="8"/>
                      <a:pt x="1" y="10"/>
                    </a:cubicBezTo>
                    <a:cubicBezTo>
                      <a:pt x="0" y="12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2"/>
                    </a:cubicBezTo>
                    <a:cubicBezTo>
                      <a:pt x="0" y="11"/>
                      <a:pt x="0" y="11"/>
                      <a:pt x="1" y="9"/>
                    </a:cubicBezTo>
                    <a:cubicBezTo>
                      <a:pt x="2" y="7"/>
                      <a:pt x="3" y="5"/>
                      <a:pt x="6" y="2"/>
                    </a:cubicBezTo>
                    <a:cubicBezTo>
                      <a:pt x="9" y="0"/>
                      <a:pt x="13" y="0"/>
                      <a:pt x="15" y="0"/>
                    </a:cubicBezTo>
                    <a:cubicBezTo>
                      <a:pt x="16" y="0"/>
                      <a:pt x="17" y="0"/>
                      <a:pt x="18" y="0"/>
                    </a:cubicBezTo>
                    <a:cubicBezTo>
                      <a:pt x="19" y="0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194">
                <a:extLst>
                  <a:ext uri="{FF2B5EF4-FFF2-40B4-BE49-F238E27FC236}">
                    <a16:creationId xmlns:a16="http://schemas.microsoft.com/office/drawing/2014/main" id="{D430BEDD-610D-4FA5-92B2-09FC10DEF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3" y="4361"/>
                <a:ext cx="36" cy="2"/>
              </a:xfrm>
              <a:custGeom>
                <a:avLst/>
                <a:gdLst>
                  <a:gd name="T0" fmla="*/ 15 w 15"/>
                  <a:gd name="T1" fmla="*/ 0 h 1"/>
                  <a:gd name="T2" fmla="*/ 7 w 15"/>
                  <a:gd name="T3" fmla="*/ 1 h 1"/>
                  <a:gd name="T4" fmla="*/ 0 w 15"/>
                  <a:gd name="T5" fmla="*/ 0 h 1"/>
                  <a:gd name="T6" fmla="*/ 7 w 15"/>
                  <a:gd name="T7" fmla="*/ 0 h 1"/>
                  <a:gd name="T8" fmla="*/ 15 w 15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">
                    <a:moveTo>
                      <a:pt x="15" y="0"/>
                    </a:moveTo>
                    <a:cubicBezTo>
                      <a:pt x="15" y="1"/>
                      <a:pt x="11" y="1"/>
                      <a:pt x="7" y="1"/>
                    </a:cubicBezTo>
                    <a:cubicBezTo>
                      <a:pt x="3" y="1"/>
                      <a:pt x="0" y="0"/>
                      <a:pt x="0" y="0"/>
                    </a:cubicBezTo>
                    <a:cubicBezTo>
                      <a:pt x="0" y="0"/>
                      <a:pt x="3" y="0"/>
                      <a:pt x="7" y="0"/>
                    </a:cubicBezTo>
                    <a:cubicBezTo>
                      <a:pt x="11" y="0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195">
                <a:extLst>
                  <a:ext uri="{FF2B5EF4-FFF2-40B4-BE49-F238E27FC236}">
                    <a16:creationId xmlns:a16="http://schemas.microsoft.com/office/drawing/2014/main" id="{83DF82E7-E363-4B4A-B02E-53B17C4F9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" y="4363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1 w 2"/>
                  <a:gd name="T3" fmla="*/ 1 h 2"/>
                  <a:gd name="T4" fmla="*/ 0 w 2"/>
                  <a:gd name="T5" fmla="*/ 2 h 2"/>
                  <a:gd name="T6" fmla="*/ 1 w 2"/>
                  <a:gd name="T7" fmla="*/ 1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2" y="0"/>
                      <a:pt x="1" y="1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196">
                <a:extLst>
                  <a:ext uri="{FF2B5EF4-FFF2-40B4-BE49-F238E27FC236}">
                    <a16:creationId xmlns:a16="http://schemas.microsoft.com/office/drawing/2014/main" id="{1E371910-E5EB-4CA0-9C51-DDB2A9C56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" y="4352"/>
                <a:ext cx="4" cy="4"/>
              </a:xfrm>
              <a:custGeom>
                <a:avLst/>
                <a:gdLst>
                  <a:gd name="T0" fmla="*/ 2 w 2"/>
                  <a:gd name="T1" fmla="*/ 0 h 2"/>
                  <a:gd name="T2" fmla="*/ 1 w 2"/>
                  <a:gd name="T3" fmla="*/ 1 h 2"/>
                  <a:gd name="T4" fmla="*/ 0 w 2"/>
                  <a:gd name="T5" fmla="*/ 2 h 2"/>
                  <a:gd name="T6" fmla="*/ 1 w 2"/>
                  <a:gd name="T7" fmla="*/ 1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2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197">
                <a:extLst>
                  <a:ext uri="{FF2B5EF4-FFF2-40B4-BE49-F238E27FC236}">
                    <a16:creationId xmlns:a16="http://schemas.microsoft.com/office/drawing/2014/main" id="{3F252E11-F481-47BD-82D7-0EF2BEA86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" y="4347"/>
                <a:ext cx="7" cy="2"/>
              </a:xfrm>
              <a:custGeom>
                <a:avLst/>
                <a:gdLst>
                  <a:gd name="T0" fmla="*/ 3 w 3"/>
                  <a:gd name="T1" fmla="*/ 1 h 1"/>
                  <a:gd name="T2" fmla="*/ 2 w 3"/>
                  <a:gd name="T3" fmla="*/ 1 h 1"/>
                  <a:gd name="T4" fmla="*/ 0 w 3"/>
                  <a:gd name="T5" fmla="*/ 1 h 1"/>
                  <a:gd name="T6" fmla="*/ 2 w 3"/>
                  <a:gd name="T7" fmla="*/ 0 h 1"/>
                  <a:gd name="T8" fmla="*/ 3 w 3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cubicBezTo>
                      <a:pt x="3" y="1"/>
                      <a:pt x="3" y="1"/>
                      <a:pt x="2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3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198">
                <a:extLst>
                  <a:ext uri="{FF2B5EF4-FFF2-40B4-BE49-F238E27FC236}">
                    <a16:creationId xmlns:a16="http://schemas.microsoft.com/office/drawing/2014/main" id="{1EB2319B-27B6-4D81-940C-E42E7F76B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1" y="4347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199">
                <a:extLst>
                  <a:ext uri="{FF2B5EF4-FFF2-40B4-BE49-F238E27FC236}">
                    <a16:creationId xmlns:a16="http://schemas.microsoft.com/office/drawing/2014/main" id="{8EAD3DEC-FD8D-4E26-B524-13BCFA581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" y="2238"/>
                <a:ext cx="397" cy="472"/>
              </a:xfrm>
              <a:custGeom>
                <a:avLst/>
                <a:gdLst>
                  <a:gd name="T0" fmla="*/ 0 w 167"/>
                  <a:gd name="T1" fmla="*/ 0 h 199"/>
                  <a:gd name="T2" fmla="*/ 40 w 167"/>
                  <a:gd name="T3" fmla="*/ 16 h 199"/>
                  <a:gd name="T4" fmla="*/ 160 w 167"/>
                  <a:gd name="T5" fmla="*/ 142 h 199"/>
                  <a:gd name="T6" fmla="*/ 93 w 167"/>
                  <a:gd name="T7" fmla="*/ 199 h 199"/>
                  <a:gd name="T8" fmla="*/ 52 w 167"/>
                  <a:gd name="T9" fmla="*/ 151 h 199"/>
                  <a:gd name="T10" fmla="*/ 77 w 167"/>
                  <a:gd name="T11" fmla="*/ 137 h 199"/>
                  <a:gd name="T12" fmla="*/ 16 w 167"/>
                  <a:gd name="T13" fmla="*/ 96 h 199"/>
                  <a:gd name="T14" fmla="*/ 0 w 167"/>
                  <a:gd name="T15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7" h="199">
                    <a:moveTo>
                      <a:pt x="0" y="0"/>
                    </a:moveTo>
                    <a:cubicBezTo>
                      <a:pt x="0" y="0"/>
                      <a:pt x="19" y="2"/>
                      <a:pt x="40" y="16"/>
                    </a:cubicBezTo>
                    <a:cubicBezTo>
                      <a:pt x="87" y="47"/>
                      <a:pt x="167" y="112"/>
                      <a:pt x="160" y="142"/>
                    </a:cubicBezTo>
                    <a:cubicBezTo>
                      <a:pt x="155" y="168"/>
                      <a:pt x="93" y="199"/>
                      <a:pt x="93" y="199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77" y="137"/>
                      <a:pt x="77" y="137"/>
                      <a:pt x="77" y="137"/>
                    </a:cubicBezTo>
                    <a:cubicBezTo>
                      <a:pt x="16" y="96"/>
                      <a:pt x="16" y="96"/>
                      <a:pt x="16" y="9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200">
                <a:extLst>
                  <a:ext uri="{FF2B5EF4-FFF2-40B4-BE49-F238E27FC236}">
                    <a16:creationId xmlns:a16="http://schemas.microsoft.com/office/drawing/2014/main" id="{0D7CDF16-B0ED-4F39-ADCC-1B402421C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7" y="2233"/>
                <a:ext cx="714" cy="705"/>
              </a:xfrm>
              <a:custGeom>
                <a:avLst/>
                <a:gdLst>
                  <a:gd name="T0" fmla="*/ 275 w 301"/>
                  <a:gd name="T1" fmla="*/ 101 h 297"/>
                  <a:gd name="T2" fmla="*/ 273 w 301"/>
                  <a:gd name="T3" fmla="*/ 108 h 297"/>
                  <a:gd name="T4" fmla="*/ 266 w 301"/>
                  <a:gd name="T5" fmla="*/ 141 h 297"/>
                  <a:gd name="T6" fmla="*/ 264 w 301"/>
                  <a:gd name="T7" fmla="*/ 190 h 297"/>
                  <a:gd name="T8" fmla="*/ 301 w 301"/>
                  <a:gd name="T9" fmla="*/ 276 h 297"/>
                  <a:gd name="T10" fmla="*/ 119 w 301"/>
                  <a:gd name="T11" fmla="*/ 297 h 297"/>
                  <a:gd name="T12" fmla="*/ 132 w 301"/>
                  <a:gd name="T13" fmla="*/ 216 h 297"/>
                  <a:gd name="T14" fmla="*/ 140 w 301"/>
                  <a:gd name="T15" fmla="*/ 143 h 297"/>
                  <a:gd name="T16" fmla="*/ 135 w 301"/>
                  <a:gd name="T17" fmla="*/ 108 h 297"/>
                  <a:gd name="T18" fmla="*/ 73 w 301"/>
                  <a:gd name="T19" fmla="*/ 173 h 297"/>
                  <a:gd name="T20" fmla="*/ 25 w 301"/>
                  <a:gd name="T21" fmla="*/ 178 h 297"/>
                  <a:gd name="T22" fmla="*/ 25 w 301"/>
                  <a:gd name="T23" fmla="*/ 127 h 297"/>
                  <a:gd name="T24" fmla="*/ 120 w 301"/>
                  <a:gd name="T25" fmla="*/ 18 h 297"/>
                  <a:gd name="T26" fmla="*/ 145 w 301"/>
                  <a:gd name="T27" fmla="*/ 3 h 297"/>
                  <a:gd name="T28" fmla="*/ 166 w 301"/>
                  <a:gd name="T29" fmla="*/ 0 h 297"/>
                  <a:gd name="T30" fmla="*/ 229 w 301"/>
                  <a:gd name="T31" fmla="*/ 0 h 297"/>
                  <a:gd name="T32" fmla="*/ 248 w 301"/>
                  <a:gd name="T33" fmla="*/ 2 h 297"/>
                  <a:gd name="T34" fmla="*/ 276 w 301"/>
                  <a:gd name="T35" fmla="*/ 37 h 297"/>
                  <a:gd name="T36" fmla="*/ 275 w 301"/>
                  <a:gd name="T37" fmla="*/ 101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1" h="297">
                    <a:moveTo>
                      <a:pt x="275" y="101"/>
                    </a:moveTo>
                    <a:cubicBezTo>
                      <a:pt x="273" y="108"/>
                      <a:pt x="273" y="108"/>
                      <a:pt x="273" y="108"/>
                    </a:cubicBezTo>
                    <a:cubicBezTo>
                      <a:pt x="266" y="141"/>
                      <a:pt x="266" y="141"/>
                      <a:pt x="266" y="141"/>
                    </a:cubicBezTo>
                    <a:cubicBezTo>
                      <a:pt x="264" y="190"/>
                      <a:pt x="264" y="190"/>
                      <a:pt x="264" y="190"/>
                    </a:cubicBezTo>
                    <a:cubicBezTo>
                      <a:pt x="301" y="237"/>
                      <a:pt x="301" y="276"/>
                      <a:pt x="301" y="276"/>
                    </a:cubicBezTo>
                    <a:cubicBezTo>
                      <a:pt x="119" y="297"/>
                      <a:pt x="119" y="297"/>
                      <a:pt x="119" y="297"/>
                    </a:cubicBezTo>
                    <a:cubicBezTo>
                      <a:pt x="119" y="261"/>
                      <a:pt x="132" y="216"/>
                      <a:pt x="132" y="216"/>
                    </a:cubicBezTo>
                    <a:cubicBezTo>
                      <a:pt x="143" y="198"/>
                      <a:pt x="142" y="144"/>
                      <a:pt x="140" y="143"/>
                    </a:cubicBezTo>
                    <a:cubicBezTo>
                      <a:pt x="129" y="131"/>
                      <a:pt x="126" y="123"/>
                      <a:pt x="135" y="108"/>
                    </a:cubicBezTo>
                    <a:cubicBezTo>
                      <a:pt x="135" y="108"/>
                      <a:pt x="78" y="168"/>
                      <a:pt x="73" y="173"/>
                    </a:cubicBezTo>
                    <a:cubicBezTo>
                      <a:pt x="53" y="191"/>
                      <a:pt x="34" y="186"/>
                      <a:pt x="25" y="178"/>
                    </a:cubicBezTo>
                    <a:cubicBezTo>
                      <a:pt x="0" y="156"/>
                      <a:pt x="25" y="127"/>
                      <a:pt x="25" y="127"/>
                    </a:cubicBezTo>
                    <a:cubicBezTo>
                      <a:pt x="120" y="18"/>
                      <a:pt x="120" y="18"/>
                      <a:pt x="120" y="18"/>
                    </a:cubicBezTo>
                    <a:cubicBezTo>
                      <a:pt x="127" y="11"/>
                      <a:pt x="136" y="6"/>
                      <a:pt x="145" y="3"/>
                    </a:cubicBezTo>
                    <a:cubicBezTo>
                      <a:pt x="155" y="1"/>
                      <a:pt x="166" y="0"/>
                      <a:pt x="166" y="0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229" y="0"/>
                      <a:pt x="241" y="1"/>
                      <a:pt x="248" y="2"/>
                    </a:cubicBezTo>
                    <a:cubicBezTo>
                      <a:pt x="248" y="2"/>
                      <a:pt x="270" y="10"/>
                      <a:pt x="276" y="37"/>
                    </a:cubicBezTo>
                    <a:cubicBezTo>
                      <a:pt x="281" y="64"/>
                      <a:pt x="275" y="101"/>
                      <a:pt x="275" y="10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201">
                <a:extLst>
                  <a:ext uri="{FF2B5EF4-FFF2-40B4-BE49-F238E27FC236}">
                    <a16:creationId xmlns:a16="http://schemas.microsoft.com/office/drawing/2014/main" id="{7B862373-5938-4569-9B1E-91BC354322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3" y="2368"/>
                <a:ext cx="33" cy="316"/>
              </a:xfrm>
              <a:custGeom>
                <a:avLst/>
                <a:gdLst>
                  <a:gd name="T0" fmla="*/ 13 w 14"/>
                  <a:gd name="T1" fmla="*/ 0 h 133"/>
                  <a:gd name="T2" fmla="*/ 14 w 14"/>
                  <a:gd name="T3" fmla="*/ 5 h 133"/>
                  <a:gd name="T4" fmla="*/ 13 w 14"/>
                  <a:gd name="T5" fmla="*/ 20 h 133"/>
                  <a:gd name="T6" fmla="*/ 7 w 14"/>
                  <a:gd name="T7" fmla="*/ 67 h 133"/>
                  <a:gd name="T8" fmla="*/ 3 w 14"/>
                  <a:gd name="T9" fmla="*/ 85 h 133"/>
                  <a:gd name="T10" fmla="*/ 3 w 14"/>
                  <a:gd name="T11" fmla="*/ 84 h 133"/>
                  <a:gd name="T12" fmla="*/ 2 w 14"/>
                  <a:gd name="T13" fmla="*/ 119 h 133"/>
                  <a:gd name="T14" fmla="*/ 1 w 14"/>
                  <a:gd name="T15" fmla="*/ 130 h 133"/>
                  <a:gd name="T16" fmla="*/ 0 w 14"/>
                  <a:gd name="T17" fmla="*/ 133 h 133"/>
                  <a:gd name="T18" fmla="*/ 0 w 14"/>
                  <a:gd name="T19" fmla="*/ 130 h 133"/>
                  <a:gd name="T20" fmla="*/ 0 w 14"/>
                  <a:gd name="T21" fmla="*/ 119 h 133"/>
                  <a:gd name="T22" fmla="*/ 1 w 14"/>
                  <a:gd name="T23" fmla="*/ 84 h 133"/>
                  <a:gd name="T24" fmla="*/ 1 w 14"/>
                  <a:gd name="T25" fmla="*/ 84 h 133"/>
                  <a:gd name="T26" fmla="*/ 1 w 14"/>
                  <a:gd name="T27" fmla="*/ 84 h 133"/>
                  <a:gd name="T28" fmla="*/ 5 w 14"/>
                  <a:gd name="T29" fmla="*/ 66 h 133"/>
                  <a:gd name="T30" fmla="*/ 12 w 14"/>
                  <a:gd name="T31" fmla="*/ 20 h 133"/>
                  <a:gd name="T32" fmla="*/ 13 w 14"/>
                  <a:gd name="T33" fmla="*/ 5 h 133"/>
                  <a:gd name="T34" fmla="*/ 13 w 14"/>
                  <a:gd name="T3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" h="133">
                    <a:moveTo>
                      <a:pt x="13" y="0"/>
                    </a:moveTo>
                    <a:cubicBezTo>
                      <a:pt x="13" y="0"/>
                      <a:pt x="13" y="2"/>
                      <a:pt x="14" y="5"/>
                    </a:cubicBezTo>
                    <a:cubicBezTo>
                      <a:pt x="14" y="9"/>
                      <a:pt x="14" y="14"/>
                      <a:pt x="13" y="20"/>
                    </a:cubicBezTo>
                    <a:cubicBezTo>
                      <a:pt x="13" y="32"/>
                      <a:pt x="10" y="49"/>
                      <a:pt x="7" y="67"/>
                    </a:cubicBezTo>
                    <a:cubicBezTo>
                      <a:pt x="6" y="73"/>
                      <a:pt x="4" y="79"/>
                      <a:pt x="3" y="85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3" y="99"/>
                      <a:pt x="2" y="111"/>
                      <a:pt x="2" y="119"/>
                    </a:cubicBezTo>
                    <a:cubicBezTo>
                      <a:pt x="1" y="124"/>
                      <a:pt x="1" y="127"/>
                      <a:pt x="1" y="130"/>
                    </a:cubicBezTo>
                    <a:cubicBezTo>
                      <a:pt x="1" y="132"/>
                      <a:pt x="1" y="133"/>
                      <a:pt x="0" y="133"/>
                    </a:cubicBezTo>
                    <a:cubicBezTo>
                      <a:pt x="0" y="133"/>
                      <a:pt x="0" y="132"/>
                      <a:pt x="0" y="130"/>
                    </a:cubicBezTo>
                    <a:cubicBezTo>
                      <a:pt x="0" y="127"/>
                      <a:pt x="0" y="123"/>
                      <a:pt x="0" y="119"/>
                    </a:cubicBezTo>
                    <a:cubicBezTo>
                      <a:pt x="0" y="111"/>
                      <a:pt x="1" y="98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2" y="79"/>
                      <a:pt x="4" y="73"/>
                      <a:pt x="5" y="66"/>
                    </a:cubicBezTo>
                    <a:cubicBezTo>
                      <a:pt x="8" y="48"/>
                      <a:pt x="11" y="32"/>
                      <a:pt x="12" y="20"/>
                    </a:cubicBezTo>
                    <a:cubicBezTo>
                      <a:pt x="12" y="14"/>
                      <a:pt x="13" y="9"/>
                      <a:pt x="13" y="5"/>
                    </a:cubicBezTo>
                    <a:cubicBezTo>
                      <a:pt x="13" y="2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" name="Freeform 202">
                <a:extLst>
                  <a:ext uri="{FF2B5EF4-FFF2-40B4-BE49-F238E27FC236}">
                    <a16:creationId xmlns:a16="http://schemas.microsoft.com/office/drawing/2014/main" id="{F51ED45F-9582-4846-AB16-532841C40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4" y="2485"/>
                <a:ext cx="157" cy="109"/>
              </a:xfrm>
              <a:custGeom>
                <a:avLst/>
                <a:gdLst>
                  <a:gd name="T0" fmla="*/ 1 w 66"/>
                  <a:gd name="T1" fmla="*/ 0 h 46"/>
                  <a:gd name="T2" fmla="*/ 34 w 66"/>
                  <a:gd name="T3" fmla="*/ 22 h 46"/>
                  <a:gd name="T4" fmla="*/ 66 w 66"/>
                  <a:gd name="T5" fmla="*/ 45 h 46"/>
                  <a:gd name="T6" fmla="*/ 33 w 66"/>
                  <a:gd name="T7" fmla="*/ 23 h 46"/>
                  <a:gd name="T8" fmla="*/ 1 w 66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46">
                    <a:moveTo>
                      <a:pt x="1" y="0"/>
                    </a:moveTo>
                    <a:cubicBezTo>
                      <a:pt x="1" y="0"/>
                      <a:pt x="16" y="9"/>
                      <a:pt x="34" y="22"/>
                    </a:cubicBezTo>
                    <a:cubicBezTo>
                      <a:pt x="52" y="34"/>
                      <a:pt x="66" y="45"/>
                      <a:pt x="66" y="45"/>
                    </a:cubicBezTo>
                    <a:cubicBezTo>
                      <a:pt x="66" y="46"/>
                      <a:pt x="51" y="36"/>
                      <a:pt x="33" y="23"/>
                    </a:cubicBezTo>
                    <a:cubicBezTo>
                      <a:pt x="15" y="11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203">
                <a:extLst>
                  <a:ext uri="{FF2B5EF4-FFF2-40B4-BE49-F238E27FC236}">
                    <a16:creationId xmlns:a16="http://schemas.microsoft.com/office/drawing/2014/main" id="{0D925CDB-DCE8-44B7-8303-377D95160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2316"/>
                <a:ext cx="124" cy="221"/>
              </a:xfrm>
              <a:custGeom>
                <a:avLst/>
                <a:gdLst>
                  <a:gd name="T0" fmla="*/ 43 w 52"/>
                  <a:gd name="T1" fmla="*/ 0 h 93"/>
                  <a:gd name="T2" fmla="*/ 44 w 52"/>
                  <a:gd name="T3" fmla="*/ 0 h 93"/>
                  <a:gd name="T4" fmla="*/ 46 w 52"/>
                  <a:gd name="T5" fmla="*/ 3 h 93"/>
                  <a:gd name="T6" fmla="*/ 51 w 52"/>
                  <a:gd name="T7" fmla="*/ 14 h 93"/>
                  <a:gd name="T8" fmla="*/ 50 w 52"/>
                  <a:gd name="T9" fmla="*/ 32 h 93"/>
                  <a:gd name="T10" fmla="*/ 40 w 52"/>
                  <a:gd name="T11" fmla="*/ 52 h 93"/>
                  <a:gd name="T12" fmla="*/ 32 w 52"/>
                  <a:gd name="T13" fmla="*/ 61 h 93"/>
                  <a:gd name="T14" fmla="*/ 24 w 52"/>
                  <a:gd name="T15" fmla="*/ 68 h 93"/>
                  <a:gd name="T16" fmla="*/ 11 w 52"/>
                  <a:gd name="T17" fmla="*/ 81 h 93"/>
                  <a:gd name="T18" fmla="*/ 3 w 52"/>
                  <a:gd name="T19" fmla="*/ 89 h 93"/>
                  <a:gd name="T20" fmla="*/ 0 w 52"/>
                  <a:gd name="T21" fmla="*/ 93 h 93"/>
                  <a:gd name="T22" fmla="*/ 2 w 52"/>
                  <a:gd name="T23" fmla="*/ 89 h 93"/>
                  <a:gd name="T24" fmla="*/ 10 w 52"/>
                  <a:gd name="T25" fmla="*/ 80 h 93"/>
                  <a:gd name="T26" fmla="*/ 23 w 52"/>
                  <a:gd name="T27" fmla="*/ 67 h 93"/>
                  <a:gd name="T28" fmla="*/ 31 w 52"/>
                  <a:gd name="T29" fmla="*/ 60 h 93"/>
                  <a:gd name="T30" fmla="*/ 38 w 52"/>
                  <a:gd name="T31" fmla="*/ 51 h 93"/>
                  <a:gd name="T32" fmla="*/ 48 w 52"/>
                  <a:gd name="T33" fmla="*/ 32 h 93"/>
                  <a:gd name="T34" fmla="*/ 50 w 52"/>
                  <a:gd name="T35" fmla="*/ 14 h 93"/>
                  <a:gd name="T36" fmla="*/ 43 w 52"/>
                  <a:gd name="T37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2" h="93">
                    <a:moveTo>
                      <a:pt x="43" y="0"/>
                    </a:moveTo>
                    <a:cubicBezTo>
                      <a:pt x="43" y="0"/>
                      <a:pt x="43" y="0"/>
                      <a:pt x="44" y="0"/>
                    </a:cubicBezTo>
                    <a:cubicBezTo>
                      <a:pt x="44" y="1"/>
                      <a:pt x="45" y="2"/>
                      <a:pt x="46" y="3"/>
                    </a:cubicBezTo>
                    <a:cubicBezTo>
                      <a:pt x="48" y="5"/>
                      <a:pt x="50" y="9"/>
                      <a:pt x="51" y="14"/>
                    </a:cubicBezTo>
                    <a:cubicBezTo>
                      <a:pt x="52" y="19"/>
                      <a:pt x="52" y="26"/>
                      <a:pt x="50" y="32"/>
                    </a:cubicBezTo>
                    <a:cubicBezTo>
                      <a:pt x="48" y="39"/>
                      <a:pt x="44" y="46"/>
                      <a:pt x="40" y="52"/>
                    </a:cubicBezTo>
                    <a:cubicBezTo>
                      <a:pt x="37" y="55"/>
                      <a:pt x="35" y="58"/>
                      <a:pt x="32" y="61"/>
                    </a:cubicBezTo>
                    <a:cubicBezTo>
                      <a:pt x="30" y="64"/>
                      <a:pt x="27" y="66"/>
                      <a:pt x="24" y="68"/>
                    </a:cubicBezTo>
                    <a:cubicBezTo>
                      <a:pt x="19" y="73"/>
                      <a:pt x="15" y="77"/>
                      <a:pt x="11" y="81"/>
                    </a:cubicBezTo>
                    <a:cubicBezTo>
                      <a:pt x="8" y="84"/>
                      <a:pt x="5" y="87"/>
                      <a:pt x="3" y="89"/>
                    </a:cubicBezTo>
                    <a:cubicBezTo>
                      <a:pt x="1" y="92"/>
                      <a:pt x="0" y="93"/>
                      <a:pt x="0" y="93"/>
                    </a:cubicBezTo>
                    <a:cubicBezTo>
                      <a:pt x="0" y="93"/>
                      <a:pt x="1" y="91"/>
                      <a:pt x="2" y="89"/>
                    </a:cubicBezTo>
                    <a:cubicBezTo>
                      <a:pt x="4" y="87"/>
                      <a:pt x="7" y="83"/>
                      <a:pt x="10" y="80"/>
                    </a:cubicBezTo>
                    <a:cubicBezTo>
                      <a:pt x="14" y="76"/>
                      <a:pt x="18" y="71"/>
                      <a:pt x="23" y="67"/>
                    </a:cubicBezTo>
                    <a:cubicBezTo>
                      <a:pt x="26" y="64"/>
                      <a:pt x="28" y="62"/>
                      <a:pt x="31" y="60"/>
                    </a:cubicBezTo>
                    <a:cubicBezTo>
                      <a:pt x="33" y="57"/>
                      <a:pt x="36" y="54"/>
                      <a:pt x="38" y="51"/>
                    </a:cubicBezTo>
                    <a:cubicBezTo>
                      <a:pt x="43" y="45"/>
                      <a:pt x="46" y="38"/>
                      <a:pt x="48" y="32"/>
                    </a:cubicBezTo>
                    <a:cubicBezTo>
                      <a:pt x="50" y="25"/>
                      <a:pt x="50" y="19"/>
                      <a:pt x="50" y="14"/>
                    </a:cubicBezTo>
                    <a:cubicBezTo>
                      <a:pt x="48" y="4"/>
                      <a:pt x="42" y="0"/>
                      <a:pt x="43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204">
                <a:extLst>
                  <a:ext uri="{FF2B5EF4-FFF2-40B4-BE49-F238E27FC236}">
                    <a16:creationId xmlns:a16="http://schemas.microsoft.com/office/drawing/2014/main" id="{FE16FDE0-B70B-47F2-8FF7-3EF0D4982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7" y="2639"/>
                <a:ext cx="299" cy="60"/>
              </a:xfrm>
              <a:custGeom>
                <a:avLst/>
                <a:gdLst>
                  <a:gd name="T0" fmla="*/ 0 w 299"/>
                  <a:gd name="T1" fmla="*/ 60 h 60"/>
                  <a:gd name="T2" fmla="*/ 4 w 299"/>
                  <a:gd name="T3" fmla="*/ 0 h 60"/>
                  <a:gd name="T4" fmla="*/ 299 w 299"/>
                  <a:gd name="T5" fmla="*/ 0 h 60"/>
                  <a:gd name="T6" fmla="*/ 296 w 299"/>
                  <a:gd name="T7" fmla="*/ 45 h 60"/>
                  <a:gd name="T8" fmla="*/ 0 w 299"/>
                  <a:gd name="T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" h="60">
                    <a:moveTo>
                      <a:pt x="0" y="60"/>
                    </a:moveTo>
                    <a:lnTo>
                      <a:pt x="4" y="0"/>
                    </a:lnTo>
                    <a:lnTo>
                      <a:pt x="299" y="0"/>
                    </a:lnTo>
                    <a:lnTo>
                      <a:pt x="296" y="45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" name="Freeform 206">
              <a:extLst>
                <a:ext uri="{FF2B5EF4-FFF2-40B4-BE49-F238E27FC236}">
                  <a16:creationId xmlns:a16="http://schemas.microsoft.com/office/drawing/2014/main" id="{78F5AD59-1A3A-4C0C-B94D-AB90B24C3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2523"/>
              <a:ext cx="45" cy="138"/>
            </a:xfrm>
            <a:custGeom>
              <a:avLst/>
              <a:gdLst>
                <a:gd name="T0" fmla="*/ 17 w 19"/>
                <a:gd name="T1" fmla="*/ 1 h 58"/>
                <a:gd name="T2" fmla="*/ 10 w 19"/>
                <a:gd name="T3" fmla="*/ 8 h 58"/>
                <a:gd name="T4" fmla="*/ 3 w 19"/>
                <a:gd name="T5" fmla="*/ 30 h 58"/>
                <a:gd name="T6" fmla="*/ 12 w 19"/>
                <a:gd name="T7" fmla="*/ 51 h 58"/>
                <a:gd name="T8" fmla="*/ 19 w 19"/>
                <a:gd name="T9" fmla="*/ 58 h 58"/>
                <a:gd name="T10" fmla="*/ 16 w 19"/>
                <a:gd name="T11" fmla="*/ 57 h 58"/>
                <a:gd name="T12" fmla="*/ 10 w 19"/>
                <a:gd name="T13" fmla="*/ 52 h 58"/>
                <a:gd name="T14" fmla="*/ 0 w 19"/>
                <a:gd name="T15" fmla="*/ 30 h 58"/>
                <a:gd name="T16" fmla="*/ 9 w 19"/>
                <a:gd name="T17" fmla="*/ 7 h 58"/>
                <a:gd name="T18" fmla="*/ 14 w 19"/>
                <a:gd name="T19" fmla="*/ 2 h 58"/>
                <a:gd name="T20" fmla="*/ 17 w 19"/>
                <a:gd name="T21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58">
                  <a:moveTo>
                    <a:pt x="17" y="1"/>
                  </a:moveTo>
                  <a:cubicBezTo>
                    <a:pt x="17" y="1"/>
                    <a:pt x="14" y="3"/>
                    <a:pt x="10" y="8"/>
                  </a:cubicBezTo>
                  <a:cubicBezTo>
                    <a:pt x="6" y="13"/>
                    <a:pt x="2" y="21"/>
                    <a:pt x="3" y="30"/>
                  </a:cubicBezTo>
                  <a:cubicBezTo>
                    <a:pt x="3" y="39"/>
                    <a:pt x="7" y="47"/>
                    <a:pt x="12" y="51"/>
                  </a:cubicBezTo>
                  <a:cubicBezTo>
                    <a:pt x="16" y="56"/>
                    <a:pt x="19" y="58"/>
                    <a:pt x="19" y="58"/>
                  </a:cubicBezTo>
                  <a:cubicBezTo>
                    <a:pt x="19" y="58"/>
                    <a:pt x="18" y="58"/>
                    <a:pt x="16" y="57"/>
                  </a:cubicBezTo>
                  <a:cubicBezTo>
                    <a:pt x="15" y="56"/>
                    <a:pt x="13" y="54"/>
                    <a:pt x="10" y="52"/>
                  </a:cubicBezTo>
                  <a:cubicBezTo>
                    <a:pt x="6" y="48"/>
                    <a:pt x="1" y="40"/>
                    <a:pt x="0" y="30"/>
                  </a:cubicBezTo>
                  <a:cubicBezTo>
                    <a:pt x="0" y="20"/>
                    <a:pt x="4" y="12"/>
                    <a:pt x="9" y="7"/>
                  </a:cubicBezTo>
                  <a:cubicBezTo>
                    <a:pt x="11" y="4"/>
                    <a:pt x="13" y="3"/>
                    <a:pt x="14" y="2"/>
                  </a:cubicBezTo>
                  <a:cubicBezTo>
                    <a:pt x="16" y="1"/>
                    <a:pt x="17" y="0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07">
              <a:extLst>
                <a:ext uri="{FF2B5EF4-FFF2-40B4-BE49-F238E27FC236}">
                  <a16:creationId xmlns:a16="http://schemas.microsoft.com/office/drawing/2014/main" id="{86694748-D6D4-4ACD-A08D-975C62247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" y="4297"/>
              <a:ext cx="152" cy="81"/>
            </a:xfrm>
            <a:custGeom>
              <a:avLst/>
              <a:gdLst>
                <a:gd name="T0" fmla="*/ 119 w 152"/>
                <a:gd name="T1" fmla="*/ 2 h 81"/>
                <a:gd name="T2" fmla="*/ 152 w 152"/>
                <a:gd name="T3" fmla="*/ 81 h 81"/>
                <a:gd name="T4" fmla="*/ 3 w 152"/>
                <a:gd name="T5" fmla="*/ 78 h 81"/>
                <a:gd name="T6" fmla="*/ 0 w 152"/>
                <a:gd name="T7" fmla="*/ 0 h 81"/>
                <a:gd name="T8" fmla="*/ 119 w 152"/>
                <a:gd name="T9" fmla="*/ 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81">
                  <a:moveTo>
                    <a:pt x="119" y="2"/>
                  </a:moveTo>
                  <a:lnTo>
                    <a:pt x="152" y="81"/>
                  </a:lnTo>
                  <a:lnTo>
                    <a:pt x="3" y="78"/>
                  </a:lnTo>
                  <a:lnTo>
                    <a:pt x="0" y="0"/>
                  </a:lnTo>
                  <a:lnTo>
                    <a:pt x="119" y="2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08">
              <a:extLst>
                <a:ext uri="{FF2B5EF4-FFF2-40B4-BE49-F238E27FC236}">
                  <a16:creationId xmlns:a16="http://schemas.microsoft.com/office/drawing/2014/main" id="{6F0C9D18-C426-4272-9C79-2C166EB0D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" y="4297"/>
              <a:ext cx="152" cy="81"/>
            </a:xfrm>
            <a:custGeom>
              <a:avLst/>
              <a:gdLst>
                <a:gd name="T0" fmla="*/ 119 w 152"/>
                <a:gd name="T1" fmla="*/ 2 h 81"/>
                <a:gd name="T2" fmla="*/ 152 w 152"/>
                <a:gd name="T3" fmla="*/ 81 h 81"/>
                <a:gd name="T4" fmla="*/ 3 w 152"/>
                <a:gd name="T5" fmla="*/ 78 h 81"/>
                <a:gd name="T6" fmla="*/ 0 w 152"/>
                <a:gd name="T7" fmla="*/ 0 h 81"/>
                <a:gd name="T8" fmla="*/ 119 w 152"/>
                <a:gd name="T9" fmla="*/ 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81">
                  <a:moveTo>
                    <a:pt x="119" y="2"/>
                  </a:moveTo>
                  <a:lnTo>
                    <a:pt x="152" y="81"/>
                  </a:lnTo>
                  <a:lnTo>
                    <a:pt x="3" y="78"/>
                  </a:lnTo>
                  <a:lnTo>
                    <a:pt x="0" y="0"/>
                  </a:lnTo>
                  <a:lnTo>
                    <a:pt x="119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09">
              <a:extLst>
                <a:ext uri="{FF2B5EF4-FFF2-40B4-BE49-F238E27FC236}">
                  <a16:creationId xmlns:a16="http://schemas.microsoft.com/office/drawing/2014/main" id="{3D292D3E-2D68-4110-8118-B4799A630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" y="4361"/>
              <a:ext cx="145" cy="2"/>
            </a:xfrm>
            <a:custGeom>
              <a:avLst/>
              <a:gdLst>
                <a:gd name="T0" fmla="*/ 0 w 61"/>
                <a:gd name="T1" fmla="*/ 1 h 1"/>
                <a:gd name="T2" fmla="*/ 9 w 61"/>
                <a:gd name="T3" fmla="*/ 1 h 1"/>
                <a:gd name="T4" fmla="*/ 31 w 61"/>
                <a:gd name="T5" fmla="*/ 1 h 1"/>
                <a:gd name="T6" fmla="*/ 52 w 61"/>
                <a:gd name="T7" fmla="*/ 1 h 1"/>
                <a:gd name="T8" fmla="*/ 61 w 61"/>
                <a:gd name="T9" fmla="*/ 0 h 1"/>
                <a:gd name="T10" fmla="*/ 52 w 61"/>
                <a:gd name="T11" fmla="*/ 0 h 1"/>
                <a:gd name="T12" fmla="*/ 31 w 61"/>
                <a:gd name="T13" fmla="*/ 0 h 1"/>
                <a:gd name="T14" fmla="*/ 9 w 61"/>
                <a:gd name="T15" fmla="*/ 0 h 1"/>
                <a:gd name="T16" fmla="*/ 0 w 61"/>
                <a:gd name="T1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">
                  <a:moveTo>
                    <a:pt x="0" y="1"/>
                  </a:moveTo>
                  <a:cubicBezTo>
                    <a:pt x="0" y="1"/>
                    <a:pt x="4" y="1"/>
                    <a:pt x="9" y="1"/>
                  </a:cubicBezTo>
                  <a:cubicBezTo>
                    <a:pt x="15" y="1"/>
                    <a:pt x="22" y="1"/>
                    <a:pt x="31" y="1"/>
                  </a:cubicBezTo>
                  <a:cubicBezTo>
                    <a:pt x="39" y="1"/>
                    <a:pt x="46" y="1"/>
                    <a:pt x="52" y="1"/>
                  </a:cubicBezTo>
                  <a:cubicBezTo>
                    <a:pt x="57" y="1"/>
                    <a:pt x="61" y="0"/>
                    <a:pt x="61" y="0"/>
                  </a:cubicBezTo>
                  <a:cubicBezTo>
                    <a:pt x="61" y="0"/>
                    <a:pt x="57" y="0"/>
                    <a:pt x="52" y="0"/>
                  </a:cubicBezTo>
                  <a:cubicBezTo>
                    <a:pt x="46" y="0"/>
                    <a:pt x="39" y="0"/>
                    <a:pt x="31" y="0"/>
                  </a:cubicBezTo>
                  <a:cubicBezTo>
                    <a:pt x="23" y="0"/>
                    <a:pt x="15" y="0"/>
                    <a:pt x="9" y="0"/>
                  </a:cubicBezTo>
                  <a:cubicBezTo>
                    <a:pt x="4" y="1"/>
                    <a:pt x="0" y="1"/>
                    <a:pt x="0" y="1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10">
              <a:extLst>
                <a:ext uri="{FF2B5EF4-FFF2-40B4-BE49-F238E27FC236}">
                  <a16:creationId xmlns:a16="http://schemas.microsoft.com/office/drawing/2014/main" id="{24E5F221-51E6-44F6-A98A-1BCE8BCBB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3" y="4299"/>
              <a:ext cx="7" cy="62"/>
            </a:xfrm>
            <a:custGeom>
              <a:avLst/>
              <a:gdLst>
                <a:gd name="T0" fmla="*/ 1 w 3"/>
                <a:gd name="T1" fmla="*/ 0 h 26"/>
                <a:gd name="T2" fmla="*/ 0 w 3"/>
                <a:gd name="T3" fmla="*/ 13 h 26"/>
                <a:gd name="T4" fmla="*/ 2 w 3"/>
                <a:gd name="T5" fmla="*/ 26 h 26"/>
                <a:gd name="T6" fmla="*/ 2 w 3"/>
                <a:gd name="T7" fmla="*/ 13 h 26"/>
                <a:gd name="T8" fmla="*/ 1 w 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6">
                  <a:moveTo>
                    <a:pt x="1" y="0"/>
                  </a:moveTo>
                  <a:cubicBezTo>
                    <a:pt x="0" y="0"/>
                    <a:pt x="0" y="6"/>
                    <a:pt x="0" y="13"/>
                  </a:cubicBezTo>
                  <a:cubicBezTo>
                    <a:pt x="1" y="20"/>
                    <a:pt x="2" y="26"/>
                    <a:pt x="2" y="26"/>
                  </a:cubicBezTo>
                  <a:cubicBezTo>
                    <a:pt x="3" y="26"/>
                    <a:pt x="3" y="20"/>
                    <a:pt x="2" y="13"/>
                  </a:cubicBezTo>
                  <a:cubicBezTo>
                    <a:pt x="2" y="6"/>
                    <a:pt x="1" y="0"/>
                    <a:pt x="1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11">
              <a:extLst>
                <a:ext uri="{FF2B5EF4-FFF2-40B4-BE49-F238E27FC236}">
                  <a16:creationId xmlns:a16="http://schemas.microsoft.com/office/drawing/2014/main" id="{857BDD04-D851-40BC-9993-4C48DB881B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1" y="4361"/>
              <a:ext cx="3" cy="14"/>
            </a:xfrm>
            <a:custGeom>
              <a:avLst/>
              <a:gdLst>
                <a:gd name="T0" fmla="*/ 0 w 1"/>
                <a:gd name="T1" fmla="*/ 1 h 6"/>
                <a:gd name="T2" fmla="*/ 1 w 1"/>
                <a:gd name="T3" fmla="*/ 6 h 6"/>
                <a:gd name="T4" fmla="*/ 1 w 1"/>
                <a:gd name="T5" fmla="*/ 6 h 6"/>
                <a:gd name="T6" fmla="*/ 1 w 1"/>
                <a:gd name="T7" fmla="*/ 1 h 6"/>
                <a:gd name="T8" fmla="*/ 0 w 1"/>
                <a:gd name="T9" fmla="*/ 1 h 6"/>
                <a:gd name="T10" fmla="*/ 0 w 1"/>
                <a:gd name="T11" fmla="*/ 0 h 6"/>
                <a:gd name="T12" fmla="*/ 0 w 1"/>
                <a:gd name="T13" fmla="*/ 1 h 6"/>
                <a:gd name="T14" fmla="*/ 1 w 1"/>
                <a:gd name="T15" fmla="*/ 1 h 6"/>
                <a:gd name="T16" fmla="*/ 1 w 1"/>
                <a:gd name="T17" fmla="*/ 0 h 6"/>
                <a:gd name="T18" fmla="*/ 0 w 1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6">
                  <a:moveTo>
                    <a:pt x="0" y="1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0" y="1"/>
                  </a:cubicBezTo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12">
              <a:extLst>
                <a:ext uri="{FF2B5EF4-FFF2-40B4-BE49-F238E27FC236}">
                  <a16:creationId xmlns:a16="http://schemas.microsoft.com/office/drawing/2014/main" id="{1DFE6EAA-D2CB-428A-B450-43D1E819F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" y="4378"/>
              <a:ext cx="76" cy="2"/>
            </a:xfrm>
            <a:custGeom>
              <a:avLst/>
              <a:gdLst>
                <a:gd name="T0" fmla="*/ 0 w 76"/>
                <a:gd name="T1" fmla="*/ 0 h 2"/>
                <a:gd name="T2" fmla="*/ 76 w 76"/>
                <a:gd name="T3" fmla="*/ 2 h 2"/>
                <a:gd name="T4" fmla="*/ 76 w 76"/>
                <a:gd name="T5" fmla="*/ 0 h 2"/>
                <a:gd name="T6" fmla="*/ 0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0" y="0"/>
                  </a:moveTo>
                  <a:lnTo>
                    <a:pt x="76" y="2"/>
                  </a:lnTo>
                  <a:lnTo>
                    <a:pt x="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D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3">
              <a:extLst>
                <a:ext uri="{FF2B5EF4-FFF2-40B4-BE49-F238E27FC236}">
                  <a16:creationId xmlns:a16="http://schemas.microsoft.com/office/drawing/2014/main" id="{26D778DC-43D8-4EF6-A3C9-50F95F99F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" y="4378"/>
              <a:ext cx="76" cy="2"/>
            </a:xfrm>
            <a:custGeom>
              <a:avLst/>
              <a:gdLst>
                <a:gd name="T0" fmla="*/ 0 w 76"/>
                <a:gd name="T1" fmla="*/ 0 h 2"/>
                <a:gd name="T2" fmla="*/ 76 w 76"/>
                <a:gd name="T3" fmla="*/ 2 h 2"/>
                <a:gd name="T4" fmla="*/ 76 w 76"/>
                <a:gd name="T5" fmla="*/ 0 h 2"/>
                <a:gd name="T6" fmla="*/ 0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0" y="0"/>
                  </a:moveTo>
                  <a:lnTo>
                    <a:pt x="76" y="2"/>
                  </a:lnTo>
                  <a:lnTo>
                    <a:pt x="76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4">
              <a:extLst>
                <a:ext uri="{FF2B5EF4-FFF2-40B4-BE49-F238E27FC236}">
                  <a16:creationId xmlns:a16="http://schemas.microsoft.com/office/drawing/2014/main" id="{CCF9A785-FF96-453C-9816-01F9869BB1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" y="4361"/>
              <a:ext cx="149" cy="17"/>
            </a:xfrm>
            <a:custGeom>
              <a:avLst/>
              <a:gdLst>
                <a:gd name="T0" fmla="*/ 60 w 63"/>
                <a:gd name="T1" fmla="*/ 0 h 7"/>
                <a:gd name="T2" fmla="*/ 51 w 63"/>
                <a:gd name="T3" fmla="*/ 1 h 7"/>
                <a:gd name="T4" fmla="*/ 30 w 63"/>
                <a:gd name="T5" fmla="*/ 1 h 7"/>
                <a:gd name="T6" fmla="*/ 16 w 63"/>
                <a:gd name="T7" fmla="*/ 1 h 7"/>
                <a:gd name="T8" fmla="*/ 8 w 63"/>
                <a:gd name="T9" fmla="*/ 1 h 7"/>
                <a:gd name="T10" fmla="*/ 0 w 63"/>
                <a:gd name="T11" fmla="*/ 1 h 7"/>
                <a:gd name="T12" fmla="*/ 0 w 63"/>
                <a:gd name="T13" fmla="*/ 6 h 7"/>
                <a:gd name="T14" fmla="*/ 31 w 63"/>
                <a:gd name="T15" fmla="*/ 7 h 7"/>
                <a:gd name="T16" fmla="*/ 63 w 63"/>
                <a:gd name="T17" fmla="*/ 7 h 7"/>
                <a:gd name="T18" fmla="*/ 63 w 63"/>
                <a:gd name="T19" fmla="*/ 7 h 7"/>
                <a:gd name="T20" fmla="*/ 60 w 63"/>
                <a:gd name="T21" fmla="*/ 0 h 7"/>
                <a:gd name="T22" fmla="*/ 60 w 63"/>
                <a:gd name="T23" fmla="*/ 0 h 7"/>
                <a:gd name="T24" fmla="*/ 0 w 63"/>
                <a:gd name="T25" fmla="*/ 0 h 7"/>
                <a:gd name="T26" fmla="*/ 0 w 63"/>
                <a:gd name="T27" fmla="*/ 1 h 7"/>
                <a:gd name="T28" fmla="*/ 8 w 63"/>
                <a:gd name="T29" fmla="*/ 0 h 7"/>
                <a:gd name="T30" fmla="*/ 25 w 63"/>
                <a:gd name="T31" fmla="*/ 0 h 7"/>
                <a:gd name="T32" fmla="*/ 0 w 63"/>
                <a:gd name="T3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7">
                  <a:moveTo>
                    <a:pt x="60" y="0"/>
                  </a:moveTo>
                  <a:cubicBezTo>
                    <a:pt x="59" y="1"/>
                    <a:pt x="56" y="1"/>
                    <a:pt x="51" y="1"/>
                  </a:cubicBezTo>
                  <a:cubicBezTo>
                    <a:pt x="45" y="1"/>
                    <a:pt x="38" y="1"/>
                    <a:pt x="30" y="1"/>
                  </a:cubicBezTo>
                  <a:cubicBezTo>
                    <a:pt x="25" y="1"/>
                    <a:pt x="20" y="1"/>
                    <a:pt x="16" y="1"/>
                  </a:cubicBezTo>
                  <a:cubicBezTo>
                    <a:pt x="13" y="1"/>
                    <a:pt x="10" y="1"/>
                    <a:pt x="8" y="1"/>
                  </a:cubicBezTo>
                  <a:cubicBezTo>
                    <a:pt x="4" y="1"/>
                    <a:pt x="1" y="1"/>
                    <a:pt x="0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4" y="1"/>
                    <a:pt x="8" y="0"/>
                  </a:cubicBezTo>
                  <a:cubicBezTo>
                    <a:pt x="13" y="0"/>
                    <a:pt x="19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6B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5">
              <a:extLst>
                <a:ext uri="{FF2B5EF4-FFF2-40B4-BE49-F238E27FC236}">
                  <a16:creationId xmlns:a16="http://schemas.microsoft.com/office/drawing/2014/main" id="{92EDAB24-BCC7-482B-B595-2B3394F75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" y="4361"/>
              <a:ext cx="145" cy="2"/>
            </a:xfrm>
            <a:custGeom>
              <a:avLst/>
              <a:gdLst>
                <a:gd name="T0" fmla="*/ 26 w 61"/>
                <a:gd name="T1" fmla="*/ 0 h 1"/>
                <a:gd name="T2" fmla="*/ 9 w 61"/>
                <a:gd name="T3" fmla="*/ 0 h 1"/>
                <a:gd name="T4" fmla="*/ 1 w 61"/>
                <a:gd name="T5" fmla="*/ 1 h 1"/>
                <a:gd name="T6" fmla="*/ 0 w 61"/>
                <a:gd name="T7" fmla="*/ 1 h 1"/>
                <a:gd name="T8" fmla="*/ 0 w 61"/>
                <a:gd name="T9" fmla="*/ 1 h 1"/>
                <a:gd name="T10" fmla="*/ 1 w 61"/>
                <a:gd name="T11" fmla="*/ 1 h 1"/>
                <a:gd name="T12" fmla="*/ 9 w 61"/>
                <a:gd name="T13" fmla="*/ 1 h 1"/>
                <a:gd name="T14" fmla="*/ 17 w 61"/>
                <a:gd name="T15" fmla="*/ 1 h 1"/>
                <a:gd name="T16" fmla="*/ 31 w 61"/>
                <a:gd name="T17" fmla="*/ 1 h 1"/>
                <a:gd name="T18" fmla="*/ 52 w 61"/>
                <a:gd name="T19" fmla="*/ 1 h 1"/>
                <a:gd name="T20" fmla="*/ 61 w 61"/>
                <a:gd name="T21" fmla="*/ 0 h 1"/>
                <a:gd name="T22" fmla="*/ 28 w 61"/>
                <a:gd name="T23" fmla="*/ 0 h 1"/>
                <a:gd name="T24" fmla="*/ 28 w 61"/>
                <a:gd name="T25" fmla="*/ 0 h 1"/>
                <a:gd name="T26" fmla="*/ 28 w 61"/>
                <a:gd name="T27" fmla="*/ 0 h 1"/>
                <a:gd name="T28" fmla="*/ 28 w 61"/>
                <a:gd name="T29" fmla="*/ 0 h 1"/>
                <a:gd name="T30" fmla="*/ 26 w 61"/>
                <a:gd name="T3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1">
                  <a:moveTo>
                    <a:pt x="26" y="0"/>
                  </a:moveTo>
                  <a:cubicBezTo>
                    <a:pt x="20" y="0"/>
                    <a:pt x="14" y="0"/>
                    <a:pt x="9" y="0"/>
                  </a:cubicBezTo>
                  <a:cubicBezTo>
                    <a:pt x="5" y="1"/>
                    <a:pt x="2" y="1"/>
                    <a:pt x="1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5" y="1"/>
                    <a:pt x="9" y="1"/>
                  </a:cubicBezTo>
                  <a:cubicBezTo>
                    <a:pt x="11" y="1"/>
                    <a:pt x="14" y="1"/>
                    <a:pt x="17" y="1"/>
                  </a:cubicBezTo>
                  <a:cubicBezTo>
                    <a:pt x="21" y="1"/>
                    <a:pt x="26" y="1"/>
                    <a:pt x="31" y="1"/>
                  </a:cubicBezTo>
                  <a:cubicBezTo>
                    <a:pt x="39" y="1"/>
                    <a:pt x="46" y="1"/>
                    <a:pt x="52" y="1"/>
                  </a:cubicBezTo>
                  <a:cubicBezTo>
                    <a:pt x="57" y="1"/>
                    <a:pt x="60" y="1"/>
                    <a:pt x="6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A8AD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216">
              <a:extLst>
                <a:ext uri="{FF2B5EF4-FFF2-40B4-BE49-F238E27FC236}">
                  <a16:creationId xmlns:a16="http://schemas.microsoft.com/office/drawing/2014/main" id="{D69B990F-E929-41C9-B3F8-906EBDE4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8" y="4361"/>
              <a:ext cx="1" cy="1"/>
            </a:xfrm>
            <a:prstGeom prst="ellipse">
              <a:avLst/>
            </a:prstGeom>
            <a:solidFill>
              <a:srgbClr val="A8AD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7">
              <a:extLst>
                <a:ext uri="{FF2B5EF4-FFF2-40B4-BE49-F238E27FC236}">
                  <a16:creationId xmlns:a16="http://schemas.microsoft.com/office/drawing/2014/main" id="{3346ED28-62AB-4C65-ACB7-07D989BFF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2684"/>
              <a:ext cx="901" cy="1454"/>
            </a:xfrm>
            <a:custGeom>
              <a:avLst/>
              <a:gdLst>
                <a:gd name="T0" fmla="*/ 332 w 380"/>
                <a:gd name="T1" fmla="*/ 54 h 612"/>
                <a:gd name="T2" fmla="*/ 333 w 380"/>
                <a:gd name="T3" fmla="*/ 561 h 612"/>
                <a:gd name="T4" fmla="*/ 325 w 380"/>
                <a:gd name="T5" fmla="*/ 608 h 612"/>
                <a:gd name="T6" fmla="*/ 311 w 380"/>
                <a:gd name="T7" fmla="*/ 611 h 612"/>
                <a:gd name="T8" fmla="*/ 276 w 380"/>
                <a:gd name="T9" fmla="*/ 600 h 612"/>
                <a:gd name="T10" fmla="*/ 207 w 380"/>
                <a:gd name="T11" fmla="*/ 597 h 612"/>
                <a:gd name="T12" fmla="*/ 161 w 380"/>
                <a:gd name="T13" fmla="*/ 608 h 612"/>
                <a:gd name="T14" fmla="*/ 108 w 380"/>
                <a:gd name="T15" fmla="*/ 575 h 612"/>
                <a:gd name="T16" fmla="*/ 64 w 380"/>
                <a:gd name="T17" fmla="*/ 570 h 612"/>
                <a:gd name="T18" fmla="*/ 49 w 380"/>
                <a:gd name="T19" fmla="*/ 570 h 612"/>
                <a:gd name="T20" fmla="*/ 49 w 380"/>
                <a:gd name="T21" fmla="*/ 570 h 612"/>
                <a:gd name="T22" fmla="*/ 8 w 380"/>
                <a:gd name="T23" fmla="*/ 514 h 612"/>
                <a:gd name="T24" fmla="*/ 174 w 380"/>
                <a:gd name="T25" fmla="*/ 6 h 612"/>
                <a:gd name="T26" fmla="*/ 299 w 380"/>
                <a:gd name="T27" fmla="*/ 0 h 612"/>
                <a:gd name="T28" fmla="*/ 332 w 380"/>
                <a:gd name="T29" fmla="*/ 54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0" h="612">
                  <a:moveTo>
                    <a:pt x="332" y="54"/>
                  </a:moveTo>
                  <a:cubicBezTo>
                    <a:pt x="380" y="204"/>
                    <a:pt x="318" y="386"/>
                    <a:pt x="333" y="561"/>
                  </a:cubicBezTo>
                  <a:cubicBezTo>
                    <a:pt x="334" y="578"/>
                    <a:pt x="341" y="598"/>
                    <a:pt x="325" y="608"/>
                  </a:cubicBezTo>
                  <a:cubicBezTo>
                    <a:pt x="321" y="611"/>
                    <a:pt x="316" y="612"/>
                    <a:pt x="311" y="611"/>
                  </a:cubicBezTo>
                  <a:cubicBezTo>
                    <a:pt x="298" y="611"/>
                    <a:pt x="287" y="604"/>
                    <a:pt x="276" y="600"/>
                  </a:cubicBezTo>
                  <a:cubicBezTo>
                    <a:pt x="254" y="591"/>
                    <a:pt x="230" y="590"/>
                    <a:pt x="207" y="597"/>
                  </a:cubicBezTo>
                  <a:cubicBezTo>
                    <a:pt x="192" y="602"/>
                    <a:pt x="177" y="610"/>
                    <a:pt x="161" y="608"/>
                  </a:cubicBezTo>
                  <a:cubicBezTo>
                    <a:pt x="140" y="605"/>
                    <a:pt x="127" y="584"/>
                    <a:pt x="108" y="575"/>
                  </a:cubicBezTo>
                  <a:cubicBezTo>
                    <a:pt x="94" y="569"/>
                    <a:pt x="79" y="569"/>
                    <a:pt x="64" y="570"/>
                  </a:cubicBezTo>
                  <a:cubicBezTo>
                    <a:pt x="59" y="570"/>
                    <a:pt x="54" y="570"/>
                    <a:pt x="49" y="570"/>
                  </a:cubicBezTo>
                  <a:cubicBezTo>
                    <a:pt x="49" y="570"/>
                    <a:pt x="49" y="570"/>
                    <a:pt x="49" y="570"/>
                  </a:cubicBezTo>
                  <a:cubicBezTo>
                    <a:pt x="20" y="569"/>
                    <a:pt x="0" y="541"/>
                    <a:pt x="8" y="514"/>
                  </a:cubicBezTo>
                  <a:cubicBezTo>
                    <a:pt x="37" y="409"/>
                    <a:pt x="132" y="68"/>
                    <a:pt x="174" y="6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311" y="14"/>
                    <a:pt x="326" y="35"/>
                    <a:pt x="332" y="54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18">
              <a:extLst>
                <a:ext uri="{FF2B5EF4-FFF2-40B4-BE49-F238E27FC236}">
                  <a16:creationId xmlns:a16="http://schemas.microsoft.com/office/drawing/2014/main" id="{DF17BBD3-A993-45E1-905B-0A91860E6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0" y="2981"/>
              <a:ext cx="137" cy="112"/>
            </a:xfrm>
            <a:custGeom>
              <a:avLst/>
              <a:gdLst>
                <a:gd name="T0" fmla="*/ 58 w 58"/>
                <a:gd name="T1" fmla="*/ 0 h 47"/>
                <a:gd name="T2" fmla="*/ 51 w 58"/>
                <a:gd name="T3" fmla="*/ 8 h 47"/>
                <a:gd name="T4" fmla="*/ 33 w 58"/>
                <a:gd name="T5" fmla="*/ 27 h 47"/>
                <a:gd name="T6" fmla="*/ 11 w 58"/>
                <a:gd name="T7" fmla="*/ 43 h 47"/>
                <a:gd name="T8" fmla="*/ 1 w 58"/>
                <a:gd name="T9" fmla="*/ 47 h 47"/>
                <a:gd name="T10" fmla="*/ 31 w 58"/>
                <a:gd name="T11" fmla="*/ 26 h 47"/>
                <a:gd name="T12" fmla="*/ 50 w 58"/>
                <a:gd name="T13" fmla="*/ 7 h 47"/>
                <a:gd name="T14" fmla="*/ 58 w 58"/>
                <a:gd name="T1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47">
                  <a:moveTo>
                    <a:pt x="58" y="0"/>
                  </a:moveTo>
                  <a:cubicBezTo>
                    <a:pt x="58" y="0"/>
                    <a:pt x="56" y="3"/>
                    <a:pt x="51" y="8"/>
                  </a:cubicBezTo>
                  <a:cubicBezTo>
                    <a:pt x="47" y="14"/>
                    <a:pt x="40" y="21"/>
                    <a:pt x="33" y="27"/>
                  </a:cubicBezTo>
                  <a:cubicBezTo>
                    <a:pt x="25" y="34"/>
                    <a:pt x="17" y="39"/>
                    <a:pt x="11" y="43"/>
                  </a:cubicBezTo>
                  <a:cubicBezTo>
                    <a:pt x="5" y="46"/>
                    <a:pt x="1" y="47"/>
                    <a:pt x="1" y="47"/>
                  </a:cubicBezTo>
                  <a:cubicBezTo>
                    <a:pt x="0" y="46"/>
                    <a:pt x="16" y="39"/>
                    <a:pt x="31" y="26"/>
                  </a:cubicBezTo>
                  <a:cubicBezTo>
                    <a:pt x="39" y="19"/>
                    <a:pt x="45" y="12"/>
                    <a:pt x="50" y="7"/>
                  </a:cubicBezTo>
                  <a:cubicBezTo>
                    <a:pt x="55" y="3"/>
                    <a:pt x="58" y="0"/>
                    <a:pt x="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19">
              <a:extLst>
                <a:ext uri="{FF2B5EF4-FFF2-40B4-BE49-F238E27FC236}">
                  <a16:creationId xmlns:a16="http://schemas.microsoft.com/office/drawing/2014/main" id="{B38313D0-6F51-408C-9D64-3E037FA07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" y="3114"/>
              <a:ext cx="204" cy="846"/>
            </a:xfrm>
            <a:custGeom>
              <a:avLst/>
              <a:gdLst>
                <a:gd name="T0" fmla="*/ 86 w 86"/>
                <a:gd name="T1" fmla="*/ 0 h 356"/>
                <a:gd name="T2" fmla="*/ 65 w 86"/>
                <a:gd name="T3" fmla="*/ 54 h 356"/>
                <a:gd name="T4" fmla="*/ 17 w 86"/>
                <a:gd name="T5" fmla="*/ 317 h 356"/>
                <a:gd name="T6" fmla="*/ 32 w 86"/>
                <a:gd name="T7" fmla="*/ 350 h 356"/>
                <a:gd name="T8" fmla="*/ 49 w 86"/>
                <a:gd name="T9" fmla="*/ 356 h 356"/>
                <a:gd name="T10" fmla="*/ 65 w 86"/>
                <a:gd name="T11" fmla="*/ 348 h 356"/>
                <a:gd name="T12" fmla="*/ 65 w 86"/>
                <a:gd name="T13" fmla="*/ 321 h 356"/>
                <a:gd name="T14" fmla="*/ 86 w 86"/>
                <a:gd name="T15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356">
                  <a:moveTo>
                    <a:pt x="86" y="0"/>
                  </a:moveTo>
                  <a:cubicBezTo>
                    <a:pt x="65" y="54"/>
                    <a:pt x="65" y="54"/>
                    <a:pt x="65" y="54"/>
                  </a:cubicBezTo>
                  <a:cubicBezTo>
                    <a:pt x="31" y="138"/>
                    <a:pt x="0" y="228"/>
                    <a:pt x="17" y="317"/>
                  </a:cubicBezTo>
                  <a:cubicBezTo>
                    <a:pt x="20" y="329"/>
                    <a:pt x="23" y="342"/>
                    <a:pt x="32" y="350"/>
                  </a:cubicBezTo>
                  <a:cubicBezTo>
                    <a:pt x="37" y="354"/>
                    <a:pt x="43" y="356"/>
                    <a:pt x="49" y="356"/>
                  </a:cubicBezTo>
                  <a:cubicBezTo>
                    <a:pt x="55" y="356"/>
                    <a:pt x="61" y="354"/>
                    <a:pt x="65" y="348"/>
                  </a:cubicBezTo>
                  <a:cubicBezTo>
                    <a:pt x="70" y="341"/>
                    <a:pt x="68" y="330"/>
                    <a:pt x="65" y="321"/>
                  </a:cubicBezTo>
                  <a:cubicBezTo>
                    <a:pt x="39" y="215"/>
                    <a:pt x="47" y="102"/>
                    <a:pt x="86" y="0"/>
                  </a:cubicBezTo>
                </a:path>
              </a:pathLst>
            </a:custGeom>
            <a:solidFill>
              <a:srgbClr val="D04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20">
              <a:extLst>
                <a:ext uri="{FF2B5EF4-FFF2-40B4-BE49-F238E27FC236}">
                  <a16:creationId xmlns:a16="http://schemas.microsoft.com/office/drawing/2014/main" id="{C572541C-5A12-4E08-9CD3-A31001B39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3235"/>
              <a:ext cx="564" cy="26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49B411AC-8428-4866-B9F3-8A622F5EC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2865"/>
              <a:ext cx="539" cy="396"/>
            </a:xfrm>
            <a:custGeom>
              <a:avLst/>
              <a:gdLst>
                <a:gd name="T0" fmla="*/ 107 w 539"/>
                <a:gd name="T1" fmla="*/ 396 h 396"/>
                <a:gd name="T2" fmla="*/ 0 w 539"/>
                <a:gd name="T3" fmla="*/ 0 h 396"/>
                <a:gd name="T4" fmla="*/ 442 w 539"/>
                <a:gd name="T5" fmla="*/ 0 h 396"/>
                <a:gd name="T6" fmla="*/ 539 w 539"/>
                <a:gd name="T7" fmla="*/ 396 h 396"/>
                <a:gd name="T8" fmla="*/ 107 w 539"/>
                <a:gd name="T9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396">
                  <a:moveTo>
                    <a:pt x="107" y="39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539" y="396"/>
                  </a:lnTo>
                  <a:lnTo>
                    <a:pt x="107" y="396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CC1C931-111E-43A2-AC26-B9E9F93CF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884"/>
              <a:ext cx="487" cy="349"/>
            </a:xfrm>
            <a:custGeom>
              <a:avLst/>
              <a:gdLst>
                <a:gd name="T0" fmla="*/ 487 w 487"/>
                <a:gd name="T1" fmla="*/ 349 h 349"/>
                <a:gd name="T2" fmla="*/ 90 w 487"/>
                <a:gd name="T3" fmla="*/ 349 h 349"/>
                <a:gd name="T4" fmla="*/ 0 w 487"/>
                <a:gd name="T5" fmla="*/ 0 h 349"/>
                <a:gd name="T6" fmla="*/ 397 w 487"/>
                <a:gd name="T7" fmla="*/ 0 h 349"/>
                <a:gd name="T8" fmla="*/ 487 w 487"/>
                <a:gd name="T9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7" h="349">
                  <a:moveTo>
                    <a:pt x="487" y="349"/>
                  </a:moveTo>
                  <a:lnTo>
                    <a:pt x="90" y="349"/>
                  </a:lnTo>
                  <a:lnTo>
                    <a:pt x="0" y="0"/>
                  </a:lnTo>
                  <a:lnTo>
                    <a:pt x="397" y="0"/>
                  </a:lnTo>
                  <a:lnTo>
                    <a:pt x="487" y="349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3">
              <a:extLst>
                <a:ext uri="{FF2B5EF4-FFF2-40B4-BE49-F238E27FC236}">
                  <a16:creationId xmlns:a16="http://schemas.microsoft.com/office/drawing/2014/main" id="{D75C24E1-21CA-4FF7-9AE7-B44DA9D84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884"/>
              <a:ext cx="404" cy="24"/>
            </a:xfrm>
            <a:custGeom>
              <a:avLst/>
              <a:gdLst>
                <a:gd name="T0" fmla="*/ 2 w 170"/>
                <a:gd name="T1" fmla="*/ 10 h 10"/>
                <a:gd name="T2" fmla="*/ 170 w 170"/>
                <a:gd name="T3" fmla="*/ 10 h 10"/>
                <a:gd name="T4" fmla="*/ 167 w 170"/>
                <a:gd name="T5" fmla="*/ 0 h 10"/>
                <a:gd name="T6" fmla="*/ 0 w 170"/>
                <a:gd name="T7" fmla="*/ 0 h 10"/>
                <a:gd name="T8" fmla="*/ 2 w 17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0">
                  <a:moveTo>
                    <a:pt x="2" y="10"/>
                  </a:moveTo>
                  <a:cubicBezTo>
                    <a:pt x="59" y="10"/>
                    <a:pt x="113" y="10"/>
                    <a:pt x="170" y="1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" y="1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224">
              <a:extLst>
                <a:ext uri="{FF2B5EF4-FFF2-40B4-BE49-F238E27FC236}">
                  <a16:creationId xmlns:a16="http://schemas.microsoft.com/office/drawing/2014/main" id="{27560818-E893-4358-8814-12B9E725D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2891"/>
              <a:ext cx="7" cy="9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225">
              <a:extLst>
                <a:ext uri="{FF2B5EF4-FFF2-40B4-BE49-F238E27FC236}">
                  <a16:creationId xmlns:a16="http://schemas.microsoft.com/office/drawing/2014/main" id="{2481D2FE-BBDB-4F65-9603-8C95DAFE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3" y="2891"/>
              <a:ext cx="9" cy="9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226">
              <a:extLst>
                <a:ext uri="{FF2B5EF4-FFF2-40B4-BE49-F238E27FC236}">
                  <a16:creationId xmlns:a16="http://schemas.microsoft.com/office/drawing/2014/main" id="{383FD7E2-9C3F-4233-AE6C-164AD9AA3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891"/>
              <a:ext cx="10" cy="9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B510125C-D75F-44F6-944B-016E36C19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2998"/>
              <a:ext cx="142" cy="114"/>
            </a:xfrm>
            <a:custGeom>
              <a:avLst/>
              <a:gdLst>
                <a:gd name="T0" fmla="*/ 30 w 60"/>
                <a:gd name="T1" fmla="*/ 27 h 48"/>
                <a:gd name="T2" fmla="*/ 48 w 60"/>
                <a:gd name="T3" fmla="*/ 48 h 48"/>
                <a:gd name="T4" fmla="*/ 60 w 60"/>
                <a:gd name="T5" fmla="*/ 27 h 48"/>
                <a:gd name="T6" fmla="*/ 30 w 60"/>
                <a:gd name="T7" fmla="*/ 0 h 48"/>
                <a:gd name="T8" fmla="*/ 1 w 60"/>
                <a:gd name="T9" fmla="*/ 27 h 48"/>
                <a:gd name="T10" fmla="*/ 30 w 60"/>
                <a:gd name="T11" fmla="*/ 2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48">
                  <a:moveTo>
                    <a:pt x="30" y="27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6" y="43"/>
                    <a:pt x="60" y="35"/>
                    <a:pt x="60" y="27"/>
                  </a:cubicBezTo>
                  <a:cubicBezTo>
                    <a:pt x="60" y="12"/>
                    <a:pt x="46" y="0"/>
                    <a:pt x="30" y="0"/>
                  </a:cubicBezTo>
                  <a:cubicBezTo>
                    <a:pt x="14" y="0"/>
                    <a:pt x="0" y="12"/>
                    <a:pt x="1" y="27"/>
                  </a:cubicBezTo>
                  <a:lnTo>
                    <a:pt x="30" y="27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B1E39E70-E4E4-4972-BD22-6AA90D374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7" y="3069"/>
              <a:ext cx="116" cy="69"/>
            </a:xfrm>
            <a:custGeom>
              <a:avLst/>
              <a:gdLst>
                <a:gd name="T0" fmla="*/ 30 w 49"/>
                <a:gd name="T1" fmla="*/ 0 h 29"/>
                <a:gd name="T2" fmla="*/ 35 w 49"/>
                <a:gd name="T3" fmla="*/ 5 h 29"/>
                <a:gd name="T4" fmla="*/ 49 w 49"/>
                <a:gd name="T5" fmla="*/ 20 h 29"/>
                <a:gd name="T6" fmla="*/ 49 w 49"/>
                <a:gd name="T7" fmla="*/ 21 h 29"/>
                <a:gd name="T8" fmla="*/ 48 w 49"/>
                <a:gd name="T9" fmla="*/ 21 h 29"/>
                <a:gd name="T10" fmla="*/ 18 w 49"/>
                <a:gd name="T11" fmla="*/ 25 h 29"/>
                <a:gd name="T12" fmla="*/ 5 w 49"/>
                <a:gd name="T13" fmla="*/ 14 h 29"/>
                <a:gd name="T14" fmla="*/ 0 w 49"/>
                <a:gd name="T15" fmla="*/ 1 h 29"/>
                <a:gd name="T16" fmla="*/ 0 w 49"/>
                <a:gd name="T17" fmla="*/ 0 h 29"/>
                <a:gd name="T18" fmla="*/ 1 w 49"/>
                <a:gd name="T19" fmla="*/ 0 h 29"/>
                <a:gd name="T20" fmla="*/ 22 w 49"/>
                <a:gd name="T21" fmla="*/ 0 h 29"/>
                <a:gd name="T22" fmla="*/ 30 w 49"/>
                <a:gd name="T23" fmla="*/ 0 h 29"/>
                <a:gd name="T24" fmla="*/ 22 w 49"/>
                <a:gd name="T25" fmla="*/ 1 h 29"/>
                <a:gd name="T26" fmla="*/ 1 w 49"/>
                <a:gd name="T27" fmla="*/ 1 h 29"/>
                <a:gd name="T28" fmla="*/ 2 w 49"/>
                <a:gd name="T29" fmla="*/ 0 h 29"/>
                <a:gd name="T30" fmla="*/ 6 w 49"/>
                <a:gd name="T31" fmla="*/ 13 h 29"/>
                <a:gd name="T32" fmla="*/ 18 w 49"/>
                <a:gd name="T33" fmla="*/ 23 h 29"/>
                <a:gd name="T34" fmla="*/ 47 w 49"/>
                <a:gd name="T35" fmla="*/ 20 h 29"/>
                <a:gd name="T36" fmla="*/ 47 w 49"/>
                <a:gd name="T37" fmla="*/ 21 h 29"/>
                <a:gd name="T38" fmla="*/ 34 w 49"/>
                <a:gd name="T39" fmla="*/ 6 h 29"/>
                <a:gd name="T40" fmla="*/ 30 w 49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29">
                  <a:moveTo>
                    <a:pt x="30" y="0"/>
                  </a:moveTo>
                  <a:cubicBezTo>
                    <a:pt x="30" y="0"/>
                    <a:pt x="32" y="2"/>
                    <a:pt x="35" y="5"/>
                  </a:cubicBezTo>
                  <a:cubicBezTo>
                    <a:pt x="38" y="9"/>
                    <a:pt x="43" y="14"/>
                    <a:pt x="49" y="20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1" y="27"/>
                    <a:pt x="29" y="29"/>
                    <a:pt x="18" y="25"/>
                  </a:cubicBezTo>
                  <a:cubicBezTo>
                    <a:pt x="12" y="22"/>
                    <a:pt x="8" y="19"/>
                    <a:pt x="5" y="14"/>
                  </a:cubicBezTo>
                  <a:cubicBezTo>
                    <a:pt x="2" y="10"/>
                    <a:pt x="0" y="5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0" y="0"/>
                    <a:pt x="17" y="0"/>
                    <a:pt x="22" y="0"/>
                  </a:cubicBezTo>
                  <a:cubicBezTo>
                    <a:pt x="27" y="0"/>
                    <a:pt x="30" y="0"/>
                    <a:pt x="30" y="0"/>
                  </a:cubicBezTo>
                  <a:cubicBezTo>
                    <a:pt x="30" y="0"/>
                    <a:pt x="27" y="0"/>
                    <a:pt x="22" y="1"/>
                  </a:cubicBezTo>
                  <a:cubicBezTo>
                    <a:pt x="17" y="1"/>
                    <a:pt x="10" y="1"/>
                    <a:pt x="1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4" y="9"/>
                    <a:pt x="6" y="13"/>
                  </a:cubicBezTo>
                  <a:cubicBezTo>
                    <a:pt x="9" y="17"/>
                    <a:pt x="13" y="21"/>
                    <a:pt x="18" y="23"/>
                  </a:cubicBezTo>
                  <a:cubicBezTo>
                    <a:pt x="29" y="27"/>
                    <a:pt x="40" y="25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2" y="15"/>
                    <a:pt x="38" y="10"/>
                    <a:pt x="34" y="6"/>
                  </a:cubicBezTo>
                  <a:cubicBezTo>
                    <a:pt x="31" y="2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229">
              <a:extLst>
                <a:ext uri="{FF2B5EF4-FFF2-40B4-BE49-F238E27FC236}">
                  <a16:creationId xmlns:a16="http://schemas.microsoft.com/office/drawing/2014/main" id="{0D0E270E-A202-4D5B-9A2A-CF0AE4DEF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3019"/>
              <a:ext cx="7" cy="1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5E37C119-F79D-42D8-B0CE-CF58EF7B6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2993"/>
              <a:ext cx="84" cy="31"/>
            </a:xfrm>
            <a:custGeom>
              <a:avLst/>
              <a:gdLst>
                <a:gd name="T0" fmla="*/ 0 w 35"/>
                <a:gd name="T1" fmla="*/ 1 h 13"/>
                <a:gd name="T2" fmla="*/ 20 w 35"/>
                <a:gd name="T3" fmla="*/ 0 h 13"/>
                <a:gd name="T4" fmla="*/ 22 w 35"/>
                <a:gd name="T5" fmla="*/ 0 h 13"/>
                <a:gd name="T6" fmla="*/ 23 w 35"/>
                <a:gd name="T7" fmla="*/ 0 h 13"/>
                <a:gd name="T8" fmla="*/ 23 w 35"/>
                <a:gd name="T9" fmla="*/ 0 h 13"/>
                <a:gd name="T10" fmla="*/ 34 w 35"/>
                <a:gd name="T11" fmla="*/ 13 h 13"/>
                <a:gd name="T12" fmla="*/ 22 w 35"/>
                <a:gd name="T13" fmla="*/ 2 h 13"/>
                <a:gd name="T14" fmla="*/ 22 w 35"/>
                <a:gd name="T15" fmla="*/ 2 h 13"/>
                <a:gd name="T16" fmla="*/ 20 w 35"/>
                <a:gd name="T17" fmla="*/ 2 h 13"/>
                <a:gd name="T18" fmla="*/ 0 w 35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13">
                  <a:moveTo>
                    <a:pt x="0" y="1"/>
                  </a:moveTo>
                  <a:cubicBezTo>
                    <a:pt x="0" y="0"/>
                    <a:pt x="9" y="0"/>
                    <a:pt x="20" y="0"/>
                  </a:cubicBezTo>
                  <a:cubicBezTo>
                    <a:pt x="21" y="0"/>
                    <a:pt x="21" y="0"/>
                    <a:pt x="2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0" y="7"/>
                    <a:pt x="35" y="13"/>
                    <a:pt x="34" y="13"/>
                  </a:cubicBezTo>
                  <a:cubicBezTo>
                    <a:pt x="34" y="13"/>
                    <a:pt x="29" y="8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9" y="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19FC623B-5D7F-4FBA-8F61-20BBE72B2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972"/>
              <a:ext cx="116" cy="76"/>
            </a:xfrm>
            <a:custGeom>
              <a:avLst/>
              <a:gdLst>
                <a:gd name="T0" fmla="*/ 6 w 49"/>
                <a:gd name="T1" fmla="*/ 31 h 32"/>
                <a:gd name="T2" fmla="*/ 5 w 49"/>
                <a:gd name="T3" fmla="*/ 23 h 32"/>
                <a:gd name="T4" fmla="*/ 0 w 49"/>
                <a:gd name="T5" fmla="*/ 2 h 32"/>
                <a:gd name="T6" fmla="*/ 0 w 49"/>
                <a:gd name="T7" fmla="*/ 1 h 32"/>
                <a:gd name="T8" fmla="*/ 1 w 49"/>
                <a:gd name="T9" fmla="*/ 1 h 32"/>
                <a:gd name="T10" fmla="*/ 42 w 49"/>
                <a:gd name="T11" fmla="*/ 0 h 32"/>
                <a:gd name="T12" fmla="*/ 43 w 49"/>
                <a:gd name="T13" fmla="*/ 1 h 32"/>
                <a:gd name="T14" fmla="*/ 43 w 49"/>
                <a:gd name="T15" fmla="*/ 1 h 32"/>
                <a:gd name="T16" fmla="*/ 43 w 49"/>
                <a:gd name="T17" fmla="*/ 1 h 32"/>
                <a:gd name="T18" fmla="*/ 43 w 49"/>
                <a:gd name="T19" fmla="*/ 1 h 32"/>
                <a:gd name="T20" fmla="*/ 43 w 49"/>
                <a:gd name="T21" fmla="*/ 1 h 32"/>
                <a:gd name="T22" fmla="*/ 43 w 49"/>
                <a:gd name="T23" fmla="*/ 1 h 32"/>
                <a:gd name="T24" fmla="*/ 43 w 49"/>
                <a:gd name="T25" fmla="*/ 2 h 32"/>
                <a:gd name="T26" fmla="*/ 43 w 49"/>
                <a:gd name="T27" fmla="*/ 2 h 32"/>
                <a:gd name="T28" fmla="*/ 44 w 49"/>
                <a:gd name="T29" fmla="*/ 3 h 32"/>
                <a:gd name="T30" fmla="*/ 44 w 49"/>
                <a:gd name="T31" fmla="*/ 5 h 32"/>
                <a:gd name="T32" fmla="*/ 45 w 49"/>
                <a:gd name="T33" fmla="*/ 9 h 32"/>
                <a:gd name="T34" fmla="*/ 46 w 49"/>
                <a:gd name="T35" fmla="*/ 16 h 32"/>
                <a:gd name="T36" fmla="*/ 49 w 49"/>
                <a:gd name="T37" fmla="*/ 31 h 32"/>
                <a:gd name="T38" fmla="*/ 49 w 49"/>
                <a:gd name="T39" fmla="*/ 32 h 32"/>
                <a:gd name="T40" fmla="*/ 48 w 49"/>
                <a:gd name="T41" fmla="*/ 32 h 32"/>
                <a:gd name="T42" fmla="*/ 18 w 49"/>
                <a:gd name="T43" fmla="*/ 31 h 32"/>
                <a:gd name="T44" fmla="*/ 9 w 49"/>
                <a:gd name="T45" fmla="*/ 31 h 32"/>
                <a:gd name="T46" fmla="*/ 6 w 49"/>
                <a:gd name="T47" fmla="*/ 31 h 32"/>
                <a:gd name="T48" fmla="*/ 10 w 49"/>
                <a:gd name="T49" fmla="*/ 31 h 32"/>
                <a:gd name="T50" fmla="*/ 18 w 49"/>
                <a:gd name="T51" fmla="*/ 30 h 32"/>
                <a:gd name="T52" fmla="*/ 48 w 49"/>
                <a:gd name="T53" fmla="*/ 30 h 32"/>
                <a:gd name="T54" fmla="*/ 47 w 49"/>
                <a:gd name="T55" fmla="*/ 31 h 32"/>
                <a:gd name="T56" fmla="*/ 44 w 49"/>
                <a:gd name="T57" fmla="*/ 17 h 32"/>
                <a:gd name="T58" fmla="*/ 43 w 49"/>
                <a:gd name="T59" fmla="*/ 9 h 32"/>
                <a:gd name="T60" fmla="*/ 42 w 49"/>
                <a:gd name="T61" fmla="*/ 5 h 32"/>
                <a:gd name="T62" fmla="*/ 42 w 49"/>
                <a:gd name="T63" fmla="*/ 3 h 32"/>
                <a:gd name="T64" fmla="*/ 41 w 49"/>
                <a:gd name="T65" fmla="*/ 2 h 32"/>
                <a:gd name="T66" fmla="*/ 41 w 49"/>
                <a:gd name="T67" fmla="*/ 2 h 32"/>
                <a:gd name="T68" fmla="*/ 41 w 49"/>
                <a:gd name="T69" fmla="*/ 2 h 32"/>
                <a:gd name="T70" fmla="*/ 41 w 49"/>
                <a:gd name="T71" fmla="*/ 2 h 32"/>
                <a:gd name="T72" fmla="*/ 41 w 49"/>
                <a:gd name="T73" fmla="*/ 1 h 32"/>
                <a:gd name="T74" fmla="*/ 41 w 49"/>
                <a:gd name="T75" fmla="*/ 1 h 32"/>
                <a:gd name="T76" fmla="*/ 41 w 49"/>
                <a:gd name="T77" fmla="*/ 1 h 32"/>
                <a:gd name="T78" fmla="*/ 41 w 49"/>
                <a:gd name="T79" fmla="*/ 1 h 32"/>
                <a:gd name="T80" fmla="*/ 42 w 49"/>
                <a:gd name="T81" fmla="*/ 2 h 32"/>
                <a:gd name="T82" fmla="*/ 1 w 49"/>
                <a:gd name="T83" fmla="*/ 2 h 32"/>
                <a:gd name="T84" fmla="*/ 2 w 49"/>
                <a:gd name="T85" fmla="*/ 1 h 32"/>
                <a:gd name="T86" fmla="*/ 5 w 49"/>
                <a:gd name="T87" fmla="*/ 23 h 32"/>
                <a:gd name="T88" fmla="*/ 6 w 49"/>
                <a:gd name="T89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" h="32">
                  <a:moveTo>
                    <a:pt x="6" y="31"/>
                  </a:moveTo>
                  <a:cubicBezTo>
                    <a:pt x="6" y="31"/>
                    <a:pt x="6" y="28"/>
                    <a:pt x="5" y="23"/>
                  </a:cubicBezTo>
                  <a:cubicBezTo>
                    <a:pt x="3" y="18"/>
                    <a:pt x="2" y="11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3" y="0"/>
                    <a:pt x="27" y="0"/>
                    <a:pt x="42" y="0"/>
                  </a:cubicBezTo>
                  <a:cubicBezTo>
                    <a:pt x="42" y="0"/>
                    <a:pt x="44" y="2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6"/>
                    <a:pt x="45" y="8"/>
                    <a:pt x="45" y="9"/>
                  </a:cubicBezTo>
                  <a:cubicBezTo>
                    <a:pt x="45" y="11"/>
                    <a:pt x="46" y="14"/>
                    <a:pt x="46" y="16"/>
                  </a:cubicBezTo>
                  <a:cubicBezTo>
                    <a:pt x="47" y="21"/>
                    <a:pt x="48" y="26"/>
                    <a:pt x="49" y="31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5" y="32"/>
                    <a:pt x="25" y="31"/>
                    <a:pt x="18" y="31"/>
                  </a:cubicBezTo>
                  <a:cubicBezTo>
                    <a:pt x="14" y="31"/>
                    <a:pt x="12" y="31"/>
                    <a:pt x="9" y="31"/>
                  </a:cubicBezTo>
                  <a:cubicBezTo>
                    <a:pt x="7" y="31"/>
                    <a:pt x="6" y="31"/>
                    <a:pt x="6" y="31"/>
                  </a:cubicBezTo>
                  <a:cubicBezTo>
                    <a:pt x="7" y="31"/>
                    <a:pt x="8" y="31"/>
                    <a:pt x="10" y="31"/>
                  </a:cubicBezTo>
                  <a:cubicBezTo>
                    <a:pt x="12" y="31"/>
                    <a:pt x="15" y="30"/>
                    <a:pt x="18" y="30"/>
                  </a:cubicBezTo>
                  <a:cubicBezTo>
                    <a:pt x="26" y="30"/>
                    <a:pt x="36" y="30"/>
                    <a:pt x="48" y="30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6" y="26"/>
                    <a:pt x="45" y="22"/>
                    <a:pt x="44" y="17"/>
                  </a:cubicBezTo>
                  <a:cubicBezTo>
                    <a:pt x="44" y="14"/>
                    <a:pt x="43" y="12"/>
                    <a:pt x="43" y="9"/>
                  </a:cubicBezTo>
                  <a:cubicBezTo>
                    <a:pt x="42" y="8"/>
                    <a:pt x="42" y="7"/>
                    <a:pt x="42" y="5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0" y="1"/>
                    <a:pt x="42" y="2"/>
                    <a:pt x="42" y="2"/>
                  </a:cubicBezTo>
                  <a:cubicBezTo>
                    <a:pt x="27" y="2"/>
                    <a:pt x="13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0"/>
                    <a:pt x="4" y="17"/>
                    <a:pt x="5" y="23"/>
                  </a:cubicBezTo>
                  <a:cubicBezTo>
                    <a:pt x="6" y="28"/>
                    <a:pt x="7" y="31"/>
                    <a:pt x="6" y="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232">
              <a:extLst>
                <a:ext uri="{FF2B5EF4-FFF2-40B4-BE49-F238E27FC236}">
                  <a16:creationId xmlns:a16="http://schemas.microsoft.com/office/drawing/2014/main" id="{9A7C9491-A158-4323-8462-43DC7DABF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3100"/>
              <a:ext cx="9" cy="7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233">
              <a:extLst>
                <a:ext uri="{FF2B5EF4-FFF2-40B4-BE49-F238E27FC236}">
                  <a16:creationId xmlns:a16="http://schemas.microsoft.com/office/drawing/2014/main" id="{138CF617-04BD-4020-B409-BBE692298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" y="3100"/>
              <a:ext cx="71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47DC7776-D972-4A64-A8D7-47BCD2CD5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3079"/>
              <a:ext cx="121" cy="57"/>
            </a:xfrm>
            <a:custGeom>
              <a:avLst/>
              <a:gdLst>
                <a:gd name="T0" fmla="*/ 7 w 51"/>
                <a:gd name="T1" fmla="*/ 23 h 24"/>
                <a:gd name="T2" fmla="*/ 5 w 51"/>
                <a:gd name="T3" fmla="*/ 18 h 24"/>
                <a:gd name="T4" fmla="*/ 0 w 51"/>
                <a:gd name="T5" fmla="*/ 2 h 24"/>
                <a:gd name="T6" fmla="*/ 0 w 51"/>
                <a:gd name="T7" fmla="*/ 1 h 24"/>
                <a:gd name="T8" fmla="*/ 1 w 51"/>
                <a:gd name="T9" fmla="*/ 1 h 24"/>
                <a:gd name="T10" fmla="*/ 44 w 51"/>
                <a:gd name="T11" fmla="*/ 1 h 24"/>
                <a:gd name="T12" fmla="*/ 45 w 51"/>
                <a:gd name="T13" fmla="*/ 1 h 24"/>
                <a:gd name="T14" fmla="*/ 45 w 51"/>
                <a:gd name="T15" fmla="*/ 1 h 24"/>
                <a:gd name="T16" fmla="*/ 45 w 51"/>
                <a:gd name="T17" fmla="*/ 1 h 24"/>
                <a:gd name="T18" fmla="*/ 45 w 51"/>
                <a:gd name="T19" fmla="*/ 1 h 24"/>
                <a:gd name="T20" fmla="*/ 45 w 51"/>
                <a:gd name="T21" fmla="*/ 1 h 24"/>
                <a:gd name="T22" fmla="*/ 45 w 51"/>
                <a:gd name="T23" fmla="*/ 1 h 24"/>
                <a:gd name="T24" fmla="*/ 45 w 51"/>
                <a:gd name="T25" fmla="*/ 2 h 24"/>
                <a:gd name="T26" fmla="*/ 45 w 51"/>
                <a:gd name="T27" fmla="*/ 2 h 24"/>
                <a:gd name="T28" fmla="*/ 45 w 51"/>
                <a:gd name="T29" fmla="*/ 3 h 24"/>
                <a:gd name="T30" fmla="*/ 45 w 51"/>
                <a:gd name="T31" fmla="*/ 4 h 24"/>
                <a:gd name="T32" fmla="*/ 46 w 51"/>
                <a:gd name="T33" fmla="*/ 7 h 24"/>
                <a:gd name="T34" fmla="*/ 48 w 51"/>
                <a:gd name="T35" fmla="*/ 13 h 24"/>
                <a:gd name="T36" fmla="*/ 50 w 51"/>
                <a:gd name="T37" fmla="*/ 23 h 24"/>
                <a:gd name="T38" fmla="*/ 51 w 51"/>
                <a:gd name="T39" fmla="*/ 24 h 24"/>
                <a:gd name="T40" fmla="*/ 49 w 51"/>
                <a:gd name="T41" fmla="*/ 24 h 24"/>
                <a:gd name="T42" fmla="*/ 18 w 51"/>
                <a:gd name="T43" fmla="*/ 24 h 24"/>
                <a:gd name="T44" fmla="*/ 10 w 51"/>
                <a:gd name="T45" fmla="*/ 24 h 24"/>
                <a:gd name="T46" fmla="*/ 7 w 51"/>
                <a:gd name="T47" fmla="*/ 23 h 24"/>
                <a:gd name="T48" fmla="*/ 10 w 51"/>
                <a:gd name="T49" fmla="*/ 23 h 24"/>
                <a:gd name="T50" fmla="*/ 19 w 51"/>
                <a:gd name="T51" fmla="*/ 23 h 24"/>
                <a:gd name="T52" fmla="*/ 49 w 51"/>
                <a:gd name="T53" fmla="*/ 22 h 24"/>
                <a:gd name="T54" fmla="*/ 48 w 51"/>
                <a:gd name="T55" fmla="*/ 23 h 24"/>
                <a:gd name="T56" fmla="*/ 46 w 51"/>
                <a:gd name="T57" fmla="*/ 13 h 24"/>
                <a:gd name="T58" fmla="*/ 44 w 51"/>
                <a:gd name="T59" fmla="*/ 7 h 24"/>
                <a:gd name="T60" fmla="*/ 43 w 51"/>
                <a:gd name="T61" fmla="*/ 5 h 24"/>
                <a:gd name="T62" fmla="*/ 43 w 51"/>
                <a:gd name="T63" fmla="*/ 3 h 24"/>
                <a:gd name="T64" fmla="*/ 43 w 51"/>
                <a:gd name="T65" fmla="*/ 3 h 24"/>
                <a:gd name="T66" fmla="*/ 43 w 51"/>
                <a:gd name="T67" fmla="*/ 2 h 24"/>
                <a:gd name="T68" fmla="*/ 43 w 51"/>
                <a:gd name="T69" fmla="*/ 2 h 24"/>
                <a:gd name="T70" fmla="*/ 43 w 51"/>
                <a:gd name="T71" fmla="*/ 2 h 24"/>
                <a:gd name="T72" fmla="*/ 43 w 51"/>
                <a:gd name="T73" fmla="*/ 2 h 24"/>
                <a:gd name="T74" fmla="*/ 43 w 51"/>
                <a:gd name="T75" fmla="*/ 2 h 24"/>
                <a:gd name="T76" fmla="*/ 43 w 51"/>
                <a:gd name="T77" fmla="*/ 2 h 24"/>
                <a:gd name="T78" fmla="*/ 43 w 51"/>
                <a:gd name="T79" fmla="*/ 2 h 24"/>
                <a:gd name="T80" fmla="*/ 44 w 51"/>
                <a:gd name="T81" fmla="*/ 3 h 24"/>
                <a:gd name="T82" fmla="*/ 1 w 51"/>
                <a:gd name="T83" fmla="*/ 3 h 24"/>
                <a:gd name="T84" fmla="*/ 2 w 51"/>
                <a:gd name="T85" fmla="*/ 2 h 24"/>
                <a:gd name="T86" fmla="*/ 5 w 51"/>
                <a:gd name="T87" fmla="*/ 17 h 24"/>
                <a:gd name="T88" fmla="*/ 7 w 51"/>
                <a:gd name="T8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" h="24">
                  <a:moveTo>
                    <a:pt x="7" y="23"/>
                  </a:moveTo>
                  <a:cubicBezTo>
                    <a:pt x="7" y="24"/>
                    <a:pt x="6" y="22"/>
                    <a:pt x="5" y="18"/>
                  </a:cubicBezTo>
                  <a:cubicBezTo>
                    <a:pt x="4" y="14"/>
                    <a:pt x="2" y="9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2" y="1"/>
                    <a:pt x="27" y="1"/>
                    <a:pt x="44" y="1"/>
                  </a:cubicBezTo>
                  <a:cubicBezTo>
                    <a:pt x="43" y="0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9"/>
                    <a:pt x="47" y="11"/>
                    <a:pt x="48" y="13"/>
                  </a:cubicBezTo>
                  <a:cubicBezTo>
                    <a:pt x="48" y="16"/>
                    <a:pt x="49" y="20"/>
                    <a:pt x="50" y="23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37" y="24"/>
                    <a:pt x="26" y="24"/>
                    <a:pt x="18" y="24"/>
                  </a:cubicBezTo>
                  <a:cubicBezTo>
                    <a:pt x="15" y="24"/>
                    <a:pt x="12" y="24"/>
                    <a:pt x="10" y="24"/>
                  </a:cubicBezTo>
                  <a:cubicBezTo>
                    <a:pt x="8" y="24"/>
                    <a:pt x="7" y="23"/>
                    <a:pt x="7" y="23"/>
                  </a:cubicBezTo>
                  <a:cubicBezTo>
                    <a:pt x="7" y="23"/>
                    <a:pt x="8" y="23"/>
                    <a:pt x="10" y="23"/>
                  </a:cubicBezTo>
                  <a:cubicBezTo>
                    <a:pt x="12" y="23"/>
                    <a:pt x="15" y="23"/>
                    <a:pt x="19" y="23"/>
                  </a:cubicBezTo>
                  <a:cubicBezTo>
                    <a:pt x="26" y="23"/>
                    <a:pt x="37" y="22"/>
                    <a:pt x="49" y="22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7" y="20"/>
                    <a:pt x="47" y="17"/>
                    <a:pt x="46" y="13"/>
                  </a:cubicBezTo>
                  <a:cubicBezTo>
                    <a:pt x="45" y="11"/>
                    <a:pt x="45" y="9"/>
                    <a:pt x="44" y="7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2" y="2"/>
                    <a:pt x="45" y="3"/>
                    <a:pt x="44" y="3"/>
                  </a:cubicBezTo>
                  <a:cubicBezTo>
                    <a:pt x="27" y="3"/>
                    <a:pt x="12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8"/>
                    <a:pt x="5" y="13"/>
                    <a:pt x="5" y="17"/>
                  </a:cubicBezTo>
                  <a:cubicBezTo>
                    <a:pt x="6" y="21"/>
                    <a:pt x="7" y="23"/>
                    <a:pt x="7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235">
              <a:extLst>
                <a:ext uri="{FF2B5EF4-FFF2-40B4-BE49-F238E27FC236}">
                  <a16:creationId xmlns:a16="http://schemas.microsoft.com/office/drawing/2014/main" id="{0AC085AF-6447-4CB8-9DC2-EC671989F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2993"/>
              <a:ext cx="66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236">
              <a:extLst>
                <a:ext uri="{FF2B5EF4-FFF2-40B4-BE49-F238E27FC236}">
                  <a16:creationId xmlns:a16="http://schemas.microsoft.com/office/drawing/2014/main" id="{7264DA96-CF62-4B7A-81B3-1087DAE5B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3005"/>
              <a:ext cx="6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453F0B10-3348-4318-9C4D-F6FCC131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014"/>
              <a:ext cx="64" cy="8"/>
            </a:xfrm>
            <a:custGeom>
              <a:avLst/>
              <a:gdLst>
                <a:gd name="T0" fmla="*/ 0 w 27"/>
                <a:gd name="T1" fmla="*/ 2 h 3"/>
                <a:gd name="T2" fmla="*/ 14 w 27"/>
                <a:gd name="T3" fmla="*/ 0 h 3"/>
                <a:gd name="T4" fmla="*/ 27 w 27"/>
                <a:gd name="T5" fmla="*/ 1 h 3"/>
                <a:gd name="T6" fmla="*/ 14 w 27"/>
                <a:gd name="T7" fmla="*/ 3 h 3"/>
                <a:gd name="T8" fmla="*/ 0 w 2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">
                  <a:moveTo>
                    <a:pt x="0" y="2"/>
                  </a:moveTo>
                  <a:cubicBezTo>
                    <a:pt x="0" y="1"/>
                    <a:pt x="6" y="0"/>
                    <a:pt x="14" y="0"/>
                  </a:cubicBezTo>
                  <a:cubicBezTo>
                    <a:pt x="21" y="0"/>
                    <a:pt x="27" y="1"/>
                    <a:pt x="27" y="1"/>
                  </a:cubicBezTo>
                  <a:cubicBezTo>
                    <a:pt x="27" y="2"/>
                    <a:pt x="21" y="2"/>
                    <a:pt x="14" y="3"/>
                  </a:cubicBezTo>
                  <a:cubicBezTo>
                    <a:pt x="6" y="3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63992CE1-0409-410E-A46F-0B33449FD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100"/>
              <a:ext cx="64" cy="5"/>
            </a:xfrm>
            <a:custGeom>
              <a:avLst/>
              <a:gdLst>
                <a:gd name="T0" fmla="*/ 0 w 27"/>
                <a:gd name="T1" fmla="*/ 1 h 2"/>
                <a:gd name="T2" fmla="*/ 13 w 27"/>
                <a:gd name="T3" fmla="*/ 0 h 2"/>
                <a:gd name="T4" fmla="*/ 27 w 27"/>
                <a:gd name="T5" fmla="*/ 1 h 2"/>
                <a:gd name="T6" fmla="*/ 13 w 27"/>
                <a:gd name="T7" fmla="*/ 2 h 2"/>
                <a:gd name="T8" fmla="*/ 0 w 27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">
                  <a:moveTo>
                    <a:pt x="0" y="1"/>
                  </a:moveTo>
                  <a:cubicBezTo>
                    <a:pt x="0" y="0"/>
                    <a:pt x="6" y="0"/>
                    <a:pt x="13" y="0"/>
                  </a:cubicBezTo>
                  <a:cubicBezTo>
                    <a:pt x="21" y="0"/>
                    <a:pt x="27" y="0"/>
                    <a:pt x="27" y="1"/>
                  </a:cubicBezTo>
                  <a:cubicBezTo>
                    <a:pt x="27" y="1"/>
                    <a:pt x="21" y="2"/>
                    <a:pt x="13" y="2"/>
                  </a:cubicBezTo>
                  <a:cubicBezTo>
                    <a:pt x="6" y="2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9">
              <a:extLst>
                <a:ext uri="{FF2B5EF4-FFF2-40B4-BE49-F238E27FC236}">
                  <a16:creationId xmlns:a16="http://schemas.microsoft.com/office/drawing/2014/main" id="{47670A43-F7C2-4537-B924-D1A15591B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3112"/>
              <a:ext cx="54" cy="5"/>
            </a:xfrm>
            <a:custGeom>
              <a:avLst/>
              <a:gdLst>
                <a:gd name="T0" fmla="*/ 0 w 23"/>
                <a:gd name="T1" fmla="*/ 1 h 2"/>
                <a:gd name="T2" fmla="*/ 12 w 23"/>
                <a:gd name="T3" fmla="*/ 0 h 2"/>
                <a:gd name="T4" fmla="*/ 23 w 23"/>
                <a:gd name="T5" fmla="*/ 1 h 2"/>
                <a:gd name="T6" fmla="*/ 12 w 23"/>
                <a:gd name="T7" fmla="*/ 2 h 2"/>
                <a:gd name="T8" fmla="*/ 0 w 2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">
                  <a:moveTo>
                    <a:pt x="0" y="1"/>
                  </a:moveTo>
                  <a:cubicBezTo>
                    <a:pt x="0" y="1"/>
                    <a:pt x="5" y="0"/>
                    <a:pt x="12" y="0"/>
                  </a:cubicBezTo>
                  <a:cubicBezTo>
                    <a:pt x="18" y="0"/>
                    <a:pt x="23" y="0"/>
                    <a:pt x="23" y="1"/>
                  </a:cubicBezTo>
                  <a:cubicBezTo>
                    <a:pt x="23" y="2"/>
                    <a:pt x="18" y="2"/>
                    <a:pt x="12" y="2"/>
                  </a:cubicBezTo>
                  <a:cubicBezTo>
                    <a:pt x="5" y="2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F588D340-DF65-4C9F-A968-7892018D8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261"/>
              <a:ext cx="2259" cy="1110"/>
            </a:xfrm>
            <a:custGeom>
              <a:avLst/>
              <a:gdLst>
                <a:gd name="T0" fmla="*/ 0 w 2259"/>
                <a:gd name="T1" fmla="*/ 0 h 1110"/>
                <a:gd name="T2" fmla="*/ 0 w 2259"/>
                <a:gd name="T3" fmla="*/ 53 h 1110"/>
                <a:gd name="T4" fmla="*/ 33 w 2259"/>
                <a:gd name="T5" fmla="*/ 53 h 1110"/>
                <a:gd name="T6" fmla="*/ 33 w 2259"/>
                <a:gd name="T7" fmla="*/ 1110 h 1110"/>
                <a:gd name="T8" fmla="*/ 104 w 2259"/>
                <a:gd name="T9" fmla="*/ 1110 h 1110"/>
                <a:gd name="T10" fmla="*/ 104 w 2259"/>
                <a:gd name="T11" fmla="*/ 53 h 1110"/>
                <a:gd name="T12" fmla="*/ 474 w 2259"/>
                <a:gd name="T13" fmla="*/ 53 h 1110"/>
                <a:gd name="T14" fmla="*/ 474 w 2259"/>
                <a:gd name="T15" fmla="*/ 1110 h 1110"/>
                <a:gd name="T16" fmla="*/ 545 w 2259"/>
                <a:gd name="T17" fmla="*/ 1110 h 1110"/>
                <a:gd name="T18" fmla="*/ 545 w 2259"/>
                <a:gd name="T19" fmla="*/ 53 h 1110"/>
                <a:gd name="T20" fmla="*/ 2157 w 2259"/>
                <a:gd name="T21" fmla="*/ 53 h 1110"/>
                <a:gd name="T22" fmla="*/ 2157 w 2259"/>
                <a:gd name="T23" fmla="*/ 1110 h 1110"/>
                <a:gd name="T24" fmla="*/ 2228 w 2259"/>
                <a:gd name="T25" fmla="*/ 1110 h 1110"/>
                <a:gd name="T26" fmla="*/ 2228 w 2259"/>
                <a:gd name="T27" fmla="*/ 53 h 1110"/>
                <a:gd name="T28" fmla="*/ 2259 w 2259"/>
                <a:gd name="T29" fmla="*/ 53 h 1110"/>
                <a:gd name="T30" fmla="*/ 2259 w 2259"/>
                <a:gd name="T31" fmla="*/ 0 h 1110"/>
                <a:gd name="T32" fmla="*/ 0 w 2259"/>
                <a:gd name="T33" fmla="*/ 0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59" h="1110">
                  <a:moveTo>
                    <a:pt x="0" y="0"/>
                  </a:moveTo>
                  <a:lnTo>
                    <a:pt x="0" y="53"/>
                  </a:lnTo>
                  <a:lnTo>
                    <a:pt x="33" y="53"/>
                  </a:lnTo>
                  <a:lnTo>
                    <a:pt x="33" y="1110"/>
                  </a:lnTo>
                  <a:lnTo>
                    <a:pt x="104" y="1110"/>
                  </a:lnTo>
                  <a:lnTo>
                    <a:pt x="104" y="53"/>
                  </a:lnTo>
                  <a:lnTo>
                    <a:pt x="474" y="53"/>
                  </a:lnTo>
                  <a:lnTo>
                    <a:pt x="474" y="1110"/>
                  </a:lnTo>
                  <a:lnTo>
                    <a:pt x="545" y="1110"/>
                  </a:lnTo>
                  <a:lnTo>
                    <a:pt x="545" y="53"/>
                  </a:lnTo>
                  <a:lnTo>
                    <a:pt x="2157" y="53"/>
                  </a:lnTo>
                  <a:lnTo>
                    <a:pt x="2157" y="1110"/>
                  </a:lnTo>
                  <a:lnTo>
                    <a:pt x="2228" y="1110"/>
                  </a:lnTo>
                  <a:lnTo>
                    <a:pt x="2228" y="53"/>
                  </a:lnTo>
                  <a:lnTo>
                    <a:pt x="2259" y="53"/>
                  </a:lnTo>
                  <a:lnTo>
                    <a:pt x="22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1F08DCAC-F0BE-4EAA-95BF-E7604A557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261"/>
              <a:ext cx="2259" cy="1110"/>
            </a:xfrm>
            <a:custGeom>
              <a:avLst/>
              <a:gdLst>
                <a:gd name="T0" fmla="*/ 0 w 2259"/>
                <a:gd name="T1" fmla="*/ 0 h 1110"/>
                <a:gd name="T2" fmla="*/ 0 w 2259"/>
                <a:gd name="T3" fmla="*/ 53 h 1110"/>
                <a:gd name="T4" fmla="*/ 33 w 2259"/>
                <a:gd name="T5" fmla="*/ 53 h 1110"/>
                <a:gd name="T6" fmla="*/ 33 w 2259"/>
                <a:gd name="T7" fmla="*/ 1110 h 1110"/>
                <a:gd name="T8" fmla="*/ 104 w 2259"/>
                <a:gd name="T9" fmla="*/ 1110 h 1110"/>
                <a:gd name="T10" fmla="*/ 104 w 2259"/>
                <a:gd name="T11" fmla="*/ 53 h 1110"/>
                <a:gd name="T12" fmla="*/ 474 w 2259"/>
                <a:gd name="T13" fmla="*/ 53 h 1110"/>
                <a:gd name="T14" fmla="*/ 474 w 2259"/>
                <a:gd name="T15" fmla="*/ 1110 h 1110"/>
                <a:gd name="T16" fmla="*/ 545 w 2259"/>
                <a:gd name="T17" fmla="*/ 1110 h 1110"/>
                <a:gd name="T18" fmla="*/ 545 w 2259"/>
                <a:gd name="T19" fmla="*/ 53 h 1110"/>
                <a:gd name="T20" fmla="*/ 2157 w 2259"/>
                <a:gd name="T21" fmla="*/ 53 h 1110"/>
                <a:gd name="T22" fmla="*/ 2157 w 2259"/>
                <a:gd name="T23" fmla="*/ 1110 h 1110"/>
                <a:gd name="T24" fmla="*/ 2228 w 2259"/>
                <a:gd name="T25" fmla="*/ 1110 h 1110"/>
                <a:gd name="T26" fmla="*/ 2228 w 2259"/>
                <a:gd name="T27" fmla="*/ 53 h 1110"/>
                <a:gd name="T28" fmla="*/ 2259 w 2259"/>
                <a:gd name="T29" fmla="*/ 53 h 1110"/>
                <a:gd name="T30" fmla="*/ 2259 w 2259"/>
                <a:gd name="T31" fmla="*/ 0 h 1110"/>
                <a:gd name="T32" fmla="*/ 0 w 2259"/>
                <a:gd name="T33" fmla="*/ 0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59" h="1110">
                  <a:moveTo>
                    <a:pt x="0" y="0"/>
                  </a:moveTo>
                  <a:lnTo>
                    <a:pt x="0" y="53"/>
                  </a:lnTo>
                  <a:lnTo>
                    <a:pt x="33" y="53"/>
                  </a:lnTo>
                  <a:lnTo>
                    <a:pt x="33" y="1110"/>
                  </a:lnTo>
                  <a:lnTo>
                    <a:pt x="104" y="1110"/>
                  </a:lnTo>
                  <a:lnTo>
                    <a:pt x="104" y="53"/>
                  </a:lnTo>
                  <a:lnTo>
                    <a:pt x="474" y="53"/>
                  </a:lnTo>
                  <a:lnTo>
                    <a:pt x="474" y="1110"/>
                  </a:lnTo>
                  <a:lnTo>
                    <a:pt x="545" y="1110"/>
                  </a:lnTo>
                  <a:lnTo>
                    <a:pt x="545" y="53"/>
                  </a:lnTo>
                  <a:lnTo>
                    <a:pt x="2157" y="53"/>
                  </a:lnTo>
                  <a:lnTo>
                    <a:pt x="2157" y="1110"/>
                  </a:lnTo>
                  <a:lnTo>
                    <a:pt x="2228" y="1110"/>
                  </a:lnTo>
                  <a:lnTo>
                    <a:pt x="2228" y="53"/>
                  </a:lnTo>
                  <a:lnTo>
                    <a:pt x="2259" y="53"/>
                  </a:lnTo>
                  <a:lnTo>
                    <a:pt x="225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242">
              <a:extLst>
                <a:ext uri="{FF2B5EF4-FFF2-40B4-BE49-F238E27FC236}">
                  <a16:creationId xmlns:a16="http://schemas.microsoft.com/office/drawing/2014/main" id="{242A9780-1AD0-4106-AEDB-2F1E22FCD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3653"/>
              <a:ext cx="90" cy="3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243">
              <a:extLst>
                <a:ext uri="{FF2B5EF4-FFF2-40B4-BE49-F238E27FC236}">
                  <a16:creationId xmlns:a16="http://schemas.microsoft.com/office/drawing/2014/main" id="{015CF0E1-EB6F-4637-ACFF-9428CF6B6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3663"/>
              <a:ext cx="5" cy="2"/>
            </a:xfrm>
            <a:prstGeom prst="ellipse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4">
              <a:extLst>
                <a:ext uri="{FF2B5EF4-FFF2-40B4-BE49-F238E27FC236}">
                  <a16:creationId xmlns:a16="http://schemas.microsoft.com/office/drawing/2014/main" id="{C3588DB9-C945-4388-A4D2-5DF05F732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2321"/>
              <a:ext cx="873" cy="577"/>
            </a:xfrm>
            <a:custGeom>
              <a:avLst/>
              <a:gdLst>
                <a:gd name="T0" fmla="*/ 169 w 368"/>
                <a:gd name="T1" fmla="*/ 170 h 243"/>
                <a:gd name="T2" fmla="*/ 59 w 368"/>
                <a:gd name="T3" fmla="*/ 58 h 243"/>
                <a:gd name="T4" fmla="*/ 57 w 368"/>
                <a:gd name="T5" fmla="*/ 46 h 243"/>
                <a:gd name="T6" fmla="*/ 55 w 368"/>
                <a:gd name="T7" fmla="*/ 39 h 243"/>
                <a:gd name="T8" fmla="*/ 55 w 368"/>
                <a:gd name="T9" fmla="*/ 29 h 243"/>
                <a:gd name="T10" fmla="*/ 59 w 368"/>
                <a:gd name="T11" fmla="*/ 17 h 243"/>
                <a:gd name="T12" fmla="*/ 55 w 368"/>
                <a:gd name="T13" fmla="*/ 11 h 243"/>
                <a:gd name="T14" fmla="*/ 45 w 368"/>
                <a:gd name="T15" fmla="*/ 33 h 243"/>
                <a:gd name="T16" fmla="*/ 30 w 368"/>
                <a:gd name="T17" fmla="*/ 24 h 243"/>
                <a:gd name="T18" fmla="*/ 10 w 368"/>
                <a:gd name="T19" fmla="*/ 0 h 243"/>
                <a:gd name="T20" fmla="*/ 10 w 368"/>
                <a:gd name="T21" fmla="*/ 10 h 243"/>
                <a:gd name="T22" fmla="*/ 21 w 368"/>
                <a:gd name="T23" fmla="*/ 35 h 243"/>
                <a:gd name="T24" fmla="*/ 21 w 368"/>
                <a:gd name="T25" fmla="*/ 35 h 243"/>
                <a:gd name="T26" fmla="*/ 6 w 368"/>
                <a:gd name="T27" fmla="*/ 43 h 243"/>
                <a:gd name="T28" fmla="*/ 3 w 368"/>
                <a:gd name="T29" fmla="*/ 59 h 243"/>
                <a:gd name="T30" fmla="*/ 20 w 368"/>
                <a:gd name="T31" fmla="*/ 78 h 243"/>
                <a:gd name="T32" fmla="*/ 24 w 368"/>
                <a:gd name="T33" fmla="*/ 81 h 243"/>
                <a:gd name="T34" fmla="*/ 140 w 368"/>
                <a:gd name="T35" fmla="*/ 224 h 243"/>
                <a:gd name="T36" fmla="*/ 353 w 368"/>
                <a:gd name="T37" fmla="*/ 243 h 243"/>
                <a:gd name="T38" fmla="*/ 368 w 368"/>
                <a:gd name="T39" fmla="*/ 188 h 243"/>
                <a:gd name="T40" fmla="*/ 169 w 368"/>
                <a:gd name="T41" fmla="*/ 17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8" h="243">
                  <a:moveTo>
                    <a:pt x="169" y="170"/>
                  </a:moveTo>
                  <a:cubicBezTo>
                    <a:pt x="59" y="58"/>
                    <a:pt x="59" y="58"/>
                    <a:pt x="59" y="58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6" y="44"/>
                    <a:pt x="56" y="41"/>
                    <a:pt x="55" y="39"/>
                  </a:cubicBezTo>
                  <a:cubicBezTo>
                    <a:pt x="55" y="35"/>
                    <a:pt x="55" y="32"/>
                    <a:pt x="55" y="29"/>
                  </a:cubicBezTo>
                  <a:cubicBezTo>
                    <a:pt x="56" y="25"/>
                    <a:pt x="57" y="20"/>
                    <a:pt x="59" y="17"/>
                  </a:cubicBezTo>
                  <a:cubicBezTo>
                    <a:pt x="61" y="14"/>
                    <a:pt x="58" y="10"/>
                    <a:pt x="55" y="11"/>
                  </a:cubicBezTo>
                  <a:cubicBezTo>
                    <a:pt x="52" y="13"/>
                    <a:pt x="46" y="21"/>
                    <a:pt x="45" y="33"/>
                  </a:cubicBezTo>
                  <a:cubicBezTo>
                    <a:pt x="44" y="46"/>
                    <a:pt x="34" y="29"/>
                    <a:pt x="30" y="24"/>
                  </a:cubicBezTo>
                  <a:cubicBezTo>
                    <a:pt x="26" y="18"/>
                    <a:pt x="13" y="1"/>
                    <a:pt x="10" y="0"/>
                  </a:cubicBezTo>
                  <a:cubicBezTo>
                    <a:pt x="7" y="0"/>
                    <a:pt x="6" y="4"/>
                    <a:pt x="10" y="10"/>
                  </a:cubicBezTo>
                  <a:cubicBezTo>
                    <a:pt x="14" y="16"/>
                    <a:pt x="24" y="34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15" y="34"/>
                    <a:pt x="9" y="37"/>
                    <a:pt x="6" y="43"/>
                  </a:cubicBezTo>
                  <a:cubicBezTo>
                    <a:pt x="3" y="48"/>
                    <a:pt x="0" y="56"/>
                    <a:pt x="3" y="59"/>
                  </a:cubicBezTo>
                  <a:cubicBezTo>
                    <a:pt x="7" y="66"/>
                    <a:pt x="20" y="78"/>
                    <a:pt x="20" y="78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4" y="81"/>
                    <a:pt x="119" y="219"/>
                    <a:pt x="140" y="224"/>
                  </a:cubicBezTo>
                  <a:cubicBezTo>
                    <a:pt x="153" y="227"/>
                    <a:pt x="353" y="243"/>
                    <a:pt x="353" y="243"/>
                  </a:cubicBezTo>
                  <a:cubicBezTo>
                    <a:pt x="368" y="188"/>
                    <a:pt x="368" y="188"/>
                    <a:pt x="368" y="188"/>
                  </a:cubicBezTo>
                  <a:lnTo>
                    <a:pt x="169" y="17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5">
              <a:extLst>
                <a:ext uri="{FF2B5EF4-FFF2-40B4-BE49-F238E27FC236}">
                  <a16:creationId xmlns:a16="http://schemas.microsoft.com/office/drawing/2014/main" id="{9BFEC7E6-4C98-4739-84BB-0017B4C30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2437"/>
              <a:ext cx="45" cy="50"/>
            </a:xfrm>
            <a:custGeom>
              <a:avLst/>
              <a:gdLst>
                <a:gd name="T0" fmla="*/ 0 w 19"/>
                <a:gd name="T1" fmla="*/ 8 h 21"/>
                <a:gd name="T2" fmla="*/ 10 w 19"/>
                <a:gd name="T3" fmla="*/ 18 h 21"/>
                <a:gd name="T4" fmla="*/ 14 w 19"/>
                <a:gd name="T5" fmla="*/ 21 h 21"/>
                <a:gd name="T6" fmla="*/ 18 w 19"/>
                <a:gd name="T7" fmla="*/ 20 h 21"/>
                <a:gd name="T8" fmla="*/ 19 w 19"/>
                <a:gd name="T9" fmla="*/ 16 h 21"/>
                <a:gd name="T10" fmla="*/ 16 w 19"/>
                <a:gd name="T11" fmla="*/ 12 h 21"/>
                <a:gd name="T12" fmla="*/ 7 w 19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1">
                  <a:moveTo>
                    <a:pt x="0" y="8"/>
                  </a:moveTo>
                  <a:cubicBezTo>
                    <a:pt x="3" y="11"/>
                    <a:pt x="7" y="15"/>
                    <a:pt x="10" y="18"/>
                  </a:cubicBezTo>
                  <a:cubicBezTo>
                    <a:pt x="11" y="19"/>
                    <a:pt x="12" y="20"/>
                    <a:pt x="14" y="21"/>
                  </a:cubicBezTo>
                  <a:cubicBezTo>
                    <a:pt x="15" y="21"/>
                    <a:pt x="17" y="21"/>
                    <a:pt x="18" y="20"/>
                  </a:cubicBezTo>
                  <a:cubicBezTo>
                    <a:pt x="19" y="19"/>
                    <a:pt x="19" y="17"/>
                    <a:pt x="19" y="16"/>
                  </a:cubicBezTo>
                  <a:cubicBezTo>
                    <a:pt x="18" y="15"/>
                    <a:pt x="17" y="13"/>
                    <a:pt x="16" y="12"/>
                  </a:cubicBezTo>
                  <a:cubicBezTo>
                    <a:pt x="13" y="8"/>
                    <a:pt x="10" y="4"/>
                    <a:pt x="7" y="0"/>
                  </a:cubicBezTo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6">
              <a:extLst>
                <a:ext uri="{FF2B5EF4-FFF2-40B4-BE49-F238E27FC236}">
                  <a16:creationId xmlns:a16="http://schemas.microsoft.com/office/drawing/2014/main" id="{792DFD43-8594-4566-AAC8-32F948B5C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2437"/>
              <a:ext cx="49" cy="53"/>
            </a:xfrm>
            <a:custGeom>
              <a:avLst/>
              <a:gdLst>
                <a:gd name="T0" fmla="*/ 7 w 21"/>
                <a:gd name="T1" fmla="*/ 0 h 22"/>
                <a:gd name="T2" fmla="*/ 12 w 21"/>
                <a:gd name="T3" fmla="*/ 5 h 22"/>
                <a:gd name="T4" fmla="*/ 17 w 21"/>
                <a:gd name="T5" fmla="*/ 11 h 22"/>
                <a:gd name="T6" fmla="*/ 19 w 21"/>
                <a:gd name="T7" fmla="*/ 15 h 22"/>
                <a:gd name="T8" fmla="*/ 19 w 21"/>
                <a:gd name="T9" fmla="*/ 20 h 22"/>
                <a:gd name="T10" fmla="*/ 14 w 21"/>
                <a:gd name="T11" fmla="*/ 22 h 22"/>
                <a:gd name="T12" fmla="*/ 10 w 21"/>
                <a:gd name="T13" fmla="*/ 19 h 22"/>
                <a:gd name="T14" fmla="*/ 4 w 21"/>
                <a:gd name="T15" fmla="*/ 14 h 22"/>
                <a:gd name="T16" fmla="*/ 0 w 21"/>
                <a:gd name="T17" fmla="*/ 8 h 22"/>
                <a:gd name="T18" fmla="*/ 5 w 21"/>
                <a:gd name="T19" fmla="*/ 12 h 22"/>
                <a:gd name="T20" fmla="*/ 11 w 21"/>
                <a:gd name="T21" fmla="*/ 18 h 22"/>
                <a:gd name="T22" fmla="*/ 14 w 21"/>
                <a:gd name="T23" fmla="*/ 20 h 22"/>
                <a:gd name="T24" fmla="*/ 18 w 21"/>
                <a:gd name="T25" fmla="*/ 19 h 22"/>
                <a:gd name="T26" fmla="*/ 18 w 21"/>
                <a:gd name="T27" fmla="*/ 16 h 22"/>
                <a:gd name="T28" fmla="*/ 15 w 21"/>
                <a:gd name="T29" fmla="*/ 12 h 22"/>
                <a:gd name="T30" fmla="*/ 10 w 21"/>
                <a:gd name="T31" fmla="*/ 6 h 22"/>
                <a:gd name="T32" fmla="*/ 7 w 21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22">
                  <a:moveTo>
                    <a:pt x="7" y="0"/>
                  </a:moveTo>
                  <a:cubicBezTo>
                    <a:pt x="7" y="0"/>
                    <a:pt x="9" y="2"/>
                    <a:pt x="12" y="5"/>
                  </a:cubicBezTo>
                  <a:cubicBezTo>
                    <a:pt x="13" y="7"/>
                    <a:pt x="15" y="9"/>
                    <a:pt x="17" y="11"/>
                  </a:cubicBezTo>
                  <a:cubicBezTo>
                    <a:pt x="18" y="12"/>
                    <a:pt x="19" y="13"/>
                    <a:pt x="19" y="15"/>
                  </a:cubicBezTo>
                  <a:cubicBezTo>
                    <a:pt x="20" y="16"/>
                    <a:pt x="21" y="19"/>
                    <a:pt x="19" y="20"/>
                  </a:cubicBezTo>
                  <a:cubicBezTo>
                    <a:pt x="18" y="22"/>
                    <a:pt x="15" y="22"/>
                    <a:pt x="14" y="22"/>
                  </a:cubicBezTo>
                  <a:cubicBezTo>
                    <a:pt x="12" y="21"/>
                    <a:pt x="11" y="20"/>
                    <a:pt x="10" y="19"/>
                  </a:cubicBezTo>
                  <a:cubicBezTo>
                    <a:pt x="8" y="17"/>
                    <a:pt x="6" y="15"/>
                    <a:pt x="4" y="14"/>
                  </a:cubicBezTo>
                  <a:cubicBezTo>
                    <a:pt x="1" y="10"/>
                    <a:pt x="0" y="8"/>
                    <a:pt x="0" y="8"/>
                  </a:cubicBezTo>
                  <a:cubicBezTo>
                    <a:pt x="0" y="8"/>
                    <a:pt x="2" y="10"/>
                    <a:pt x="5" y="12"/>
                  </a:cubicBezTo>
                  <a:cubicBezTo>
                    <a:pt x="7" y="14"/>
                    <a:pt x="9" y="16"/>
                    <a:pt x="11" y="18"/>
                  </a:cubicBezTo>
                  <a:cubicBezTo>
                    <a:pt x="12" y="18"/>
                    <a:pt x="13" y="19"/>
                    <a:pt x="14" y="20"/>
                  </a:cubicBezTo>
                  <a:cubicBezTo>
                    <a:pt x="15" y="20"/>
                    <a:pt x="17" y="20"/>
                    <a:pt x="18" y="19"/>
                  </a:cubicBezTo>
                  <a:cubicBezTo>
                    <a:pt x="18" y="18"/>
                    <a:pt x="18" y="17"/>
                    <a:pt x="18" y="16"/>
                  </a:cubicBezTo>
                  <a:cubicBezTo>
                    <a:pt x="17" y="14"/>
                    <a:pt x="16" y="13"/>
                    <a:pt x="15" y="12"/>
                  </a:cubicBezTo>
                  <a:cubicBezTo>
                    <a:pt x="14" y="10"/>
                    <a:pt x="12" y="8"/>
                    <a:pt x="10" y="6"/>
                  </a:cubicBezTo>
                  <a:cubicBezTo>
                    <a:pt x="8" y="3"/>
                    <a:pt x="6" y="1"/>
                    <a:pt x="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7">
              <a:extLst>
                <a:ext uri="{FF2B5EF4-FFF2-40B4-BE49-F238E27FC236}">
                  <a16:creationId xmlns:a16="http://schemas.microsoft.com/office/drawing/2014/main" id="{E672F887-B968-41C2-B124-382C5BE37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421"/>
              <a:ext cx="48" cy="50"/>
            </a:xfrm>
            <a:custGeom>
              <a:avLst/>
              <a:gdLst>
                <a:gd name="T0" fmla="*/ 0 w 20"/>
                <a:gd name="T1" fmla="*/ 8 h 21"/>
                <a:gd name="T2" fmla="*/ 10 w 20"/>
                <a:gd name="T3" fmla="*/ 18 h 21"/>
                <a:gd name="T4" fmla="*/ 14 w 20"/>
                <a:gd name="T5" fmla="*/ 21 h 21"/>
                <a:gd name="T6" fmla="*/ 18 w 20"/>
                <a:gd name="T7" fmla="*/ 20 h 21"/>
                <a:gd name="T8" fmla="*/ 19 w 20"/>
                <a:gd name="T9" fmla="*/ 16 h 21"/>
                <a:gd name="T10" fmla="*/ 17 w 20"/>
                <a:gd name="T11" fmla="*/ 12 h 21"/>
                <a:gd name="T12" fmla="*/ 7 w 20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1">
                  <a:moveTo>
                    <a:pt x="0" y="8"/>
                  </a:moveTo>
                  <a:cubicBezTo>
                    <a:pt x="3" y="11"/>
                    <a:pt x="7" y="15"/>
                    <a:pt x="10" y="18"/>
                  </a:cubicBezTo>
                  <a:cubicBezTo>
                    <a:pt x="11" y="19"/>
                    <a:pt x="13" y="20"/>
                    <a:pt x="14" y="21"/>
                  </a:cubicBezTo>
                  <a:cubicBezTo>
                    <a:pt x="15" y="21"/>
                    <a:pt x="17" y="21"/>
                    <a:pt x="18" y="20"/>
                  </a:cubicBezTo>
                  <a:cubicBezTo>
                    <a:pt x="19" y="19"/>
                    <a:pt x="20" y="17"/>
                    <a:pt x="19" y="16"/>
                  </a:cubicBezTo>
                  <a:cubicBezTo>
                    <a:pt x="19" y="14"/>
                    <a:pt x="18" y="13"/>
                    <a:pt x="17" y="12"/>
                  </a:cubicBezTo>
                  <a:cubicBezTo>
                    <a:pt x="13" y="8"/>
                    <a:pt x="10" y="4"/>
                    <a:pt x="7" y="0"/>
                  </a:cubicBezTo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8">
              <a:extLst>
                <a:ext uri="{FF2B5EF4-FFF2-40B4-BE49-F238E27FC236}">
                  <a16:creationId xmlns:a16="http://schemas.microsoft.com/office/drawing/2014/main" id="{CEC6ACAE-4433-4C3F-B8F9-79838A4BD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421"/>
              <a:ext cx="50" cy="52"/>
            </a:xfrm>
            <a:custGeom>
              <a:avLst/>
              <a:gdLst>
                <a:gd name="T0" fmla="*/ 7 w 21"/>
                <a:gd name="T1" fmla="*/ 0 h 22"/>
                <a:gd name="T2" fmla="*/ 12 w 21"/>
                <a:gd name="T3" fmla="*/ 5 h 22"/>
                <a:gd name="T4" fmla="*/ 17 w 21"/>
                <a:gd name="T5" fmla="*/ 11 h 22"/>
                <a:gd name="T6" fmla="*/ 20 w 21"/>
                <a:gd name="T7" fmla="*/ 15 h 22"/>
                <a:gd name="T8" fmla="*/ 19 w 21"/>
                <a:gd name="T9" fmla="*/ 20 h 22"/>
                <a:gd name="T10" fmla="*/ 14 w 21"/>
                <a:gd name="T11" fmla="*/ 22 h 22"/>
                <a:gd name="T12" fmla="*/ 10 w 21"/>
                <a:gd name="T13" fmla="*/ 19 h 22"/>
                <a:gd name="T14" fmla="*/ 5 w 21"/>
                <a:gd name="T15" fmla="*/ 13 h 22"/>
                <a:gd name="T16" fmla="*/ 0 w 21"/>
                <a:gd name="T17" fmla="*/ 8 h 22"/>
                <a:gd name="T18" fmla="*/ 6 w 21"/>
                <a:gd name="T19" fmla="*/ 12 h 22"/>
                <a:gd name="T20" fmla="*/ 11 w 21"/>
                <a:gd name="T21" fmla="*/ 17 h 22"/>
                <a:gd name="T22" fmla="*/ 15 w 21"/>
                <a:gd name="T23" fmla="*/ 20 h 22"/>
                <a:gd name="T24" fmla="*/ 18 w 21"/>
                <a:gd name="T25" fmla="*/ 19 h 22"/>
                <a:gd name="T26" fmla="*/ 18 w 21"/>
                <a:gd name="T27" fmla="*/ 16 h 22"/>
                <a:gd name="T28" fmla="*/ 15 w 21"/>
                <a:gd name="T29" fmla="*/ 12 h 22"/>
                <a:gd name="T30" fmla="*/ 11 w 21"/>
                <a:gd name="T31" fmla="*/ 6 h 22"/>
                <a:gd name="T32" fmla="*/ 7 w 21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22">
                  <a:moveTo>
                    <a:pt x="7" y="0"/>
                  </a:moveTo>
                  <a:cubicBezTo>
                    <a:pt x="7" y="0"/>
                    <a:pt x="9" y="2"/>
                    <a:pt x="12" y="5"/>
                  </a:cubicBezTo>
                  <a:cubicBezTo>
                    <a:pt x="13" y="7"/>
                    <a:pt x="15" y="9"/>
                    <a:pt x="17" y="11"/>
                  </a:cubicBezTo>
                  <a:cubicBezTo>
                    <a:pt x="18" y="12"/>
                    <a:pt x="19" y="13"/>
                    <a:pt x="20" y="15"/>
                  </a:cubicBezTo>
                  <a:cubicBezTo>
                    <a:pt x="20" y="16"/>
                    <a:pt x="21" y="19"/>
                    <a:pt x="19" y="20"/>
                  </a:cubicBezTo>
                  <a:cubicBezTo>
                    <a:pt x="18" y="22"/>
                    <a:pt x="16" y="22"/>
                    <a:pt x="14" y="22"/>
                  </a:cubicBezTo>
                  <a:cubicBezTo>
                    <a:pt x="12" y="21"/>
                    <a:pt x="11" y="20"/>
                    <a:pt x="10" y="19"/>
                  </a:cubicBezTo>
                  <a:cubicBezTo>
                    <a:pt x="8" y="17"/>
                    <a:pt x="6" y="15"/>
                    <a:pt x="5" y="13"/>
                  </a:cubicBezTo>
                  <a:cubicBezTo>
                    <a:pt x="2" y="10"/>
                    <a:pt x="0" y="8"/>
                    <a:pt x="0" y="8"/>
                  </a:cubicBezTo>
                  <a:cubicBezTo>
                    <a:pt x="0" y="8"/>
                    <a:pt x="2" y="9"/>
                    <a:pt x="6" y="12"/>
                  </a:cubicBezTo>
                  <a:cubicBezTo>
                    <a:pt x="7" y="14"/>
                    <a:pt x="9" y="16"/>
                    <a:pt x="11" y="17"/>
                  </a:cubicBezTo>
                  <a:cubicBezTo>
                    <a:pt x="12" y="18"/>
                    <a:pt x="13" y="19"/>
                    <a:pt x="15" y="20"/>
                  </a:cubicBezTo>
                  <a:cubicBezTo>
                    <a:pt x="16" y="20"/>
                    <a:pt x="17" y="20"/>
                    <a:pt x="18" y="19"/>
                  </a:cubicBezTo>
                  <a:cubicBezTo>
                    <a:pt x="18" y="18"/>
                    <a:pt x="18" y="17"/>
                    <a:pt x="18" y="16"/>
                  </a:cubicBezTo>
                  <a:cubicBezTo>
                    <a:pt x="17" y="14"/>
                    <a:pt x="16" y="13"/>
                    <a:pt x="15" y="12"/>
                  </a:cubicBezTo>
                  <a:cubicBezTo>
                    <a:pt x="14" y="10"/>
                    <a:pt x="12" y="8"/>
                    <a:pt x="11" y="6"/>
                  </a:cubicBezTo>
                  <a:cubicBezTo>
                    <a:pt x="8" y="3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9">
              <a:extLst>
                <a:ext uri="{FF2B5EF4-FFF2-40B4-BE49-F238E27FC236}">
                  <a16:creationId xmlns:a16="http://schemas.microsoft.com/office/drawing/2014/main" id="{42408900-E2D0-4321-966F-00A13AD9B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406"/>
              <a:ext cx="45" cy="50"/>
            </a:xfrm>
            <a:custGeom>
              <a:avLst/>
              <a:gdLst>
                <a:gd name="T0" fmla="*/ 0 w 19"/>
                <a:gd name="T1" fmla="*/ 8 h 21"/>
                <a:gd name="T2" fmla="*/ 10 w 19"/>
                <a:gd name="T3" fmla="*/ 18 h 21"/>
                <a:gd name="T4" fmla="*/ 14 w 19"/>
                <a:gd name="T5" fmla="*/ 21 h 21"/>
                <a:gd name="T6" fmla="*/ 18 w 19"/>
                <a:gd name="T7" fmla="*/ 20 h 21"/>
                <a:gd name="T8" fmla="*/ 19 w 19"/>
                <a:gd name="T9" fmla="*/ 16 h 21"/>
                <a:gd name="T10" fmla="*/ 17 w 19"/>
                <a:gd name="T11" fmla="*/ 12 h 21"/>
                <a:gd name="T12" fmla="*/ 7 w 19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1">
                  <a:moveTo>
                    <a:pt x="0" y="8"/>
                  </a:moveTo>
                  <a:cubicBezTo>
                    <a:pt x="3" y="11"/>
                    <a:pt x="7" y="15"/>
                    <a:pt x="10" y="18"/>
                  </a:cubicBezTo>
                  <a:cubicBezTo>
                    <a:pt x="11" y="19"/>
                    <a:pt x="12" y="20"/>
                    <a:pt x="14" y="21"/>
                  </a:cubicBezTo>
                  <a:cubicBezTo>
                    <a:pt x="15" y="21"/>
                    <a:pt x="17" y="21"/>
                    <a:pt x="18" y="20"/>
                  </a:cubicBezTo>
                  <a:cubicBezTo>
                    <a:pt x="19" y="19"/>
                    <a:pt x="19" y="17"/>
                    <a:pt x="19" y="16"/>
                  </a:cubicBezTo>
                  <a:cubicBezTo>
                    <a:pt x="19" y="15"/>
                    <a:pt x="18" y="13"/>
                    <a:pt x="17" y="12"/>
                  </a:cubicBezTo>
                  <a:cubicBezTo>
                    <a:pt x="13" y="8"/>
                    <a:pt x="10" y="4"/>
                    <a:pt x="7" y="0"/>
                  </a:cubicBezTo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50">
              <a:extLst>
                <a:ext uri="{FF2B5EF4-FFF2-40B4-BE49-F238E27FC236}">
                  <a16:creationId xmlns:a16="http://schemas.microsoft.com/office/drawing/2014/main" id="{47AB00BB-C695-4412-B13A-B3352FDF2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406"/>
              <a:ext cx="50" cy="53"/>
            </a:xfrm>
            <a:custGeom>
              <a:avLst/>
              <a:gdLst>
                <a:gd name="T0" fmla="*/ 7 w 21"/>
                <a:gd name="T1" fmla="*/ 0 h 22"/>
                <a:gd name="T2" fmla="*/ 12 w 21"/>
                <a:gd name="T3" fmla="*/ 5 h 22"/>
                <a:gd name="T4" fmla="*/ 17 w 21"/>
                <a:gd name="T5" fmla="*/ 11 h 22"/>
                <a:gd name="T6" fmla="*/ 20 w 21"/>
                <a:gd name="T7" fmla="*/ 15 h 22"/>
                <a:gd name="T8" fmla="*/ 19 w 21"/>
                <a:gd name="T9" fmla="*/ 21 h 22"/>
                <a:gd name="T10" fmla="*/ 14 w 21"/>
                <a:gd name="T11" fmla="*/ 22 h 22"/>
                <a:gd name="T12" fmla="*/ 10 w 21"/>
                <a:gd name="T13" fmla="*/ 19 h 22"/>
                <a:gd name="T14" fmla="*/ 4 w 21"/>
                <a:gd name="T15" fmla="*/ 14 h 22"/>
                <a:gd name="T16" fmla="*/ 0 w 21"/>
                <a:gd name="T17" fmla="*/ 8 h 22"/>
                <a:gd name="T18" fmla="*/ 5 w 21"/>
                <a:gd name="T19" fmla="*/ 12 h 22"/>
                <a:gd name="T20" fmla="*/ 11 w 21"/>
                <a:gd name="T21" fmla="*/ 18 h 22"/>
                <a:gd name="T22" fmla="*/ 14 w 21"/>
                <a:gd name="T23" fmla="*/ 20 h 22"/>
                <a:gd name="T24" fmla="*/ 18 w 21"/>
                <a:gd name="T25" fmla="*/ 19 h 22"/>
                <a:gd name="T26" fmla="*/ 18 w 21"/>
                <a:gd name="T27" fmla="*/ 16 h 22"/>
                <a:gd name="T28" fmla="*/ 15 w 21"/>
                <a:gd name="T29" fmla="*/ 12 h 22"/>
                <a:gd name="T30" fmla="*/ 11 w 21"/>
                <a:gd name="T31" fmla="*/ 6 h 22"/>
                <a:gd name="T32" fmla="*/ 7 w 21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22">
                  <a:moveTo>
                    <a:pt x="7" y="0"/>
                  </a:moveTo>
                  <a:cubicBezTo>
                    <a:pt x="7" y="0"/>
                    <a:pt x="9" y="2"/>
                    <a:pt x="12" y="5"/>
                  </a:cubicBezTo>
                  <a:cubicBezTo>
                    <a:pt x="13" y="7"/>
                    <a:pt x="15" y="9"/>
                    <a:pt x="17" y="11"/>
                  </a:cubicBezTo>
                  <a:cubicBezTo>
                    <a:pt x="18" y="12"/>
                    <a:pt x="19" y="13"/>
                    <a:pt x="20" y="15"/>
                  </a:cubicBezTo>
                  <a:cubicBezTo>
                    <a:pt x="20" y="16"/>
                    <a:pt x="21" y="19"/>
                    <a:pt x="19" y="21"/>
                  </a:cubicBezTo>
                  <a:cubicBezTo>
                    <a:pt x="18" y="22"/>
                    <a:pt x="15" y="22"/>
                    <a:pt x="14" y="22"/>
                  </a:cubicBezTo>
                  <a:cubicBezTo>
                    <a:pt x="12" y="21"/>
                    <a:pt x="11" y="20"/>
                    <a:pt x="10" y="19"/>
                  </a:cubicBezTo>
                  <a:cubicBezTo>
                    <a:pt x="8" y="17"/>
                    <a:pt x="6" y="15"/>
                    <a:pt x="4" y="14"/>
                  </a:cubicBezTo>
                  <a:cubicBezTo>
                    <a:pt x="1" y="10"/>
                    <a:pt x="0" y="8"/>
                    <a:pt x="0" y="8"/>
                  </a:cubicBezTo>
                  <a:cubicBezTo>
                    <a:pt x="0" y="8"/>
                    <a:pt x="2" y="10"/>
                    <a:pt x="5" y="12"/>
                  </a:cubicBezTo>
                  <a:cubicBezTo>
                    <a:pt x="7" y="14"/>
                    <a:pt x="9" y="16"/>
                    <a:pt x="11" y="18"/>
                  </a:cubicBezTo>
                  <a:cubicBezTo>
                    <a:pt x="12" y="19"/>
                    <a:pt x="13" y="19"/>
                    <a:pt x="14" y="20"/>
                  </a:cubicBezTo>
                  <a:cubicBezTo>
                    <a:pt x="16" y="20"/>
                    <a:pt x="17" y="20"/>
                    <a:pt x="18" y="19"/>
                  </a:cubicBezTo>
                  <a:cubicBezTo>
                    <a:pt x="18" y="18"/>
                    <a:pt x="18" y="17"/>
                    <a:pt x="18" y="16"/>
                  </a:cubicBezTo>
                  <a:cubicBezTo>
                    <a:pt x="17" y="14"/>
                    <a:pt x="16" y="13"/>
                    <a:pt x="15" y="12"/>
                  </a:cubicBezTo>
                  <a:cubicBezTo>
                    <a:pt x="14" y="10"/>
                    <a:pt x="12" y="8"/>
                    <a:pt x="11" y="6"/>
                  </a:cubicBezTo>
                  <a:cubicBezTo>
                    <a:pt x="8" y="3"/>
                    <a:pt x="7" y="1"/>
                    <a:pt x="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51">
              <a:extLst>
                <a:ext uri="{FF2B5EF4-FFF2-40B4-BE49-F238E27FC236}">
                  <a16:creationId xmlns:a16="http://schemas.microsoft.com/office/drawing/2014/main" id="{7FC00223-AB63-4B80-A827-B4145E44B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2425"/>
              <a:ext cx="29" cy="48"/>
            </a:xfrm>
            <a:custGeom>
              <a:avLst/>
              <a:gdLst>
                <a:gd name="T0" fmla="*/ 0 w 12"/>
                <a:gd name="T1" fmla="*/ 17 h 20"/>
                <a:gd name="T2" fmla="*/ 6 w 12"/>
                <a:gd name="T3" fmla="*/ 17 h 20"/>
                <a:gd name="T4" fmla="*/ 5 w 12"/>
                <a:gd name="T5" fmla="*/ 18 h 20"/>
                <a:gd name="T6" fmla="*/ 5 w 12"/>
                <a:gd name="T7" fmla="*/ 11 h 20"/>
                <a:gd name="T8" fmla="*/ 9 w 12"/>
                <a:gd name="T9" fmla="*/ 3 h 20"/>
                <a:gd name="T10" fmla="*/ 12 w 12"/>
                <a:gd name="T11" fmla="*/ 0 h 20"/>
                <a:gd name="T12" fmla="*/ 7 w 12"/>
                <a:gd name="T13" fmla="*/ 12 h 20"/>
                <a:gd name="T14" fmla="*/ 7 w 12"/>
                <a:gd name="T15" fmla="*/ 18 h 20"/>
                <a:gd name="T16" fmla="*/ 7 w 12"/>
                <a:gd name="T17" fmla="*/ 20 h 20"/>
                <a:gd name="T18" fmla="*/ 6 w 12"/>
                <a:gd name="T19" fmla="*/ 19 h 20"/>
                <a:gd name="T20" fmla="*/ 0 w 12"/>
                <a:gd name="T21" fmla="*/ 1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0">
                  <a:moveTo>
                    <a:pt x="0" y="17"/>
                  </a:moveTo>
                  <a:cubicBezTo>
                    <a:pt x="0" y="17"/>
                    <a:pt x="3" y="16"/>
                    <a:pt x="6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4" y="14"/>
                    <a:pt x="5" y="11"/>
                  </a:cubicBezTo>
                  <a:cubicBezTo>
                    <a:pt x="5" y="8"/>
                    <a:pt x="7" y="5"/>
                    <a:pt x="9" y="3"/>
                  </a:cubicBezTo>
                  <a:cubicBezTo>
                    <a:pt x="10" y="1"/>
                    <a:pt x="12" y="0"/>
                    <a:pt x="12" y="0"/>
                  </a:cubicBezTo>
                  <a:cubicBezTo>
                    <a:pt x="12" y="1"/>
                    <a:pt x="8" y="5"/>
                    <a:pt x="7" y="12"/>
                  </a:cubicBezTo>
                  <a:cubicBezTo>
                    <a:pt x="6" y="14"/>
                    <a:pt x="7" y="16"/>
                    <a:pt x="7" y="18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2" y="1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52">
              <a:extLst>
                <a:ext uri="{FF2B5EF4-FFF2-40B4-BE49-F238E27FC236}">
                  <a16:creationId xmlns:a16="http://schemas.microsoft.com/office/drawing/2014/main" id="{80B0393F-0D99-4CD0-98BC-6B68606B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81"/>
              <a:ext cx="240" cy="418"/>
            </a:xfrm>
            <a:custGeom>
              <a:avLst/>
              <a:gdLst>
                <a:gd name="T0" fmla="*/ 101 w 101"/>
                <a:gd name="T1" fmla="*/ 19 h 176"/>
                <a:gd name="T2" fmla="*/ 101 w 101"/>
                <a:gd name="T3" fmla="*/ 173 h 176"/>
                <a:gd name="T4" fmla="*/ 41 w 101"/>
                <a:gd name="T5" fmla="*/ 176 h 176"/>
                <a:gd name="T6" fmla="*/ 39 w 101"/>
                <a:gd name="T7" fmla="*/ 139 h 176"/>
                <a:gd name="T8" fmla="*/ 4 w 101"/>
                <a:gd name="T9" fmla="*/ 122 h 176"/>
                <a:gd name="T10" fmla="*/ 1 w 101"/>
                <a:gd name="T11" fmla="*/ 0 h 176"/>
                <a:gd name="T12" fmla="*/ 101 w 101"/>
                <a:gd name="T13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176">
                  <a:moveTo>
                    <a:pt x="101" y="19"/>
                  </a:moveTo>
                  <a:cubicBezTo>
                    <a:pt x="101" y="173"/>
                    <a:pt x="101" y="173"/>
                    <a:pt x="101" y="173"/>
                  </a:cubicBezTo>
                  <a:cubicBezTo>
                    <a:pt x="41" y="176"/>
                    <a:pt x="41" y="176"/>
                    <a:pt x="41" y="176"/>
                  </a:cubicBezTo>
                  <a:cubicBezTo>
                    <a:pt x="39" y="139"/>
                    <a:pt x="39" y="139"/>
                    <a:pt x="39" y="139"/>
                  </a:cubicBezTo>
                  <a:cubicBezTo>
                    <a:pt x="39" y="139"/>
                    <a:pt x="10" y="143"/>
                    <a:pt x="4" y="122"/>
                  </a:cubicBezTo>
                  <a:cubicBezTo>
                    <a:pt x="0" y="108"/>
                    <a:pt x="1" y="0"/>
                    <a:pt x="1" y="0"/>
                  </a:cubicBezTo>
                  <a:lnTo>
                    <a:pt x="101" y="19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53">
              <a:extLst>
                <a:ext uri="{FF2B5EF4-FFF2-40B4-BE49-F238E27FC236}">
                  <a16:creationId xmlns:a16="http://schemas.microsoft.com/office/drawing/2014/main" id="{D47155B3-7694-4E96-804B-BA85260C2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188"/>
              <a:ext cx="379" cy="423"/>
            </a:xfrm>
            <a:custGeom>
              <a:avLst/>
              <a:gdLst>
                <a:gd name="T0" fmla="*/ 15 w 160"/>
                <a:gd name="T1" fmla="*/ 55 h 178"/>
                <a:gd name="T2" fmla="*/ 41 w 160"/>
                <a:gd name="T3" fmla="*/ 81 h 178"/>
                <a:gd name="T4" fmla="*/ 50 w 160"/>
                <a:gd name="T5" fmla="*/ 106 h 178"/>
                <a:gd name="T6" fmla="*/ 72 w 160"/>
                <a:gd name="T7" fmla="*/ 115 h 178"/>
                <a:gd name="T8" fmla="*/ 60 w 160"/>
                <a:gd name="T9" fmla="*/ 127 h 178"/>
                <a:gd name="T10" fmla="*/ 84 w 160"/>
                <a:gd name="T11" fmla="*/ 163 h 178"/>
                <a:gd name="T12" fmla="*/ 116 w 160"/>
                <a:gd name="T13" fmla="*/ 178 h 178"/>
                <a:gd name="T14" fmla="*/ 130 w 160"/>
                <a:gd name="T15" fmla="*/ 178 h 178"/>
                <a:gd name="T16" fmla="*/ 154 w 160"/>
                <a:gd name="T17" fmla="*/ 89 h 178"/>
                <a:gd name="T18" fmla="*/ 76 w 160"/>
                <a:gd name="T19" fmla="*/ 27 h 178"/>
                <a:gd name="T20" fmla="*/ 15 w 160"/>
                <a:gd name="T21" fmla="*/ 5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178">
                  <a:moveTo>
                    <a:pt x="15" y="55"/>
                  </a:moveTo>
                  <a:cubicBezTo>
                    <a:pt x="20" y="64"/>
                    <a:pt x="41" y="81"/>
                    <a:pt x="41" y="81"/>
                  </a:cubicBezTo>
                  <a:cubicBezTo>
                    <a:pt x="50" y="106"/>
                    <a:pt x="50" y="106"/>
                    <a:pt x="50" y="106"/>
                  </a:cubicBezTo>
                  <a:cubicBezTo>
                    <a:pt x="59" y="100"/>
                    <a:pt x="70" y="100"/>
                    <a:pt x="72" y="115"/>
                  </a:cubicBezTo>
                  <a:cubicBezTo>
                    <a:pt x="73" y="125"/>
                    <a:pt x="60" y="127"/>
                    <a:pt x="60" y="127"/>
                  </a:cubicBezTo>
                  <a:cubicBezTo>
                    <a:pt x="68" y="140"/>
                    <a:pt x="73" y="151"/>
                    <a:pt x="84" y="163"/>
                  </a:cubicBezTo>
                  <a:cubicBezTo>
                    <a:pt x="96" y="176"/>
                    <a:pt x="103" y="178"/>
                    <a:pt x="116" y="178"/>
                  </a:cubicBezTo>
                  <a:cubicBezTo>
                    <a:pt x="130" y="178"/>
                    <a:pt x="130" y="178"/>
                    <a:pt x="130" y="178"/>
                  </a:cubicBezTo>
                  <a:cubicBezTo>
                    <a:pt x="130" y="178"/>
                    <a:pt x="160" y="153"/>
                    <a:pt x="154" y="89"/>
                  </a:cubicBezTo>
                  <a:cubicBezTo>
                    <a:pt x="148" y="24"/>
                    <a:pt x="90" y="43"/>
                    <a:pt x="76" y="27"/>
                  </a:cubicBezTo>
                  <a:cubicBezTo>
                    <a:pt x="53" y="0"/>
                    <a:pt x="0" y="24"/>
                    <a:pt x="15" y="5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54">
              <a:extLst>
                <a:ext uri="{FF2B5EF4-FFF2-40B4-BE49-F238E27FC236}">
                  <a16:creationId xmlns:a16="http://schemas.microsoft.com/office/drawing/2014/main" id="{25F9CE15-FDAC-4A9B-BAFF-1FB3CD02B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283"/>
              <a:ext cx="323" cy="245"/>
            </a:xfrm>
            <a:custGeom>
              <a:avLst/>
              <a:gdLst>
                <a:gd name="T0" fmla="*/ 136 w 136"/>
                <a:gd name="T1" fmla="*/ 103 h 103"/>
                <a:gd name="T2" fmla="*/ 128 w 136"/>
                <a:gd name="T3" fmla="*/ 102 h 103"/>
                <a:gd name="T4" fmla="*/ 111 w 136"/>
                <a:gd name="T5" fmla="*/ 94 h 103"/>
                <a:gd name="T6" fmla="*/ 94 w 136"/>
                <a:gd name="T7" fmla="*/ 71 h 103"/>
                <a:gd name="T8" fmla="*/ 72 w 136"/>
                <a:gd name="T9" fmla="*/ 44 h 103"/>
                <a:gd name="T10" fmla="*/ 39 w 136"/>
                <a:gd name="T11" fmla="*/ 33 h 103"/>
                <a:gd name="T12" fmla="*/ 12 w 136"/>
                <a:gd name="T13" fmla="*/ 23 h 103"/>
                <a:gd name="T14" fmla="*/ 1 w 136"/>
                <a:gd name="T15" fmla="*/ 7 h 103"/>
                <a:gd name="T16" fmla="*/ 1 w 136"/>
                <a:gd name="T17" fmla="*/ 0 h 103"/>
                <a:gd name="T18" fmla="*/ 2 w 136"/>
                <a:gd name="T19" fmla="*/ 7 h 103"/>
                <a:gd name="T20" fmla="*/ 12 w 136"/>
                <a:gd name="T21" fmla="*/ 23 h 103"/>
                <a:gd name="T22" fmla="*/ 39 w 136"/>
                <a:gd name="T23" fmla="*/ 32 h 103"/>
                <a:gd name="T24" fmla="*/ 72 w 136"/>
                <a:gd name="T25" fmla="*/ 43 h 103"/>
                <a:gd name="T26" fmla="*/ 95 w 136"/>
                <a:gd name="T27" fmla="*/ 70 h 103"/>
                <a:gd name="T28" fmla="*/ 112 w 136"/>
                <a:gd name="T29" fmla="*/ 93 h 103"/>
                <a:gd name="T30" fmla="*/ 129 w 136"/>
                <a:gd name="T31" fmla="*/ 102 h 103"/>
                <a:gd name="T32" fmla="*/ 134 w 136"/>
                <a:gd name="T33" fmla="*/ 103 h 103"/>
                <a:gd name="T34" fmla="*/ 136 w 136"/>
                <a:gd name="T3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03">
                  <a:moveTo>
                    <a:pt x="136" y="103"/>
                  </a:moveTo>
                  <a:cubicBezTo>
                    <a:pt x="136" y="103"/>
                    <a:pt x="133" y="103"/>
                    <a:pt x="128" y="102"/>
                  </a:cubicBezTo>
                  <a:cubicBezTo>
                    <a:pt x="124" y="102"/>
                    <a:pt x="118" y="99"/>
                    <a:pt x="111" y="94"/>
                  </a:cubicBezTo>
                  <a:cubicBezTo>
                    <a:pt x="105" y="88"/>
                    <a:pt x="100" y="80"/>
                    <a:pt x="94" y="71"/>
                  </a:cubicBezTo>
                  <a:cubicBezTo>
                    <a:pt x="88" y="62"/>
                    <a:pt x="82" y="51"/>
                    <a:pt x="72" y="44"/>
                  </a:cubicBezTo>
                  <a:cubicBezTo>
                    <a:pt x="62" y="37"/>
                    <a:pt x="49" y="35"/>
                    <a:pt x="39" y="33"/>
                  </a:cubicBezTo>
                  <a:cubicBezTo>
                    <a:pt x="28" y="31"/>
                    <a:pt x="19" y="28"/>
                    <a:pt x="12" y="23"/>
                  </a:cubicBezTo>
                  <a:cubicBezTo>
                    <a:pt x="6" y="18"/>
                    <a:pt x="2" y="12"/>
                    <a:pt x="1" y="7"/>
                  </a:cubicBezTo>
                  <a:cubicBezTo>
                    <a:pt x="0" y="3"/>
                    <a:pt x="1" y="0"/>
                    <a:pt x="1" y="0"/>
                  </a:cubicBezTo>
                  <a:cubicBezTo>
                    <a:pt x="1" y="0"/>
                    <a:pt x="1" y="3"/>
                    <a:pt x="2" y="7"/>
                  </a:cubicBezTo>
                  <a:cubicBezTo>
                    <a:pt x="3" y="11"/>
                    <a:pt x="6" y="18"/>
                    <a:pt x="12" y="23"/>
                  </a:cubicBezTo>
                  <a:cubicBezTo>
                    <a:pt x="19" y="28"/>
                    <a:pt x="28" y="31"/>
                    <a:pt x="39" y="32"/>
                  </a:cubicBezTo>
                  <a:cubicBezTo>
                    <a:pt x="49" y="35"/>
                    <a:pt x="62" y="36"/>
                    <a:pt x="72" y="43"/>
                  </a:cubicBezTo>
                  <a:cubicBezTo>
                    <a:pt x="83" y="50"/>
                    <a:pt x="89" y="61"/>
                    <a:pt x="95" y="70"/>
                  </a:cubicBezTo>
                  <a:cubicBezTo>
                    <a:pt x="100" y="80"/>
                    <a:pt x="106" y="88"/>
                    <a:pt x="112" y="93"/>
                  </a:cubicBezTo>
                  <a:cubicBezTo>
                    <a:pt x="118" y="99"/>
                    <a:pt x="124" y="101"/>
                    <a:pt x="129" y="102"/>
                  </a:cubicBezTo>
                  <a:cubicBezTo>
                    <a:pt x="131" y="103"/>
                    <a:pt x="133" y="103"/>
                    <a:pt x="134" y="103"/>
                  </a:cubicBezTo>
                  <a:cubicBezTo>
                    <a:pt x="135" y="103"/>
                    <a:pt x="136" y="103"/>
                    <a:pt x="136" y="10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55">
              <a:extLst>
                <a:ext uri="{FF2B5EF4-FFF2-40B4-BE49-F238E27FC236}">
                  <a16:creationId xmlns:a16="http://schemas.microsoft.com/office/drawing/2014/main" id="{3726E6F7-19F5-4085-8B9D-609397B4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2262"/>
              <a:ext cx="325" cy="185"/>
            </a:xfrm>
            <a:custGeom>
              <a:avLst/>
              <a:gdLst>
                <a:gd name="T0" fmla="*/ 137 w 137"/>
                <a:gd name="T1" fmla="*/ 59 h 78"/>
                <a:gd name="T2" fmla="*/ 134 w 137"/>
                <a:gd name="T3" fmla="*/ 58 h 78"/>
                <a:gd name="T4" fmla="*/ 125 w 137"/>
                <a:gd name="T5" fmla="*/ 56 h 78"/>
                <a:gd name="T6" fmla="*/ 111 w 137"/>
                <a:gd name="T7" fmla="*/ 59 h 78"/>
                <a:gd name="T8" fmla="*/ 106 w 137"/>
                <a:gd name="T9" fmla="*/ 67 h 78"/>
                <a:gd name="T10" fmla="*/ 109 w 137"/>
                <a:gd name="T11" fmla="*/ 76 h 78"/>
                <a:gd name="T12" fmla="*/ 114 w 137"/>
                <a:gd name="T13" fmla="*/ 78 h 78"/>
                <a:gd name="T14" fmla="*/ 119 w 137"/>
                <a:gd name="T15" fmla="*/ 76 h 78"/>
                <a:gd name="T16" fmla="*/ 126 w 137"/>
                <a:gd name="T17" fmla="*/ 67 h 78"/>
                <a:gd name="T18" fmla="*/ 120 w 137"/>
                <a:gd name="T19" fmla="*/ 43 h 78"/>
                <a:gd name="T20" fmla="*/ 107 w 137"/>
                <a:gd name="T21" fmla="*/ 37 h 78"/>
                <a:gd name="T22" fmla="*/ 92 w 137"/>
                <a:gd name="T23" fmla="*/ 39 h 78"/>
                <a:gd name="T24" fmla="*/ 77 w 137"/>
                <a:gd name="T25" fmla="*/ 43 h 78"/>
                <a:gd name="T26" fmla="*/ 60 w 137"/>
                <a:gd name="T27" fmla="*/ 43 h 78"/>
                <a:gd name="T28" fmla="*/ 45 w 137"/>
                <a:gd name="T29" fmla="*/ 38 h 78"/>
                <a:gd name="T30" fmla="*/ 34 w 137"/>
                <a:gd name="T31" fmla="*/ 27 h 78"/>
                <a:gd name="T32" fmla="*/ 38 w 137"/>
                <a:gd name="T33" fmla="*/ 12 h 78"/>
                <a:gd name="T34" fmla="*/ 52 w 137"/>
                <a:gd name="T35" fmla="*/ 10 h 78"/>
                <a:gd name="T36" fmla="*/ 57 w 137"/>
                <a:gd name="T37" fmla="*/ 15 h 78"/>
                <a:gd name="T38" fmla="*/ 58 w 137"/>
                <a:gd name="T39" fmla="*/ 22 h 78"/>
                <a:gd name="T40" fmla="*/ 51 w 137"/>
                <a:gd name="T41" fmla="*/ 33 h 78"/>
                <a:gd name="T42" fmla="*/ 39 w 137"/>
                <a:gd name="T43" fmla="*/ 36 h 78"/>
                <a:gd name="T44" fmla="*/ 28 w 137"/>
                <a:gd name="T45" fmla="*/ 35 h 78"/>
                <a:gd name="T46" fmla="*/ 11 w 137"/>
                <a:gd name="T47" fmla="*/ 24 h 78"/>
                <a:gd name="T48" fmla="*/ 3 w 137"/>
                <a:gd name="T49" fmla="*/ 12 h 78"/>
                <a:gd name="T50" fmla="*/ 0 w 137"/>
                <a:gd name="T51" fmla="*/ 4 h 78"/>
                <a:gd name="T52" fmla="*/ 0 w 137"/>
                <a:gd name="T53" fmla="*/ 0 h 78"/>
                <a:gd name="T54" fmla="*/ 0 w 137"/>
                <a:gd name="T55" fmla="*/ 4 h 78"/>
                <a:gd name="T56" fmla="*/ 3 w 137"/>
                <a:gd name="T57" fmla="*/ 12 h 78"/>
                <a:gd name="T58" fmla="*/ 12 w 137"/>
                <a:gd name="T59" fmla="*/ 24 h 78"/>
                <a:gd name="T60" fmla="*/ 28 w 137"/>
                <a:gd name="T61" fmla="*/ 34 h 78"/>
                <a:gd name="T62" fmla="*/ 39 w 137"/>
                <a:gd name="T63" fmla="*/ 36 h 78"/>
                <a:gd name="T64" fmla="*/ 51 w 137"/>
                <a:gd name="T65" fmla="*/ 32 h 78"/>
                <a:gd name="T66" fmla="*/ 57 w 137"/>
                <a:gd name="T67" fmla="*/ 22 h 78"/>
                <a:gd name="T68" fmla="*/ 51 w 137"/>
                <a:gd name="T69" fmla="*/ 11 h 78"/>
                <a:gd name="T70" fmla="*/ 38 w 137"/>
                <a:gd name="T71" fmla="*/ 13 h 78"/>
                <a:gd name="T72" fmla="*/ 35 w 137"/>
                <a:gd name="T73" fmla="*/ 27 h 78"/>
                <a:gd name="T74" fmla="*/ 45 w 137"/>
                <a:gd name="T75" fmla="*/ 38 h 78"/>
                <a:gd name="T76" fmla="*/ 61 w 137"/>
                <a:gd name="T77" fmla="*/ 42 h 78"/>
                <a:gd name="T78" fmla="*/ 77 w 137"/>
                <a:gd name="T79" fmla="*/ 42 h 78"/>
                <a:gd name="T80" fmla="*/ 92 w 137"/>
                <a:gd name="T81" fmla="*/ 38 h 78"/>
                <a:gd name="T82" fmla="*/ 107 w 137"/>
                <a:gd name="T83" fmla="*/ 36 h 78"/>
                <a:gd name="T84" fmla="*/ 120 w 137"/>
                <a:gd name="T85" fmla="*/ 42 h 78"/>
                <a:gd name="T86" fmla="*/ 127 w 137"/>
                <a:gd name="T87" fmla="*/ 67 h 78"/>
                <a:gd name="T88" fmla="*/ 119 w 137"/>
                <a:gd name="T89" fmla="*/ 77 h 78"/>
                <a:gd name="T90" fmla="*/ 114 w 137"/>
                <a:gd name="T91" fmla="*/ 78 h 78"/>
                <a:gd name="T92" fmla="*/ 109 w 137"/>
                <a:gd name="T93" fmla="*/ 76 h 78"/>
                <a:gd name="T94" fmla="*/ 106 w 137"/>
                <a:gd name="T95" fmla="*/ 66 h 78"/>
                <a:gd name="T96" fmla="*/ 111 w 137"/>
                <a:gd name="T97" fmla="*/ 59 h 78"/>
                <a:gd name="T98" fmla="*/ 125 w 137"/>
                <a:gd name="T99" fmla="*/ 56 h 78"/>
                <a:gd name="T100" fmla="*/ 134 w 137"/>
                <a:gd name="T101" fmla="*/ 58 h 78"/>
                <a:gd name="T102" fmla="*/ 137 w 137"/>
                <a:gd name="T103" fmla="*/ 5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7" h="78">
                  <a:moveTo>
                    <a:pt x="137" y="59"/>
                  </a:moveTo>
                  <a:cubicBezTo>
                    <a:pt x="137" y="59"/>
                    <a:pt x="136" y="59"/>
                    <a:pt x="134" y="58"/>
                  </a:cubicBezTo>
                  <a:cubicBezTo>
                    <a:pt x="132" y="58"/>
                    <a:pt x="129" y="57"/>
                    <a:pt x="125" y="56"/>
                  </a:cubicBezTo>
                  <a:cubicBezTo>
                    <a:pt x="121" y="56"/>
                    <a:pt x="116" y="56"/>
                    <a:pt x="111" y="59"/>
                  </a:cubicBezTo>
                  <a:cubicBezTo>
                    <a:pt x="109" y="61"/>
                    <a:pt x="107" y="63"/>
                    <a:pt x="106" y="67"/>
                  </a:cubicBezTo>
                  <a:cubicBezTo>
                    <a:pt x="106" y="70"/>
                    <a:pt x="106" y="73"/>
                    <a:pt x="109" y="76"/>
                  </a:cubicBezTo>
                  <a:cubicBezTo>
                    <a:pt x="110" y="77"/>
                    <a:pt x="112" y="78"/>
                    <a:pt x="114" y="78"/>
                  </a:cubicBezTo>
                  <a:cubicBezTo>
                    <a:pt x="116" y="78"/>
                    <a:pt x="117" y="77"/>
                    <a:pt x="119" y="76"/>
                  </a:cubicBezTo>
                  <a:cubicBezTo>
                    <a:pt x="122" y="74"/>
                    <a:pt x="125" y="71"/>
                    <a:pt x="126" y="67"/>
                  </a:cubicBezTo>
                  <a:cubicBezTo>
                    <a:pt x="129" y="59"/>
                    <a:pt x="127" y="49"/>
                    <a:pt x="120" y="43"/>
                  </a:cubicBezTo>
                  <a:cubicBezTo>
                    <a:pt x="116" y="40"/>
                    <a:pt x="112" y="37"/>
                    <a:pt x="107" y="37"/>
                  </a:cubicBezTo>
                  <a:cubicBezTo>
                    <a:pt x="102" y="36"/>
                    <a:pt x="97" y="37"/>
                    <a:pt x="92" y="39"/>
                  </a:cubicBezTo>
                  <a:cubicBezTo>
                    <a:pt x="87" y="40"/>
                    <a:pt x="82" y="42"/>
                    <a:pt x="77" y="43"/>
                  </a:cubicBezTo>
                  <a:cubicBezTo>
                    <a:pt x="71" y="43"/>
                    <a:pt x="66" y="43"/>
                    <a:pt x="60" y="43"/>
                  </a:cubicBezTo>
                  <a:cubicBezTo>
                    <a:pt x="55" y="42"/>
                    <a:pt x="50" y="41"/>
                    <a:pt x="45" y="38"/>
                  </a:cubicBezTo>
                  <a:cubicBezTo>
                    <a:pt x="40" y="36"/>
                    <a:pt x="35" y="32"/>
                    <a:pt x="34" y="27"/>
                  </a:cubicBezTo>
                  <a:cubicBezTo>
                    <a:pt x="33" y="22"/>
                    <a:pt x="34" y="16"/>
                    <a:pt x="38" y="12"/>
                  </a:cubicBezTo>
                  <a:cubicBezTo>
                    <a:pt x="41" y="9"/>
                    <a:pt x="47" y="8"/>
                    <a:pt x="52" y="10"/>
                  </a:cubicBezTo>
                  <a:cubicBezTo>
                    <a:pt x="54" y="11"/>
                    <a:pt x="56" y="13"/>
                    <a:pt x="57" y="15"/>
                  </a:cubicBezTo>
                  <a:cubicBezTo>
                    <a:pt x="58" y="17"/>
                    <a:pt x="58" y="20"/>
                    <a:pt x="58" y="22"/>
                  </a:cubicBezTo>
                  <a:cubicBezTo>
                    <a:pt x="57" y="27"/>
                    <a:pt x="55" y="31"/>
                    <a:pt x="51" y="33"/>
                  </a:cubicBezTo>
                  <a:cubicBezTo>
                    <a:pt x="47" y="35"/>
                    <a:pt x="43" y="36"/>
                    <a:pt x="39" y="36"/>
                  </a:cubicBezTo>
                  <a:cubicBezTo>
                    <a:pt x="35" y="36"/>
                    <a:pt x="31" y="36"/>
                    <a:pt x="28" y="35"/>
                  </a:cubicBezTo>
                  <a:cubicBezTo>
                    <a:pt x="21" y="32"/>
                    <a:pt x="15" y="29"/>
                    <a:pt x="11" y="24"/>
                  </a:cubicBezTo>
                  <a:cubicBezTo>
                    <a:pt x="7" y="20"/>
                    <a:pt x="5" y="16"/>
                    <a:pt x="3" y="12"/>
                  </a:cubicBezTo>
                  <a:cubicBezTo>
                    <a:pt x="1" y="9"/>
                    <a:pt x="1" y="6"/>
                    <a:pt x="0" y="4"/>
                  </a:cubicBezTo>
                  <a:cubicBezTo>
                    <a:pt x="0" y="2"/>
                    <a:pt x="0" y="0"/>
                    <a:pt x="0" y="0"/>
                  </a:cubicBezTo>
                  <a:cubicBezTo>
                    <a:pt x="0" y="0"/>
                    <a:pt x="0" y="2"/>
                    <a:pt x="0" y="4"/>
                  </a:cubicBezTo>
                  <a:cubicBezTo>
                    <a:pt x="1" y="6"/>
                    <a:pt x="2" y="9"/>
                    <a:pt x="3" y="12"/>
                  </a:cubicBezTo>
                  <a:cubicBezTo>
                    <a:pt x="5" y="16"/>
                    <a:pt x="8" y="20"/>
                    <a:pt x="12" y="24"/>
                  </a:cubicBezTo>
                  <a:cubicBezTo>
                    <a:pt x="16" y="28"/>
                    <a:pt x="21" y="32"/>
                    <a:pt x="28" y="34"/>
                  </a:cubicBezTo>
                  <a:cubicBezTo>
                    <a:pt x="32" y="35"/>
                    <a:pt x="35" y="36"/>
                    <a:pt x="39" y="36"/>
                  </a:cubicBezTo>
                  <a:cubicBezTo>
                    <a:pt x="43" y="36"/>
                    <a:pt x="47" y="35"/>
                    <a:pt x="51" y="32"/>
                  </a:cubicBezTo>
                  <a:cubicBezTo>
                    <a:pt x="54" y="30"/>
                    <a:pt x="57" y="26"/>
                    <a:pt x="57" y="22"/>
                  </a:cubicBezTo>
                  <a:cubicBezTo>
                    <a:pt x="58" y="18"/>
                    <a:pt x="56" y="13"/>
                    <a:pt x="51" y="11"/>
                  </a:cubicBezTo>
                  <a:cubicBezTo>
                    <a:pt x="47" y="9"/>
                    <a:pt x="42" y="10"/>
                    <a:pt x="38" y="13"/>
                  </a:cubicBezTo>
                  <a:cubicBezTo>
                    <a:pt x="35" y="16"/>
                    <a:pt x="33" y="22"/>
                    <a:pt x="35" y="27"/>
                  </a:cubicBezTo>
                  <a:cubicBezTo>
                    <a:pt x="36" y="32"/>
                    <a:pt x="40" y="35"/>
                    <a:pt x="45" y="38"/>
                  </a:cubicBezTo>
                  <a:cubicBezTo>
                    <a:pt x="50" y="40"/>
                    <a:pt x="55" y="41"/>
                    <a:pt x="61" y="42"/>
                  </a:cubicBezTo>
                  <a:cubicBezTo>
                    <a:pt x="66" y="42"/>
                    <a:pt x="71" y="42"/>
                    <a:pt x="77" y="42"/>
                  </a:cubicBezTo>
                  <a:cubicBezTo>
                    <a:pt x="82" y="41"/>
                    <a:pt x="87" y="39"/>
                    <a:pt x="92" y="38"/>
                  </a:cubicBezTo>
                  <a:cubicBezTo>
                    <a:pt x="97" y="37"/>
                    <a:pt x="102" y="36"/>
                    <a:pt x="107" y="36"/>
                  </a:cubicBezTo>
                  <a:cubicBezTo>
                    <a:pt x="112" y="37"/>
                    <a:pt x="117" y="39"/>
                    <a:pt x="120" y="42"/>
                  </a:cubicBezTo>
                  <a:cubicBezTo>
                    <a:pt x="128" y="49"/>
                    <a:pt x="130" y="59"/>
                    <a:pt x="127" y="67"/>
                  </a:cubicBezTo>
                  <a:cubicBezTo>
                    <a:pt x="126" y="71"/>
                    <a:pt x="123" y="75"/>
                    <a:pt x="119" y="77"/>
                  </a:cubicBezTo>
                  <a:cubicBezTo>
                    <a:pt x="118" y="78"/>
                    <a:pt x="116" y="78"/>
                    <a:pt x="114" y="78"/>
                  </a:cubicBezTo>
                  <a:cubicBezTo>
                    <a:pt x="112" y="78"/>
                    <a:pt x="110" y="77"/>
                    <a:pt x="109" y="76"/>
                  </a:cubicBezTo>
                  <a:cubicBezTo>
                    <a:pt x="106" y="74"/>
                    <a:pt x="105" y="70"/>
                    <a:pt x="106" y="66"/>
                  </a:cubicBezTo>
                  <a:cubicBezTo>
                    <a:pt x="106" y="63"/>
                    <a:pt x="108" y="61"/>
                    <a:pt x="111" y="59"/>
                  </a:cubicBezTo>
                  <a:cubicBezTo>
                    <a:pt x="116" y="56"/>
                    <a:pt x="121" y="55"/>
                    <a:pt x="125" y="56"/>
                  </a:cubicBezTo>
                  <a:cubicBezTo>
                    <a:pt x="129" y="56"/>
                    <a:pt x="132" y="57"/>
                    <a:pt x="134" y="58"/>
                  </a:cubicBezTo>
                  <a:cubicBezTo>
                    <a:pt x="136" y="59"/>
                    <a:pt x="137" y="59"/>
                    <a:pt x="137" y="5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56">
              <a:extLst>
                <a:ext uri="{FF2B5EF4-FFF2-40B4-BE49-F238E27FC236}">
                  <a16:creationId xmlns:a16="http://schemas.microsoft.com/office/drawing/2014/main" id="{81453DB3-2C5D-4F87-B516-15BE3DB98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4133"/>
              <a:ext cx="211" cy="245"/>
            </a:xfrm>
            <a:custGeom>
              <a:avLst/>
              <a:gdLst>
                <a:gd name="T0" fmla="*/ 33 w 89"/>
                <a:gd name="T1" fmla="*/ 62 h 103"/>
                <a:gd name="T2" fmla="*/ 13 w 89"/>
                <a:gd name="T3" fmla="*/ 37 h 103"/>
                <a:gd name="T4" fmla="*/ 60 w 89"/>
                <a:gd name="T5" fmla="*/ 0 h 103"/>
                <a:gd name="T6" fmla="*/ 89 w 89"/>
                <a:gd name="T7" fmla="*/ 37 h 103"/>
                <a:gd name="T8" fmla="*/ 86 w 89"/>
                <a:gd name="T9" fmla="*/ 39 h 103"/>
                <a:gd name="T10" fmla="*/ 12 w 89"/>
                <a:gd name="T11" fmla="*/ 98 h 103"/>
                <a:gd name="T12" fmla="*/ 33 w 89"/>
                <a:gd name="T13" fmla="*/ 6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103">
                  <a:moveTo>
                    <a:pt x="33" y="62"/>
                  </a:moveTo>
                  <a:cubicBezTo>
                    <a:pt x="13" y="37"/>
                    <a:pt x="13" y="37"/>
                    <a:pt x="13" y="3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74" y="50"/>
                    <a:pt x="23" y="94"/>
                    <a:pt x="12" y="98"/>
                  </a:cubicBezTo>
                  <a:cubicBezTo>
                    <a:pt x="0" y="103"/>
                    <a:pt x="33" y="62"/>
                    <a:pt x="33" y="62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57">
              <a:extLst>
                <a:ext uri="{FF2B5EF4-FFF2-40B4-BE49-F238E27FC236}">
                  <a16:creationId xmlns:a16="http://schemas.microsoft.com/office/drawing/2014/main" id="{18B5C382-2C2D-45EC-95EA-A1F1996F5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5" y="4221"/>
              <a:ext cx="187" cy="147"/>
            </a:xfrm>
            <a:custGeom>
              <a:avLst/>
              <a:gdLst>
                <a:gd name="T0" fmla="*/ 0 w 79"/>
                <a:gd name="T1" fmla="*/ 60 h 62"/>
                <a:gd name="T2" fmla="*/ 0 w 79"/>
                <a:gd name="T3" fmla="*/ 62 h 62"/>
                <a:gd name="T4" fmla="*/ 0 w 79"/>
                <a:gd name="T5" fmla="*/ 62 h 62"/>
                <a:gd name="T6" fmla="*/ 3 w 79"/>
                <a:gd name="T7" fmla="*/ 61 h 62"/>
                <a:gd name="T8" fmla="*/ 2 w 79"/>
                <a:gd name="T9" fmla="*/ 61 h 62"/>
                <a:gd name="T10" fmla="*/ 1 w 79"/>
                <a:gd name="T11" fmla="*/ 61 h 62"/>
                <a:gd name="T12" fmla="*/ 0 w 79"/>
                <a:gd name="T13" fmla="*/ 60 h 62"/>
                <a:gd name="T14" fmla="*/ 7 w 79"/>
                <a:gd name="T15" fmla="*/ 46 h 62"/>
                <a:gd name="T16" fmla="*/ 5 w 79"/>
                <a:gd name="T17" fmla="*/ 49 h 62"/>
                <a:gd name="T18" fmla="*/ 7 w 79"/>
                <a:gd name="T19" fmla="*/ 46 h 62"/>
                <a:gd name="T20" fmla="*/ 79 w 79"/>
                <a:gd name="T21" fmla="*/ 0 h 62"/>
                <a:gd name="T22" fmla="*/ 76 w 79"/>
                <a:gd name="T23" fmla="*/ 2 h 62"/>
                <a:gd name="T24" fmla="*/ 36 w 79"/>
                <a:gd name="T25" fmla="*/ 37 h 62"/>
                <a:gd name="T26" fmla="*/ 79 w 79"/>
                <a:gd name="T2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62">
                  <a:moveTo>
                    <a:pt x="0" y="60"/>
                  </a:moveTo>
                  <a:cubicBezTo>
                    <a:pt x="0" y="61"/>
                    <a:pt x="0" y="61"/>
                    <a:pt x="0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" y="62"/>
                    <a:pt x="2" y="61"/>
                    <a:pt x="3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1" y="61"/>
                    <a:pt x="1" y="61"/>
                  </a:cubicBezTo>
                  <a:cubicBezTo>
                    <a:pt x="0" y="61"/>
                    <a:pt x="0" y="61"/>
                    <a:pt x="0" y="60"/>
                  </a:cubicBezTo>
                  <a:moveTo>
                    <a:pt x="7" y="46"/>
                  </a:moveTo>
                  <a:cubicBezTo>
                    <a:pt x="7" y="46"/>
                    <a:pt x="6" y="47"/>
                    <a:pt x="5" y="49"/>
                  </a:cubicBezTo>
                  <a:cubicBezTo>
                    <a:pt x="6" y="48"/>
                    <a:pt x="7" y="47"/>
                    <a:pt x="7" y="46"/>
                  </a:cubicBezTo>
                  <a:moveTo>
                    <a:pt x="79" y="0"/>
                  </a:moveTo>
                  <a:cubicBezTo>
                    <a:pt x="76" y="2"/>
                    <a:pt x="76" y="2"/>
                    <a:pt x="76" y="2"/>
                  </a:cubicBezTo>
                  <a:cubicBezTo>
                    <a:pt x="70" y="8"/>
                    <a:pt x="52" y="23"/>
                    <a:pt x="36" y="37"/>
                  </a:cubicBezTo>
                  <a:cubicBezTo>
                    <a:pt x="51" y="24"/>
                    <a:pt x="69" y="9"/>
                    <a:pt x="7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58">
              <a:extLst>
                <a:ext uri="{FF2B5EF4-FFF2-40B4-BE49-F238E27FC236}">
                  <a16:creationId xmlns:a16="http://schemas.microsoft.com/office/drawing/2014/main" id="{389CDFA5-8B55-49E9-AC16-3258E4382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4219"/>
              <a:ext cx="187" cy="147"/>
            </a:xfrm>
            <a:custGeom>
              <a:avLst/>
              <a:gdLst>
                <a:gd name="T0" fmla="*/ 78 w 79"/>
                <a:gd name="T1" fmla="*/ 0 h 62"/>
                <a:gd name="T2" fmla="*/ 62 w 79"/>
                <a:gd name="T3" fmla="*/ 13 h 62"/>
                <a:gd name="T4" fmla="*/ 62 w 79"/>
                <a:gd name="T5" fmla="*/ 13 h 62"/>
                <a:gd name="T6" fmla="*/ 62 w 79"/>
                <a:gd name="T7" fmla="*/ 13 h 62"/>
                <a:gd name="T8" fmla="*/ 61 w 79"/>
                <a:gd name="T9" fmla="*/ 13 h 62"/>
                <a:gd name="T10" fmla="*/ 16 w 79"/>
                <a:gd name="T11" fmla="*/ 49 h 62"/>
                <a:gd name="T12" fmla="*/ 9 w 79"/>
                <a:gd name="T13" fmla="*/ 46 h 62"/>
                <a:gd name="T14" fmla="*/ 7 w 79"/>
                <a:gd name="T15" fmla="*/ 47 h 62"/>
                <a:gd name="T16" fmla="*/ 7 w 79"/>
                <a:gd name="T17" fmla="*/ 47 h 62"/>
                <a:gd name="T18" fmla="*/ 5 w 79"/>
                <a:gd name="T19" fmla="*/ 50 h 62"/>
                <a:gd name="T20" fmla="*/ 0 w 79"/>
                <a:gd name="T21" fmla="*/ 61 h 62"/>
                <a:gd name="T22" fmla="*/ 1 w 79"/>
                <a:gd name="T23" fmla="*/ 62 h 62"/>
                <a:gd name="T24" fmla="*/ 2 w 79"/>
                <a:gd name="T25" fmla="*/ 62 h 62"/>
                <a:gd name="T26" fmla="*/ 3 w 79"/>
                <a:gd name="T27" fmla="*/ 62 h 62"/>
                <a:gd name="T28" fmla="*/ 36 w 79"/>
                <a:gd name="T29" fmla="*/ 38 h 62"/>
                <a:gd name="T30" fmla="*/ 76 w 79"/>
                <a:gd name="T31" fmla="*/ 3 h 62"/>
                <a:gd name="T32" fmla="*/ 79 w 79"/>
                <a:gd name="T33" fmla="*/ 1 h 62"/>
                <a:gd name="T34" fmla="*/ 79 w 79"/>
                <a:gd name="T35" fmla="*/ 1 h 62"/>
                <a:gd name="T36" fmla="*/ 78 w 79"/>
                <a:gd name="T3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9" h="62">
                  <a:moveTo>
                    <a:pt x="78" y="0"/>
                  </a:move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1" y="13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2" y="46"/>
                    <a:pt x="9" y="46"/>
                  </a:cubicBezTo>
                  <a:cubicBezTo>
                    <a:pt x="9" y="46"/>
                    <a:pt x="8" y="46"/>
                    <a:pt x="7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48"/>
                    <a:pt x="6" y="49"/>
                    <a:pt x="5" y="50"/>
                  </a:cubicBezTo>
                  <a:cubicBezTo>
                    <a:pt x="3" y="53"/>
                    <a:pt x="0" y="59"/>
                    <a:pt x="0" y="61"/>
                  </a:cubicBezTo>
                  <a:cubicBezTo>
                    <a:pt x="0" y="62"/>
                    <a:pt x="0" y="62"/>
                    <a:pt x="1" y="62"/>
                  </a:cubicBezTo>
                  <a:cubicBezTo>
                    <a:pt x="1" y="62"/>
                    <a:pt x="2" y="62"/>
                    <a:pt x="2" y="62"/>
                  </a:cubicBezTo>
                  <a:cubicBezTo>
                    <a:pt x="2" y="62"/>
                    <a:pt x="2" y="62"/>
                    <a:pt x="3" y="62"/>
                  </a:cubicBezTo>
                  <a:cubicBezTo>
                    <a:pt x="8" y="59"/>
                    <a:pt x="21" y="49"/>
                    <a:pt x="36" y="38"/>
                  </a:cubicBezTo>
                  <a:cubicBezTo>
                    <a:pt x="52" y="24"/>
                    <a:pt x="70" y="9"/>
                    <a:pt x="76" y="3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F1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59">
              <a:extLst>
                <a:ext uri="{FF2B5EF4-FFF2-40B4-BE49-F238E27FC236}">
                  <a16:creationId xmlns:a16="http://schemas.microsoft.com/office/drawing/2014/main" id="{A07FF180-327A-48FC-BB10-E0296A168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4216"/>
              <a:ext cx="187" cy="150"/>
            </a:xfrm>
            <a:custGeom>
              <a:avLst/>
              <a:gdLst>
                <a:gd name="T0" fmla="*/ 79 w 79"/>
                <a:gd name="T1" fmla="*/ 0 h 63"/>
                <a:gd name="T2" fmla="*/ 78 w 79"/>
                <a:gd name="T3" fmla="*/ 1 h 63"/>
                <a:gd name="T4" fmla="*/ 76 w 79"/>
                <a:gd name="T5" fmla="*/ 3 h 63"/>
                <a:gd name="T6" fmla="*/ 68 w 79"/>
                <a:gd name="T7" fmla="*/ 10 h 63"/>
                <a:gd name="T8" fmla="*/ 40 w 79"/>
                <a:gd name="T9" fmla="*/ 33 h 63"/>
                <a:gd name="T10" fmla="*/ 12 w 79"/>
                <a:gd name="T11" fmla="*/ 54 h 63"/>
                <a:gd name="T12" fmla="*/ 3 w 79"/>
                <a:gd name="T13" fmla="*/ 61 h 63"/>
                <a:gd name="T14" fmla="*/ 1 w 79"/>
                <a:gd name="T15" fmla="*/ 62 h 63"/>
                <a:gd name="T16" fmla="*/ 0 w 79"/>
                <a:gd name="T17" fmla="*/ 63 h 63"/>
                <a:gd name="T18" fmla="*/ 0 w 79"/>
                <a:gd name="T19" fmla="*/ 62 h 63"/>
                <a:gd name="T20" fmla="*/ 3 w 79"/>
                <a:gd name="T21" fmla="*/ 60 h 63"/>
                <a:gd name="T22" fmla="*/ 11 w 79"/>
                <a:gd name="T23" fmla="*/ 54 h 63"/>
                <a:gd name="T24" fmla="*/ 40 w 79"/>
                <a:gd name="T25" fmla="*/ 32 h 63"/>
                <a:gd name="T26" fmla="*/ 67 w 79"/>
                <a:gd name="T27" fmla="*/ 9 h 63"/>
                <a:gd name="T28" fmla="*/ 76 w 79"/>
                <a:gd name="T29" fmla="*/ 3 h 63"/>
                <a:gd name="T30" fmla="*/ 78 w 79"/>
                <a:gd name="T31" fmla="*/ 1 h 63"/>
                <a:gd name="T32" fmla="*/ 79 w 79"/>
                <a:gd name="T3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63">
                  <a:moveTo>
                    <a:pt x="79" y="0"/>
                  </a:moveTo>
                  <a:cubicBezTo>
                    <a:pt x="79" y="0"/>
                    <a:pt x="79" y="0"/>
                    <a:pt x="78" y="1"/>
                  </a:cubicBezTo>
                  <a:cubicBezTo>
                    <a:pt x="78" y="1"/>
                    <a:pt x="77" y="2"/>
                    <a:pt x="76" y="3"/>
                  </a:cubicBezTo>
                  <a:cubicBezTo>
                    <a:pt x="74" y="5"/>
                    <a:pt x="71" y="7"/>
                    <a:pt x="68" y="10"/>
                  </a:cubicBezTo>
                  <a:cubicBezTo>
                    <a:pt x="61" y="16"/>
                    <a:pt x="51" y="24"/>
                    <a:pt x="40" y="33"/>
                  </a:cubicBezTo>
                  <a:cubicBezTo>
                    <a:pt x="29" y="41"/>
                    <a:pt x="19" y="49"/>
                    <a:pt x="12" y="54"/>
                  </a:cubicBezTo>
                  <a:cubicBezTo>
                    <a:pt x="8" y="57"/>
                    <a:pt x="5" y="59"/>
                    <a:pt x="3" y="61"/>
                  </a:cubicBezTo>
                  <a:cubicBezTo>
                    <a:pt x="2" y="61"/>
                    <a:pt x="1" y="62"/>
                    <a:pt x="1" y="6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2"/>
                  </a:cubicBezTo>
                  <a:cubicBezTo>
                    <a:pt x="1" y="62"/>
                    <a:pt x="2" y="61"/>
                    <a:pt x="3" y="60"/>
                  </a:cubicBezTo>
                  <a:cubicBezTo>
                    <a:pt x="5" y="59"/>
                    <a:pt x="8" y="56"/>
                    <a:pt x="11" y="54"/>
                  </a:cubicBezTo>
                  <a:cubicBezTo>
                    <a:pt x="19" y="48"/>
                    <a:pt x="29" y="41"/>
                    <a:pt x="40" y="32"/>
                  </a:cubicBezTo>
                  <a:cubicBezTo>
                    <a:pt x="51" y="23"/>
                    <a:pt x="60" y="15"/>
                    <a:pt x="67" y="9"/>
                  </a:cubicBezTo>
                  <a:cubicBezTo>
                    <a:pt x="71" y="7"/>
                    <a:pt x="74" y="4"/>
                    <a:pt x="76" y="3"/>
                  </a:cubicBezTo>
                  <a:cubicBezTo>
                    <a:pt x="77" y="2"/>
                    <a:pt x="77" y="1"/>
                    <a:pt x="78" y="1"/>
                  </a:cubicBezTo>
                  <a:cubicBezTo>
                    <a:pt x="79" y="0"/>
                    <a:pt x="79" y="0"/>
                    <a:pt x="7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60">
              <a:extLst>
                <a:ext uri="{FF2B5EF4-FFF2-40B4-BE49-F238E27FC236}">
                  <a16:creationId xmlns:a16="http://schemas.microsoft.com/office/drawing/2014/main" id="{965AE535-2E22-4273-BB55-81A3D24EB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4328"/>
              <a:ext cx="23" cy="9"/>
            </a:xfrm>
            <a:custGeom>
              <a:avLst/>
              <a:gdLst>
                <a:gd name="T0" fmla="*/ 10 w 10"/>
                <a:gd name="T1" fmla="*/ 4 h 4"/>
                <a:gd name="T2" fmla="*/ 5 w 10"/>
                <a:gd name="T3" fmla="*/ 1 h 4"/>
                <a:gd name="T4" fmla="*/ 0 w 10"/>
                <a:gd name="T5" fmla="*/ 0 h 4"/>
                <a:gd name="T6" fmla="*/ 5 w 10"/>
                <a:gd name="T7" fmla="*/ 1 h 4"/>
                <a:gd name="T8" fmla="*/ 10 w 10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10" y="4"/>
                    <a:pt x="8" y="2"/>
                    <a:pt x="5" y="1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2" y="0"/>
                    <a:pt x="5" y="1"/>
                  </a:cubicBezTo>
                  <a:cubicBezTo>
                    <a:pt x="9" y="2"/>
                    <a:pt x="10" y="4"/>
                    <a:pt x="10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61">
              <a:extLst>
                <a:ext uri="{FF2B5EF4-FFF2-40B4-BE49-F238E27FC236}">
                  <a16:creationId xmlns:a16="http://schemas.microsoft.com/office/drawing/2014/main" id="{23692AED-4EA2-435D-85E0-92FE90183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4290"/>
              <a:ext cx="12" cy="5"/>
            </a:xfrm>
            <a:custGeom>
              <a:avLst/>
              <a:gdLst>
                <a:gd name="T0" fmla="*/ 5 w 5"/>
                <a:gd name="T1" fmla="*/ 2 h 2"/>
                <a:gd name="T2" fmla="*/ 2 w 5"/>
                <a:gd name="T3" fmla="*/ 2 h 2"/>
                <a:gd name="T4" fmla="*/ 0 w 5"/>
                <a:gd name="T5" fmla="*/ 0 h 2"/>
                <a:gd name="T6" fmla="*/ 3 w 5"/>
                <a:gd name="T7" fmla="*/ 1 h 2"/>
                <a:gd name="T8" fmla="*/ 5 w 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cubicBezTo>
                    <a:pt x="5" y="2"/>
                    <a:pt x="4" y="2"/>
                    <a:pt x="2" y="2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0"/>
                    <a:pt x="3" y="1"/>
                  </a:cubicBezTo>
                  <a:cubicBezTo>
                    <a:pt x="4" y="1"/>
                    <a:pt x="5" y="2"/>
                    <a:pt x="5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62">
              <a:extLst>
                <a:ext uri="{FF2B5EF4-FFF2-40B4-BE49-F238E27FC236}">
                  <a16:creationId xmlns:a16="http://schemas.microsoft.com/office/drawing/2014/main" id="{7530B328-39CA-49A3-8E39-7C36DE42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4283"/>
              <a:ext cx="12" cy="2"/>
            </a:xfrm>
            <a:custGeom>
              <a:avLst/>
              <a:gdLst>
                <a:gd name="T0" fmla="*/ 5 w 5"/>
                <a:gd name="T1" fmla="*/ 0 h 1"/>
                <a:gd name="T2" fmla="*/ 3 w 5"/>
                <a:gd name="T3" fmla="*/ 0 h 1"/>
                <a:gd name="T4" fmla="*/ 0 w 5"/>
                <a:gd name="T5" fmla="*/ 0 h 1"/>
                <a:gd name="T6" fmla="*/ 3 w 5"/>
                <a:gd name="T7" fmla="*/ 0 h 1"/>
                <a:gd name="T8" fmla="*/ 5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5" y="0"/>
                    <a:pt x="4" y="1"/>
                    <a:pt x="3" y="0"/>
                  </a:cubicBezTo>
                  <a:cubicBezTo>
                    <a:pt x="2" y="0"/>
                    <a:pt x="0" y="0"/>
                    <a:pt x="0" y="0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63">
              <a:extLst>
                <a:ext uri="{FF2B5EF4-FFF2-40B4-BE49-F238E27FC236}">
                  <a16:creationId xmlns:a16="http://schemas.microsoft.com/office/drawing/2014/main" id="{28BD9DAB-8458-443A-B675-0B40502C2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" y="4268"/>
              <a:ext cx="12" cy="10"/>
            </a:xfrm>
            <a:custGeom>
              <a:avLst/>
              <a:gdLst>
                <a:gd name="T0" fmla="*/ 5 w 5"/>
                <a:gd name="T1" fmla="*/ 0 h 4"/>
                <a:gd name="T2" fmla="*/ 3 w 5"/>
                <a:gd name="T3" fmla="*/ 2 h 4"/>
                <a:gd name="T4" fmla="*/ 0 w 5"/>
                <a:gd name="T5" fmla="*/ 4 h 4"/>
                <a:gd name="T6" fmla="*/ 3 w 5"/>
                <a:gd name="T7" fmla="*/ 2 h 4"/>
                <a:gd name="T8" fmla="*/ 5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5" y="0"/>
                    <a:pt x="4" y="1"/>
                    <a:pt x="3" y="2"/>
                  </a:cubicBezTo>
                  <a:cubicBezTo>
                    <a:pt x="2" y="3"/>
                    <a:pt x="1" y="4"/>
                    <a:pt x="0" y="4"/>
                  </a:cubicBezTo>
                  <a:cubicBezTo>
                    <a:pt x="0" y="4"/>
                    <a:pt x="1" y="3"/>
                    <a:pt x="3" y="2"/>
                  </a:cubicBezTo>
                  <a:cubicBezTo>
                    <a:pt x="4" y="1"/>
                    <a:pt x="5" y="0"/>
                    <a:pt x="5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64">
              <a:extLst>
                <a:ext uri="{FF2B5EF4-FFF2-40B4-BE49-F238E27FC236}">
                  <a16:creationId xmlns:a16="http://schemas.microsoft.com/office/drawing/2014/main" id="{A2815FA1-CD35-40D7-A664-BE94BD4F6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4259"/>
              <a:ext cx="14" cy="12"/>
            </a:xfrm>
            <a:custGeom>
              <a:avLst/>
              <a:gdLst>
                <a:gd name="T0" fmla="*/ 6 w 6"/>
                <a:gd name="T1" fmla="*/ 0 h 5"/>
                <a:gd name="T2" fmla="*/ 4 w 6"/>
                <a:gd name="T3" fmla="*/ 3 h 5"/>
                <a:gd name="T4" fmla="*/ 0 w 6"/>
                <a:gd name="T5" fmla="*/ 5 h 5"/>
                <a:gd name="T6" fmla="*/ 3 w 6"/>
                <a:gd name="T7" fmla="*/ 3 h 5"/>
                <a:gd name="T8" fmla="*/ 6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0"/>
                  </a:moveTo>
                  <a:cubicBezTo>
                    <a:pt x="6" y="0"/>
                    <a:pt x="5" y="2"/>
                    <a:pt x="4" y="3"/>
                  </a:cubicBezTo>
                  <a:cubicBezTo>
                    <a:pt x="2" y="4"/>
                    <a:pt x="1" y="5"/>
                    <a:pt x="0" y="5"/>
                  </a:cubicBezTo>
                  <a:cubicBezTo>
                    <a:pt x="0" y="5"/>
                    <a:pt x="2" y="4"/>
                    <a:pt x="3" y="3"/>
                  </a:cubicBezTo>
                  <a:cubicBezTo>
                    <a:pt x="5" y="1"/>
                    <a:pt x="6" y="0"/>
                    <a:pt x="6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65">
              <a:extLst>
                <a:ext uri="{FF2B5EF4-FFF2-40B4-BE49-F238E27FC236}">
                  <a16:creationId xmlns:a16="http://schemas.microsoft.com/office/drawing/2014/main" id="{70BA0213-D21C-4C38-A834-18231A189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4285"/>
              <a:ext cx="29" cy="14"/>
            </a:xfrm>
            <a:custGeom>
              <a:avLst/>
              <a:gdLst>
                <a:gd name="T0" fmla="*/ 11 w 12"/>
                <a:gd name="T1" fmla="*/ 1 h 6"/>
                <a:gd name="T2" fmla="*/ 8 w 12"/>
                <a:gd name="T3" fmla="*/ 4 h 6"/>
                <a:gd name="T4" fmla="*/ 5 w 12"/>
                <a:gd name="T5" fmla="*/ 6 h 6"/>
                <a:gd name="T6" fmla="*/ 2 w 12"/>
                <a:gd name="T7" fmla="*/ 6 h 6"/>
                <a:gd name="T8" fmla="*/ 1 w 12"/>
                <a:gd name="T9" fmla="*/ 6 h 6"/>
                <a:gd name="T10" fmla="*/ 0 w 12"/>
                <a:gd name="T11" fmla="*/ 4 h 6"/>
                <a:gd name="T12" fmla="*/ 8 w 12"/>
                <a:gd name="T13" fmla="*/ 1 h 6"/>
                <a:gd name="T14" fmla="*/ 11 w 12"/>
                <a:gd name="T15" fmla="*/ 2 h 6"/>
                <a:gd name="T16" fmla="*/ 12 w 12"/>
                <a:gd name="T17" fmla="*/ 3 h 6"/>
                <a:gd name="T18" fmla="*/ 8 w 12"/>
                <a:gd name="T19" fmla="*/ 1 h 6"/>
                <a:gd name="T20" fmla="*/ 4 w 12"/>
                <a:gd name="T21" fmla="*/ 1 h 6"/>
                <a:gd name="T22" fmla="*/ 1 w 12"/>
                <a:gd name="T23" fmla="*/ 5 h 6"/>
                <a:gd name="T24" fmla="*/ 2 w 12"/>
                <a:gd name="T25" fmla="*/ 6 h 6"/>
                <a:gd name="T26" fmla="*/ 4 w 12"/>
                <a:gd name="T27" fmla="*/ 5 h 6"/>
                <a:gd name="T28" fmla="*/ 8 w 12"/>
                <a:gd name="T29" fmla="*/ 3 h 6"/>
                <a:gd name="T30" fmla="*/ 11 w 12"/>
                <a:gd name="T3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" h="6">
                  <a:moveTo>
                    <a:pt x="11" y="1"/>
                  </a:moveTo>
                  <a:cubicBezTo>
                    <a:pt x="11" y="1"/>
                    <a:pt x="10" y="3"/>
                    <a:pt x="8" y="4"/>
                  </a:cubicBezTo>
                  <a:cubicBezTo>
                    <a:pt x="7" y="4"/>
                    <a:pt x="6" y="5"/>
                    <a:pt x="5" y="6"/>
                  </a:cubicBezTo>
                  <a:cubicBezTo>
                    <a:pt x="4" y="6"/>
                    <a:pt x="3" y="6"/>
                    <a:pt x="2" y="6"/>
                  </a:cubicBezTo>
                  <a:cubicBezTo>
                    <a:pt x="2" y="6"/>
                    <a:pt x="1" y="6"/>
                    <a:pt x="1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2" y="1"/>
                    <a:pt x="6" y="0"/>
                    <a:pt x="8" y="1"/>
                  </a:cubicBezTo>
                  <a:cubicBezTo>
                    <a:pt x="10" y="1"/>
                    <a:pt x="10" y="1"/>
                    <a:pt x="11" y="2"/>
                  </a:cubicBezTo>
                  <a:cubicBezTo>
                    <a:pt x="11" y="2"/>
                    <a:pt x="12" y="3"/>
                    <a:pt x="12" y="3"/>
                  </a:cubicBezTo>
                  <a:cubicBezTo>
                    <a:pt x="12" y="3"/>
                    <a:pt x="10" y="2"/>
                    <a:pt x="8" y="1"/>
                  </a:cubicBezTo>
                  <a:cubicBezTo>
                    <a:pt x="7" y="1"/>
                    <a:pt x="6" y="1"/>
                    <a:pt x="4" y="1"/>
                  </a:cubicBezTo>
                  <a:cubicBezTo>
                    <a:pt x="3" y="2"/>
                    <a:pt x="1" y="3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6" y="4"/>
                    <a:pt x="7" y="4"/>
                    <a:pt x="8" y="3"/>
                  </a:cubicBezTo>
                  <a:cubicBezTo>
                    <a:pt x="10" y="2"/>
                    <a:pt x="11" y="1"/>
                    <a:pt x="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66">
              <a:extLst>
                <a:ext uri="{FF2B5EF4-FFF2-40B4-BE49-F238E27FC236}">
                  <a16:creationId xmlns:a16="http://schemas.microsoft.com/office/drawing/2014/main" id="{6DD8F514-D723-4DA2-B8E1-5A41F683A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4271"/>
              <a:ext cx="10" cy="19"/>
            </a:xfrm>
            <a:custGeom>
              <a:avLst/>
              <a:gdLst>
                <a:gd name="T0" fmla="*/ 3 w 4"/>
                <a:gd name="T1" fmla="*/ 8 h 8"/>
                <a:gd name="T2" fmla="*/ 1 w 4"/>
                <a:gd name="T3" fmla="*/ 6 h 8"/>
                <a:gd name="T4" fmla="*/ 0 w 4"/>
                <a:gd name="T5" fmla="*/ 4 h 8"/>
                <a:gd name="T6" fmla="*/ 1 w 4"/>
                <a:gd name="T7" fmla="*/ 0 h 8"/>
                <a:gd name="T8" fmla="*/ 3 w 4"/>
                <a:gd name="T9" fmla="*/ 1 h 8"/>
                <a:gd name="T10" fmla="*/ 4 w 4"/>
                <a:gd name="T11" fmla="*/ 2 h 8"/>
                <a:gd name="T12" fmla="*/ 4 w 4"/>
                <a:gd name="T13" fmla="*/ 5 h 8"/>
                <a:gd name="T14" fmla="*/ 3 w 4"/>
                <a:gd name="T15" fmla="*/ 8 h 8"/>
                <a:gd name="T16" fmla="*/ 3 w 4"/>
                <a:gd name="T17" fmla="*/ 5 h 8"/>
                <a:gd name="T18" fmla="*/ 3 w 4"/>
                <a:gd name="T19" fmla="*/ 3 h 8"/>
                <a:gd name="T20" fmla="*/ 1 w 4"/>
                <a:gd name="T21" fmla="*/ 1 h 8"/>
                <a:gd name="T22" fmla="*/ 1 w 4"/>
                <a:gd name="T23" fmla="*/ 3 h 8"/>
                <a:gd name="T24" fmla="*/ 1 w 4"/>
                <a:gd name="T25" fmla="*/ 6 h 8"/>
                <a:gd name="T26" fmla="*/ 3 w 4"/>
                <a:gd name="T2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">
                  <a:moveTo>
                    <a:pt x="3" y="8"/>
                  </a:moveTo>
                  <a:cubicBezTo>
                    <a:pt x="3" y="8"/>
                    <a:pt x="2" y="8"/>
                    <a:pt x="1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7"/>
                    <a:pt x="3" y="8"/>
                    <a:pt x="3" y="8"/>
                  </a:cubicBezTo>
                  <a:cubicBezTo>
                    <a:pt x="3" y="8"/>
                    <a:pt x="3" y="7"/>
                    <a:pt x="3" y="5"/>
                  </a:cubicBezTo>
                  <a:cubicBezTo>
                    <a:pt x="3" y="5"/>
                    <a:pt x="3" y="4"/>
                    <a:pt x="3" y="3"/>
                  </a:cubicBezTo>
                  <a:cubicBezTo>
                    <a:pt x="3" y="2"/>
                    <a:pt x="2" y="0"/>
                    <a:pt x="1" y="1"/>
                  </a:cubicBezTo>
                  <a:cubicBezTo>
                    <a:pt x="1" y="1"/>
                    <a:pt x="0" y="3"/>
                    <a:pt x="1" y="3"/>
                  </a:cubicBezTo>
                  <a:cubicBezTo>
                    <a:pt x="1" y="5"/>
                    <a:pt x="1" y="5"/>
                    <a:pt x="1" y="6"/>
                  </a:cubicBezTo>
                  <a:cubicBezTo>
                    <a:pt x="2" y="8"/>
                    <a:pt x="3" y="8"/>
                    <a:pt x="3" y="8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267">
              <a:extLst>
                <a:ext uri="{FF2B5EF4-FFF2-40B4-BE49-F238E27FC236}">
                  <a16:creationId xmlns:a16="http://schemas.microsoft.com/office/drawing/2014/main" id="{83A6DCB4-8922-4FD7-A64F-1DB130BC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4188"/>
              <a:ext cx="23" cy="61"/>
            </a:xfrm>
            <a:custGeom>
              <a:avLst/>
              <a:gdLst>
                <a:gd name="T0" fmla="*/ 10 w 10"/>
                <a:gd name="T1" fmla="*/ 0 h 26"/>
                <a:gd name="T2" fmla="*/ 7 w 10"/>
                <a:gd name="T3" fmla="*/ 3 h 26"/>
                <a:gd name="T4" fmla="*/ 1 w 10"/>
                <a:gd name="T5" fmla="*/ 12 h 26"/>
                <a:gd name="T6" fmla="*/ 2 w 10"/>
                <a:gd name="T7" fmla="*/ 22 h 26"/>
                <a:gd name="T8" fmla="*/ 4 w 10"/>
                <a:gd name="T9" fmla="*/ 26 h 26"/>
                <a:gd name="T10" fmla="*/ 3 w 10"/>
                <a:gd name="T11" fmla="*/ 25 h 26"/>
                <a:gd name="T12" fmla="*/ 1 w 10"/>
                <a:gd name="T13" fmla="*/ 22 h 26"/>
                <a:gd name="T14" fmla="*/ 1 w 10"/>
                <a:gd name="T15" fmla="*/ 12 h 26"/>
                <a:gd name="T16" fmla="*/ 6 w 10"/>
                <a:gd name="T17" fmla="*/ 3 h 26"/>
                <a:gd name="T18" fmla="*/ 9 w 10"/>
                <a:gd name="T19" fmla="*/ 1 h 26"/>
                <a:gd name="T20" fmla="*/ 10 w 10"/>
                <a:gd name="T2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cubicBezTo>
                    <a:pt x="10" y="0"/>
                    <a:pt x="8" y="1"/>
                    <a:pt x="7" y="3"/>
                  </a:cubicBezTo>
                  <a:cubicBezTo>
                    <a:pt x="5" y="5"/>
                    <a:pt x="2" y="8"/>
                    <a:pt x="1" y="12"/>
                  </a:cubicBezTo>
                  <a:cubicBezTo>
                    <a:pt x="0" y="16"/>
                    <a:pt x="1" y="20"/>
                    <a:pt x="2" y="22"/>
                  </a:cubicBezTo>
                  <a:cubicBezTo>
                    <a:pt x="3" y="25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3" y="25"/>
                    <a:pt x="2" y="24"/>
                    <a:pt x="1" y="22"/>
                  </a:cubicBezTo>
                  <a:cubicBezTo>
                    <a:pt x="0" y="20"/>
                    <a:pt x="0" y="16"/>
                    <a:pt x="1" y="12"/>
                  </a:cubicBezTo>
                  <a:cubicBezTo>
                    <a:pt x="2" y="8"/>
                    <a:pt x="4" y="4"/>
                    <a:pt x="6" y="3"/>
                  </a:cubicBezTo>
                  <a:cubicBezTo>
                    <a:pt x="7" y="2"/>
                    <a:pt x="8" y="1"/>
                    <a:pt x="9" y="1"/>
                  </a:cubicBezTo>
                  <a:cubicBezTo>
                    <a:pt x="9" y="0"/>
                    <a:pt x="10" y="0"/>
                    <a:pt x="10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268">
              <a:extLst>
                <a:ext uri="{FF2B5EF4-FFF2-40B4-BE49-F238E27FC236}">
                  <a16:creationId xmlns:a16="http://schemas.microsoft.com/office/drawing/2014/main" id="{1F372139-1783-4E44-BC6A-7A244D3DC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4150"/>
              <a:ext cx="38" cy="47"/>
            </a:xfrm>
            <a:custGeom>
              <a:avLst/>
              <a:gdLst>
                <a:gd name="T0" fmla="*/ 1 w 16"/>
                <a:gd name="T1" fmla="*/ 0 h 20"/>
                <a:gd name="T2" fmla="*/ 9 w 16"/>
                <a:gd name="T3" fmla="*/ 10 h 20"/>
                <a:gd name="T4" fmla="*/ 16 w 16"/>
                <a:gd name="T5" fmla="*/ 19 h 20"/>
                <a:gd name="T6" fmla="*/ 8 w 16"/>
                <a:gd name="T7" fmla="*/ 10 h 20"/>
                <a:gd name="T8" fmla="*/ 1 w 16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" y="0"/>
                  </a:moveTo>
                  <a:cubicBezTo>
                    <a:pt x="1" y="0"/>
                    <a:pt x="4" y="4"/>
                    <a:pt x="9" y="10"/>
                  </a:cubicBezTo>
                  <a:cubicBezTo>
                    <a:pt x="13" y="15"/>
                    <a:pt x="16" y="19"/>
                    <a:pt x="16" y="19"/>
                  </a:cubicBezTo>
                  <a:cubicBezTo>
                    <a:pt x="16" y="20"/>
                    <a:pt x="12" y="15"/>
                    <a:pt x="8" y="10"/>
                  </a:cubicBezTo>
                  <a:cubicBezTo>
                    <a:pt x="4" y="5"/>
                    <a:pt x="0" y="1"/>
                    <a:pt x="1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269">
              <a:extLst>
                <a:ext uri="{FF2B5EF4-FFF2-40B4-BE49-F238E27FC236}">
                  <a16:creationId xmlns:a16="http://schemas.microsoft.com/office/drawing/2014/main" id="{54674C2B-9A9B-4869-A4BA-7F37B3294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4252"/>
              <a:ext cx="33" cy="26"/>
            </a:xfrm>
            <a:custGeom>
              <a:avLst/>
              <a:gdLst>
                <a:gd name="T0" fmla="*/ 13 w 14"/>
                <a:gd name="T1" fmla="*/ 0 h 11"/>
                <a:gd name="T2" fmla="*/ 7 w 14"/>
                <a:gd name="T3" fmla="*/ 6 h 11"/>
                <a:gd name="T4" fmla="*/ 0 w 14"/>
                <a:gd name="T5" fmla="*/ 11 h 11"/>
                <a:gd name="T6" fmla="*/ 7 w 14"/>
                <a:gd name="T7" fmla="*/ 5 h 11"/>
                <a:gd name="T8" fmla="*/ 13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3" y="0"/>
                  </a:moveTo>
                  <a:cubicBezTo>
                    <a:pt x="14" y="0"/>
                    <a:pt x="11" y="3"/>
                    <a:pt x="7" y="6"/>
                  </a:cubicBezTo>
                  <a:cubicBezTo>
                    <a:pt x="3" y="9"/>
                    <a:pt x="0" y="11"/>
                    <a:pt x="0" y="11"/>
                  </a:cubicBezTo>
                  <a:cubicBezTo>
                    <a:pt x="0" y="11"/>
                    <a:pt x="3" y="8"/>
                    <a:pt x="7" y="5"/>
                  </a:cubicBezTo>
                  <a:cubicBezTo>
                    <a:pt x="10" y="2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270">
              <a:extLst>
                <a:ext uri="{FF2B5EF4-FFF2-40B4-BE49-F238E27FC236}">
                  <a16:creationId xmlns:a16="http://schemas.microsoft.com/office/drawing/2014/main" id="{DB442A21-70C9-43DE-BCBF-F47E4D7E9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4233"/>
              <a:ext cx="5" cy="9"/>
            </a:xfrm>
            <a:custGeom>
              <a:avLst/>
              <a:gdLst>
                <a:gd name="T0" fmla="*/ 1 w 2"/>
                <a:gd name="T1" fmla="*/ 1 h 4"/>
                <a:gd name="T2" fmla="*/ 1 w 2"/>
                <a:gd name="T3" fmla="*/ 2 h 4"/>
                <a:gd name="T4" fmla="*/ 1 w 2"/>
                <a:gd name="T5" fmla="*/ 4 h 4"/>
                <a:gd name="T6" fmla="*/ 0 w 2"/>
                <a:gd name="T7" fmla="*/ 2 h 4"/>
                <a:gd name="T8" fmla="*/ 1 w 2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1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1" y="3"/>
                    <a:pt x="2" y="4"/>
                    <a:pt x="1" y="4"/>
                  </a:cubicBezTo>
                  <a:cubicBezTo>
                    <a:pt x="1" y="4"/>
                    <a:pt x="1" y="4"/>
                    <a:pt x="0" y="2"/>
                  </a:cubicBezTo>
                  <a:cubicBezTo>
                    <a:pt x="0" y="1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271">
              <a:extLst>
                <a:ext uri="{FF2B5EF4-FFF2-40B4-BE49-F238E27FC236}">
                  <a16:creationId xmlns:a16="http://schemas.microsoft.com/office/drawing/2014/main" id="{F5DF1359-3B1B-47F4-BB00-6E34C8BF6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4216"/>
              <a:ext cx="2" cy="10"/>
            </a:xfrm>
            <a:custGeom>
              <a:avLst/>
              <a:gdLst>
                <a:gd name="T0" fmla="*/ 1 w 1"/>
                <a:gd name="T1" fmla="*/ 0 h 4"/>
                <a:gd name="T2" fmla="*/ 1 w 1"/>
                <a:gd name="T3" fmla="*/ 2 h 4"/>
                <a:gd name="T4" fmla="*/ 0 w 1"/>
                <a:gd name="T5" fmla="*/ 4 h 4"/>
                <a:gd name="T6" fmla="*/ 0 w 1"/>
                <a:gd name="T7" fmla="*/ 2 h 4"/>
                <a:gd name="T8" fmla="*/ 1 w 1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1" y="3"/>
                    <a:pt x="0" y="4"/>
                    <a:pt x="0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272">
              <a:extLst>
                <a:ext uri="{FF2B5EF4-FFF2-40B4-BE49-F238E27FC236}">
                  <a16:creationId xmlns:a16="http://schemas.microsoft.com/office/drawing/2014/main" id="{FDA35A00-9A73-4FB9-81B3-2063EFFF2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4202"/>
              <a:ext cx="4" cy="9"/>
            </a:xfrm>
            <a:custGeom>
              <a:avLst/>
              <a:gdLst>
                <a:gd name="T0" fmla="*/ 2 w 2"/>
                <a:gd name="T1" fmla="*/ 1 h 4"/>
                <a:gd name="T2" fmla="*/ 1 w 2"/>
                <a:gd name="T3" fmla="*/ 2 h 4"/>
                <a:gd name="T4" fmla="*/ 0 w 2"/>
                <a:gd name="T5" fmla="*/ 4 h 4"/>
                <a:gd name="T6" fmla="*/ 0 w 2"/>
                <a:gd name="T7" fmla="*/ 2 h 4"/>
                <a:gd name="T8" fmla="*/ 2 w 2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273">
              <a:extLst>
                <a:ext uri="{FF2B5EF4-FFF2-40B4-BE49-F238E27FC236}">
                  <a16:creationId xmlns:a16="http://schemas.microsoft.com/office/drawing/2014/main" id="{545EA4C6-229C-4CBB-9400-1D85570F1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4195"/>
              <a:ext cx="2" cy="5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1 h 2"/>
                <a:gd name="T4" fmla="*/ 0 w 1"/>
                <a:gd name="T5" fmla="*/ 2 h 2"/>
                <a:gd name="T6" fmla="*/ 0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Rectangle 274">
              <a:extLst>
                <a:ext uri="{FF2B5EF4-FFF2-40B4-BE49-F238E27FC236}">
                  <a16:creationId xmlns:a16="http://schemas.microsoft.com/office/drawing/2014/main" id="{39B1AD9E-1C5D-42AA-BF92-751922AEA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4178"/>
              <a:ext cx="1" cy="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275">
              <a:extLst>
                <a:ext uri="{FF2B5EF4-FFF2-40B4-BE49-F238E27FC236}">
                  <a16:creationId xmlns:a16="http://schemas.microsoft.com/office/drawing/2014/main" id="{9B3F1418-C09E-4C6B-A578-481EF25C9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417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276">
              <a:extLst>
                <a:ext uri="{FF2B5EF4-FFF2-40B4-BE49-F238E27FC236}">
                  <a16:creationId xmlns:a16="http://schemas.microsoft.com/office/drawing/2014/main" id="{5EE9FBAF-9A0A-4E92-B643-3B1B90B5A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4178"/>
              <a:ext cx="17" cy="14"/>
            </a:xfrm>
            <a:custGeom>
              <a:avLst/>
              <a:gdLst>
                <a:gd name="T0" fmla="*/ 5 w 7"/>
                <a:gd name="T1" fmla="*/ 0 h 6"/>
                <a:gd name="T2" fmla="*/ 0 w 7"/>
                <a:gd name="T3" fmla="*/ 3 h 6"/>
                <a:gd name="T4" fmla="*/ 2 w 7"/>
                <a:gd name="T5" fmla="*/ 6 h 6"/>
                <a:gd name="T6" fmla="*/ 7 w 7"/>
                <a:gd name="T7" fmla="*/ 3 h 6"/>
                <a:gd name="T8" fmla="*/ 5 w 7"/>
                <a:gd name="T9" fmla="*/ 0 h 6"/>
                <a:gd name="T10" fmla="*/ 5 w 7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2" y="5"/>
                    <a:pt x="2" y="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277">
              <a:extLst>
                <a:ext uri="{FF2B5EF4-FFF2-40B4-BE49-F238E27FC236}">
                  <a16:creationId xmlns:a16="http://schemas.microsoft.com/office/drawing/2014/main" id="{45955C7C-4F2B-4782-8240-CF59E3044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4259"/>
              <a:ext cx="9" cy="12"/>
            </a:xfrm>
            <a:custGeom>
              <a:avLst/>
              <a:gdLst>
                <a:gd name="T0" fmla="*/ 0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278">
              <a:extLst>
                <a:ext uri="{FF2B5EF4-FFF2-40B4-BE49-F238E27FC236}">
                  <a16:creationId xmlns:a16="http://schemas.microsoft.com/office/drawing/2014/main" id="{5F303494-7F23-4E1D-A921-D69FDE2DB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4185"/>
              <a:ext cx="111" cy="86"/>
            </a:xfrm>
            <a:custGeom>
              <a:avLst/>
              <a:gdLst>
                <a:gd name="T0" fmla="*/ 44 w 47"/>
                <a:gd name="T1" fmla="*/ 0 h 36"/>
                <a:gd name="T2" fmla="*/ 0 w 47"/>
                <a:gd name="T3" fmla="*/ 30 h 36"/>
                <a:gd name="T4" fmla="*/ 0 w 47"/>
                <a:gd name="T5" fmla="*/ 31 h 36"/>
                <a:gd name="T6" fmla="*/ 4 w 47"/>
                <a:gd name="T7" fmla="*/ 36 h 36"/>
                <a:gd name="T8" fmla="*/ 7 w 47"/>
                <a:gd name="T9" fmla="*/ 34 h 36"/>
                <a:gd name="T10" fmla="*/ 10 w 47"/>
                <a:gd name="T11" fmla="*/ 31 h 36"/>
                <a:gd name="T12" fmla="*/ 10 w 47"/>
                <a:gd name="T13" fmla="*/ 31 h 36"/>
                <a:gd name="T14" fmla="*/ 9 w 47"/>
                <a:gd name="T15" fmla="*/ 32 h 36"/>
                <a:gd name="T16" fmla="*/ 47 w 47"/>
                <a:gd name="T17" fmla="*/ 3 h 36"/>
                <a:gd name="T18" fmla="*/ 44 w 47"/>
                <a:gd name="T1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36">
                  <a:moveTo>
                    <a:pt x="44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6" y="35"/>
                    <a:pt x="7" y="34"/>
                  </a:cubicBezTo>
                  <a:cubicBezTo>
                    <a:pt x="8" y="32"/>
                    <a:pt x="9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2"/>
                    <a:pt x="9" y="32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6" y="3"/>
                    <a:pt x="45" y="2"/>
                    <a:pt x="44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279">
              <a:extLst>
                <a:ext uri="{FF2B5EF4-FFF2-40B4-BE49-F238E27FC236}">
                  <a16:creationId xmlns:a16="http://schemas.microsoft.com/office/drawing/2014/main" id="{A56AF76B-43E2-4115-8EB2-B7C41F5C8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4259"/>
              <a:ext cx="14" cy="12"/>
            </a:xfrm>
            <a:custGeom>
              <a:avLst/>
              <a:gdLst>
                <a:gd name="T0" fmla="*/ 6 w 6"/>
                <a:gd name="T1" fmla="*/ 0 h 5"/>
                <a:gd name="T2" fmla="*/ 3 w 6"/>
                <a:gd name="T3" fmla="*/ 3 h 5"/>
                <a:gd name="T4" fmla="*/ 0 w 6"/>
                <a:gd name="T5" fmla="*/ 5 h 5"/>
                <a:gd name="T6" fmla="*/ 0 w 6"/>
                <a:gd name="T7" fmla="*/ 5 h 5"/>
                <a:gd name="T8" fmla="*/ 0 w 6"/>
                <a:gd name="T9" fmla="*/ 5 h 5"/>
                <a:gd name="T10" fmla="*/ 5 w 6"/>
                <a:gd name="T11" fmla="*/ 1 h 5"/>
                <a:gd name="T12" fmla="*/ 6 w 6"/>
                <a:gd name="T13" fmla="*/ 0 h 5"/>
                <a:gd name="T14" fmla="*/ 6 w 6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5">
                  <a:moveTo>
                    <a:pt x="6" y="0"/>
                  </a:moveTo>
                  <a:cubicBezTo>
                    <a:pt x="5" y="0"/>
                    <a:pt x="4" y="1"/>
                    <a:pt x="3" y="3"/>
                  </a:cubicBezTo>
                  <a:cubicBezTo>
                    <a:pt x="2" y="4"/>
                    <a:pt x="1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1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80">
              <a:extLst>
                <a:ext uri="{FF2B5EF4-FFF2-40B4-BE49-F238E27FC236}">
                  <a16:creationId xmlns:a16="http://schemas.microsoft.com/office/drawing/2014/main" id="{8F6ADEFE-484C-4C8B-A08E-09F0745E2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4185"/>
              <a:ext cx="7" cy="7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  <a:gd name="T8" fmla="*/ 1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2" y="1"/>
                    <a:pt x="1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81">
              <a:extLst>
                <a:ext uri="{FF2B5EF4-FFF2-40B4-BE49-F238E27FC236}">
                  <a16:creationId xmlns:a16="http://schemas.microsoft.com/office/drawing/2014/main" id="{C64D1DBE-04D3-4956-8B68-3CAB31A0B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4264"/>
              <a:ext cx="264" cy="121"/>
            </a:xfrm>
            <a:custGeom>
              <a:avLst/>
              <a:gdLst>
                <a:gd name="T0" fmla="*/ 51 w 111"/>
                <a:gd name="T1" fmla="*/ 32 h 51"/>
                <a:gd name="T2" fmla="*/ 51 w 111"/>
                <a:gd name="T3" fmla="*/ 1 h 51"/>
                <a:gd name="T4" fmla="*/ 111 w 111"/>
                <a:gd name="T5" fmla="*/ 0 h 51"/>
                <a:gd name="T6" fmla="*/ 111 w 111"/>
                <a:gd name="T7" fmla="*/ 47 h 51"/>
                <a:gd name="T8" fmla="*/ 107 w 111"/>
                <a:gd name="T9" fmla="*/ 47 h 51"/>
                <a:gd name="T10" fmla="*/ 13 w 111"/>
                <a:gd name="T11" fmla="*/ 48 h 51"/>
                <a:gd name="T12" fmla="*/ 51 w 111"/>
                <a:gd name="T13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51">
                  <a:moveTo>
                    <a:pt x="51" y="32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91" y="48"/>
                    <a:pt x="24" y="51"/>
                    <a:pt x="13" y="48"/>
                  </a:cubicBezTo>
                  <a:cubicBezTo>
                    <a:pt x="0" y="44"/>
                    <a:pt x="51" y="32"/>
                    <a:pt x="51" y="32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282">
              <a:extLst>
                <a:ext uri="{FF2B5EF4-FFF2-40B4-BE49-F238E27FC236}">
                  <a16:creationId xmlns:a16="http://schemas.microsoft.com/office/drawing/2014/main" id="{7603DE46-5AB1-4BC4-B045-A38E6F40D3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2" y="4356"/>
              <a:ext cx="38" cy="19"/>
            </a:xfrm>
            <a:custGeom>
              <a:avLst/>
              <a:gdLst>
                <a:gd name="T0" fmla="*/ 1 w 16"/>
                <a:gd name="T1" fmla="*/ 7 h 8"/>
                <a:gd name="T2" fmla="*/ 1 w 16"/>
                <a:gd name="T3" fmla="*/ 8 h 8"/>
                <a:gd name="T4" fmla="*/ 1 w 16"/>
                <a:gd name="T5" fmla="*/ 8 h 8"/>
                <a:gd name="T6" fmla="*/ 1 w 16"/>
                <a:gd name="T7" fmla="*/ 8 h 8"/>
                <a:gd name="T8" fmla="*/ 1 w 16"/>
                <a:gd name="T9" fmla="*/ 7 h 8"/>
                <a:gd name="T10" fmla="*/ 16 w 16"/>
                <a:gd name="T11" fmla="*/ 0 h 8"/>
                <a:gd name="T12" fmla="*/ 12 w 16"/>
                <a:gd name="T13" fmla="*/ 1 h 8"/>
                <a:gd name="T14" fmla="*/ 16 w 16"/>
                <a:gd name="T15" fmla="*/ 0 h 8"/>
                <a:gd name="T16" fmla="*/ 16 w 1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8">
                  <a:moveTo>
                    <a:pt x="1" y="7"/>
                  </a:moveTo>
                  <a:cubicBezTo>
                    <a:pt x="0" y="7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7"/>
                    <a:pt x="1" y="7"/>
                  </a:cubicBezTo>
                  <a:moveTo>
                    <a:pt x="16" y="0"/>
                  </a:moveTo>
                  <a:cubicBezTo>
                    <a:pt x="16" y="0"/>
                    <a:pt x="14" y="1"/>
                    <a:pt x="12" y="1"/>
                  </a:cubicBezTo>
                  <a:cubicBezTo>
                    <a:pt x="13" y="1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283">
              <a:extLst>
                <a:ext uri="{FF2B5EF4-FFF2-40B4-BE49-F238E27FC236}">
                  <a16:creationId xmlns:a16="http://schemas.microsoft.com/office/drawing/2014/main" id="{95326F35-DDF9-42EF-8B2D-0B06AB019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4375"/>
              <a:ext cx="4" cy="3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2 w 2"/>
                <a:gd name="T5" fmla="*/ 1 h 1"/>
                <a:gd name="T6" fmla="*/ 2 w 2"/>
                <a:gd name="T7" fmla="*/ 1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solidFill>
              <a:srgbClr val="7D84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284">
              <a:extLst>
                <a:ext uri="{FF2B5EF4-FFF2-40B4-BE49-F238E27FC236}">
                  <a16:creationId xmlns:a16="http://schemas.microsoft.com/office/drawing/2014/main" id="{25499AF4-92B8-432B-B8D0-D163E4E9B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4375"/>
              <a:ext cx="12" cy="0"/>
            </a:xfrm>
            <a:custGeom>
              <a:avLst/>
              <a:gdLst>
                <a:gd name="T0" fmla="*/ 5 w 5"/>
                <a:gd name="T1" fmla="*/ 1 w 5"/>
                <a:gd name="T2" fmla="*/ 0 w 5"/>
                <a:gd name="T3" fmla="*/ 1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4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85">
              <a:extLst>
                <a:ext uri="{FF2B5EF4-FFF2-40B4-BE49-F238E27FC236}">
                  <a16:creationId xmlns:a16="http://schemas.microsoft.com/office/drawing/2014/main" id="{F9636D6B-90CA-492D-AD0D-E124729BC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4375"/>
              <a:ext cx="125" cy="5"/>
            </a:xfrm>
            <a:custGeom>
              <a:avLst/>
              <a:gdLst>
                <a:gd name="T0" fmla="*/ 52 w 53"/>
                <a:gd name="T1" fmla="*/ 0 h 2"/>
                <a:gd name="T2" fmla="*/ 0 w 53"/>
                <a:gd name="T3" fmla="*/ 2 h 2"/>
                <a:gd name="T4" fmla="*/ 53 w 53"/>
                <a:gd name="T5" fmla="*/ 0 h 2"/>
                <a:gd name="T6" fmla="*/ 52 w 5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52" y="0"/>
                  </a:moveTo>
                  <a:cubicBezTo>
                    <a:pt x="42" y="1"/>
                    <a:pt x="20" y="2"/>
                    <a:pt x="0" y="2"/>
                  </a:cubicBezTo>
                  <a:cubicBezTo>
                    <a:pt x="18" y="2"/>
                    <a:pt x="39" y="1"/>
                    <a:pt x="53" y="0"/>
                  </a:cubicBezTo>
                  <a:cubicBezTo>
                    <a:pt x="53" y="0"/>
                    <a:pt x="52" y="0"/>
                    <a:pt x="52" y="0"/>
                  </a:cubicBezTo>
                </a:path>
              </a:pathLst>
            </a:custGeom>
            <a:solidFill>
              <a:srgbClr val="7D84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86">
              <a:extLst>
                <a:ext uri="{FF2B5EF4-FFF2-40B4-BE49-F238E27FC236}">
                  <a16:creationId xmlns:a16="http://schemas.microsoft.com/office/drawing/2014/main" id="{6ECD68C1-2B2B-4063-946A-F6E0EBF02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4356"/>
              <a:ext cx="240" cy="24"/>
            </a:xfrm>
            <a:custGeom>
              <a:avLst/>
              <a:gdLst>
                <a:gd name="T0" fmla="*/ 16 w 101"/>
                <a:gd name="T1" fmla="*/ 0 h 10"/>
                <a:gd name="T2" fmla="*/ 12 w 101"/>
                <a:gd name="T3" fmla="*/ 1 h 10"/>
                <a:gd name="T4" fmla="*/ 1 w 101"/>
                <a:gd name="T5" fmla="*/ 7 h 10"/>
                <a:gd name="T6" fmla="*/ 1 w 101"/>
                <a:gd name="T7" fmla="*/ 8 h 10"/>
                <a:gd name="T8" fmla="*/ 3 w 101"/>
                <a:gd name="T9" fmla="*/ 9 h 10"/>
                <a:gd name="T10" fmla="*/ 3 w 101"/>
                <a:gd name="T11" fmla="*/ 9 h 10"/>
                <a:gd name="T12" fmla="*/ 38 w 101"/>
                <a:gd name="T13" fmla="*/ 10 h 10"/>
                <a:gd name="T14" fmla="*/ 44 w 101"/>
                <a:gd name="T15" fmla="*/ 10 h 10"/>
                <a:gd name="T16" fmla="*/ 96 w 101"/>
                <a:gd name="T17" fmla="*/ 8 h 10"/>
                <a:gd name="T18" fmla="*/ 97 w 101"/>
                <a:gd name="T19" fmla="*/ 8 h 10"/>
                <a:gd name="T20" fmla="*/ 101 w 101"/>
                <a:gd name="T21" fmla="*/ 8 h 10"/>
                <a:gd name="T22" fmla="*/ 101 w 101"/>
                <a:gd name="T23" fmla="*/ 8 h 10"/>
                <a:gd name="T24" fmla="*/ 101 w 101"/>
                <a:gd name="T25" fmla="*/ 7 h 10"/>
                <a:gd name="T26" fmla="*/ 79 w 101"/>
                <a:gd name="T27" fmla="*/ 7 h 10"/>
                <a:gd name="T28" fmla="*/ 79 w 101"/>
                <a:gd name="T29" fmla="*/ 7 h 10"/>
                <a:gd name="T30" fmla="*/ 79 w 101"/>
                <a:gd name="T31" fmla="*/ 7 h 10"/>
                <a:gd name="T32" fmla="*/ 79 w 101"/>
                <a:gd name="T33" fmla="*/ 7 h 10"/>
                <a:gd name="T34" fmla="*/ 21 w 101"/>
                <a:gd name="T35" fmla="*/ 8 h 10"/>
                <a:gd name="T36" fmla="*/ 16 w 101"/>
                <a:gd name="T3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1" h="10">
                  <a:moveTo>
                    <a:pt x="16" y="0"/>
                  </a:moveTo>
                  <a:cubicBezTo>
                    <a:pt x="15" y="0"/>
                    <a:pt x="13" y="1"/>
                    <a:pt x="12" y="1"/>
                  </a:cubicBezTo>
                  <a:cubicBezTo>
                    <a:pt x="8" y="3"/>
                    <a:pt x="2" y="5"/>
                    <a:pt x="1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8" y="10"/>
                    <a:pt x="22" y="10"/>
                    <a:pt x="38" y="10"/>
                  </a:cubicBezTo>
                  <a:cubicBezTo>
                    <a:pt x="40" y="10"/>
                    <a:pt x="42" y="10"/>
                    <a:pt x="44" y="10"/>
                  </a:cubicBezTo>
                  <a:cubicBezTo>
                    <a:pt x="64" y="10"/>
                    <a:pt x="86" y="9"/>
                    <a:pt x="96" y="8"/>
                  </a:cubicBezTo>
                  <a:cubicBezTo>
                    <a:pt x="96" y="8"/>
                    <a:pt x="97" y="8"/>
                    <a:pt x="97" y="8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0" y="0"/>
                    <a:pt x="16" y="0"/>
                  </a:cubicBezTo>
                </a:path>
              </a:pathLst>
            </a:custGeom>
            <a:solidFill>
              <a:srgbClr val="F1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87">
              <a:extLst>
                <a:ext uri="{FF2B5EF4-FFF2-40B4-BE49-F238E27FC236}">
                  <a16:creationId xmlns:a16="http://schemas.microsoft.com/office/drawing/2014/main" id="{33A742B7-5AB8-411E-8EF4-427F7B3F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4373"/>
              <a:ext cx="239" cy="2"/>
            </a:xfrm>
            <a:custGeom>
              <a:avLst/>
              <a:gdLst>
                <a:gd name="T0" fmla="*/ 101 w 101"/>
                <a:gd name="T1" fmla="*/ 0 h 1"/>
                <a:gd name="T2" fmla="*/ 100 w 101"/>
                <a:gd name="T3" fmla="*/ 0 h 1"/>
                <a:gd name="T4" fmla="*/ 97 w 101"/>
                <a:gd name="T5" fmla="*/ 0 h 1"/>
                <a:gd name="T6" fmla="*/ 86 w 101"/>
                <a:gd name="T7" fmla="*/ 0 h 1"/>
                <a:gd name="T8" fmla="*/ 50 w 101"/>
                <a:gd name="T9" fmla="*/ 1 h 1"/>
                <a:gd name="T10" fmla="*/ 14 w 101"/>
                <a:gd name="T11" fmla="*/ 1 h 1"/>
                <a:gd name="T12" fmla="*/ 4 w 101"/>
                <a:gd name="T13" fmla="*/ 0 h 1"/>
                <a:gd name="T14" fmla="*/ 1 w 101"/>
                <a:gd name="T15" fmla="*/ 0 h 1"/>
                <a:gd name="T16" fmla="*/ 0 w 101"/>
                <a:gd name="T17" fmla="*/ 0 h 1"/>
                <a:gd name="T18" fmla="*/ 1 w 101"/>
                <a:gd name="T19" fmla="*/ 0 h 1"/>
                <a:gd name="T20" fmla="*/ 4 w 101"/>
                <a:gd name="T21" fmla="*/ 0 h 1"/>
                <a:gd name="T22" fmla="*/ 14 w 101"/>
                <a:gd name="T23" fmla="*/ 0 h 1"/>
                <a:gd name="T24" fmla="*/ 50 w 101"/>
                <a:gd name="T25" fmla="*/ 0 h 1"/>
                <a:gd name="T26" fmla="*/ 86 w 101"/>
                <a:gd name="T27" fmla="*/ 0 h 1"/>
                <a:gd name="T28" fmla="*/ 97 w 101"/>
                <a:gd name="T29" fmla="*/ 0 h 1"/>
                <a:gd name="T30" fmla="*/ 100 w 101"/>
                <a:gd name="T31" fmla="*/ 0 h 1"/>
                <a:gd name="T32" fmla="*/ 101 w 10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" h="1">
                  <a:moveTo>
                    <a:pt x="101" y="0"/>
                  </a:moveTo>
                  <a:cubicBezTo>
                    <a:pt x="101" y="0"/>
                    <a:pt x="100" y="0"/>
                    <a:pt x="100" y="0"/>
                  </a:cubicBezTo>
                  <a:cubicBezTo>
                    <a:pt x="99" y="0"/>
                    <a:pt x="98" y="0"/>
                    <a:pt x="97" y="0"/>
                  </a:cubicBezTo>
                  <a:cubicBezTo>
                    <a:pt x="94" y="0"/>
                    <a:pt x="90" y="0"/>
                    <a:pt x="86" y="0"/>
                  </a:cubicBezTo>
                  <a:cubicBezTo>
                    <a:pt x="77" y="1"/>
                    <a:pt x="64" y="1"/>
                    <a:pt x="50" y="1"/>
                  </a:cubicBezTo>
                  <a:cubicBezTo>
                    <a:pt x="36" y="1"/>
                    <a:pt x="24" y="1"/>
                    <a:pt x="14" y="1"/>
                  </a:cubicBezTo>
                  <a:cubicBezTo>
                    <a:pt x="10" y="1"/>
                    <a:pt x="6" y="0"/>
                    <a:pt x="4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6" y="0"/>
                    <a:pt x="10" y="0"/>
                    <a:pt x="14" y="0"/>
                  </a:cubicBezTo>
                  <a:cubicBezTo>
                    <a:pt x="24" y="0"/>
                    <a:pt x="36" y="1"/>
                    <a:pt x="50" y="0"/>
                  </a:cubicBezTo>
                  <a:cubicBezTo>
                    <a:pt x="64" y="0"/>
                    <a:pt x="77" y="0"/>
                    <a:pt x="86" y="0"/>
                  </a:cubicBezTo>
                  <a:cubicBezTo>
                    <a:pt x="90" y="0"/>
                    <a:pt x="94" y="0"/>
                    <a:pt x="97" y="0"/>
                  </a:cubicBezTo>
                  <a:cubicBezTo>
                    <a:pt x="98" y="0"/>
                    <a:pt x="99" y="0"/>
                    <a:pt x="100" y="0"/>
                  </a:cubicBezTo>
                  <a:cubicBezTo>
                    <a:pt x="100" y="0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88">
              <a:extLst>
                <a:ext uri="{FF2B5EF4-FFF2-40B4-BE49-F238E27FC236}">
                  <a16:creationId xmlns:a16="http://schemas.microsoft.com/office/drawing/2014/main" id="{B453E904-3EE8-4CD7-9F1E-5B6287A3E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4354"/>
              <a:ext cx="14" cy="24"/>
            </a:xfrm>
            <a:custGeom>
              <a:avLst/>
              <a:gdLst>
                <a:gd name="T0" fmla="*/ 5 w 6"/>
                <a:gd name="T1" fmla="*/ 10 h 10"/>
                <a:gd name="T2" fmla="*/ 3 w 6"/>
                <a:gd name="T3" fmla="*/ 4 h 10"/>
                <a:gd name="T4" fmla="*/ 0 w 6"/>
                <a:gd name="T5" fmla="*/ 0 h 10"/>
                <a:gd name="T6" fmla="*/ 4 w 6"/>
                <a:gd name="T7" fmla="*/ 4 h 10"/>
                <a:gd name="T8" fmla="*/ 5 w 6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5" y="10"/>
                  </a:moveTo>
                  <a:cubicBezTo>
                    <a:pt x="5" y="10"/>
                    <a:pt x="5" y="7"/>
                    <a:pt x="3" y="4"/>
                  </a:cubicBezTo>
                  <a:cubicBezTo>
                    <a:pt x="2" y="2"/>
                    <a:pt x="0" y="0"/>
                    <a:pt x="0" y="0"/>
                  </a:cubicBezTo>
                  <a:cubicBezTo>
                    <a:pt x="0" y="0"/>
                    <a:pt x="2" y="1"/>
                    <a:pt x="4" y="4"/>
                  </a:cubicBezTo>
                  <a:cubicBezTo>
                    <a:pt x="6" y="7"/>
                    <a:pt x="6" y="10"/>
                    <a:pt x="5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89">
              <a:extLst>
                <a:ext uri="{FF2B5EF4-FFF2-40B4-BE49-F238E27FC236}">
                  <a16:creationId xmlns:a16="http://schemas.microsoft.com/office/drawing/2014/main" id="{255A9C5E-B2E0-4D8D-9166-4C2141188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4344"/>
              <a:ext cx="7" cy="12"/>
            </a:xfrm>
            <a:custGeom>
              <a:avLst/>
              <a:gdLst>
                <a:gd name="T0" fmla="*/ 3 w 3"/>
                <a:gd name="T1" fmla="*/ 5 h 5"/>
                <a:gd name="T2" fmla="*/ 1 w 3"/>
                <a:gd name="T3" fmla="*/ 2 h 5"/>
                <a:gd name="T4" fmla="*/ 0 w 3"/>
                <a:gd name="T5" fmla="*/ 0 h 5"/>
                <a:gd name="T6" fmla="*/ 2 w 3"/>
                <a:gd name="T7" fmla="*/ 2 h 5"/>
                <a:gd name="T8" fmla="*/ 3 w 3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cubicBezTo>
                    <a:pt x="3" y="5"/>
                    <a:pt x="2" y="4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1"/>
                    <a:pt x="2" y="2"/>
                  </a:cubicBezTo>
                  <a:cubicBezTo>
                    <a:pt x="3" y="3"/>
                    <a:pt x="3" y="4"/>
                    <a:pt x="3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290">
              <a:extLst>
                <a:ext uri="{FF2B5EF4-FFF2-40B4-BE49-F238E27FC236}">
                  <a16:creationId xmlns:a16="http://schemas.microsoft.com/office/drawing/2014/main" id="{F54B0607-A077-42CB-B71F-7D13FFFD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4342"/>
              <a:ext cx="10" cy="7"/>
            </a:xfrm>
            <a:custGeom>
              <a:avLst/>
              <a:gdLst>
                <a:gd name="T0" fmla="*/ 4 w 4"/>
                <a:gd name="T1" fmla="*/ 3 h 3"/>
                <a:gd name="T2" fmla="*/ 2 w 4"/>
                <a:gd name="T3" fmla="*/ 2 h 3"/>
                <a:gd name="T4" fmla="*/ 0 w 4"/>
                <a:gd name="T5" fmla="*/ 0 h 3"/>
                <a:gd name="T6" fmla="*/ 2 w 4"/>
                <a:gd name="T7" fmla="*/ 1 h 3"/>
                <a:gd name="T8" fmla="*/ 4 w 4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3"/>
                    <a:pt x="3" y="3"/>
                    <a:pt x="2" y="2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0"/>
                    <a:pt x="2" y="1"/>
                  </a:cubicBezTo>
                  <a:cubicBezTo>
                    <a:pt x="3" y="2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291">
              <a:extLst>
                <a:ext uri="{FF2B5EF4-FFF2-40B4-BE49-F238E27FC236}">
                  <a16:creationId xmlns:a16="http://schemas.microsoft.com/office/drawing/2014/main" id="{34DD542A-9603-4B17-826A-164D1CA64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4335"/>
              <a:ext cx="15" cy="2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292">
              <a:extLst>
                <a:ext uri="{FF2B5EF4-FFF2-40B4-BE49-F238E27FC236}">
                  <a16:creationId xmlns:a16="http://schemas.microsoft.com/office/drawing/2014/main" id="{54814C82-E606-4042-B877-7A159033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4325"/>
              <a:ext cx="17" cy="5"/>
            </a:xfrm>
            <a:custGeom>
              <a:avLst/>
              <a:gdLst>
                <a:gd name="T0" fmla="*/ 7 w 7"/>
                <a:gd name="T1" fmla="*/ 0 h 2"/>
                <a:gd name="T2" fmla="*/ 3 w 7"/>
                <a:gd name="T3" fmla="*/ 1 h 2"/>
                <a:gd name="T4" fmla="*/ 0 w 7"/>
                <a:gd name="T5" fmla="*/ 1 h 2"/>
                <a:gd name="T6" fmla="*/ 3 w 7"/>
                <a:gd name="T7" fmla="*/ 1 h 2"/>
                <a:gd name="T8" fmla="*/ 7 w 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">
                  <a:moveTo>
                    <a:pt x="7" y="0"/>
                  </a:moveTo>
                  <a:cubicBezTo>
                    <a:pt x="7" y="1"/>
                    <a:pt x="5" y="1"/>
                    <a:pt x="3" y="1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1"/>
                    <a:pt x="1" y="1"/>
                    <a:pt x="3" y="1"/>
                  </a:cubicBezTo>
                  <a:cubicBezTo>
                    <a:pt x="5" y="1"/>
                    <a:pt x="7" y="0"/>
                    <a:pt x="7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293">
              <a:extLst>
                <a:ext uri="{FF2B5EF4-FFF2-40B4-BE49-F238E27FC236}">
                  <a16:creationId xmlns:a16="http://schemas.microsoft.com/office/drawing/2014/main" id="{19E7F32F-795C-46B1-9089-C4E26F501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4328"/>
              <a:ext cx="26" cy="16"/>
            </a:xfrm>
            <a:custGeom>
              <a:avLst/>
              <a:gdLst>
                <a:gd name="T0" fmla="*/ 11 w 11"/>
                <a:gd name="T1" fmla="*/ 6 h 7"/>
                <a:gd name="T2" fmla="*/ 7 w 11"/>
                <a:gd name="T3" fmla="*/ 6 h 7"/>
                <a:gd name="T4" fmla="*/ 3 w 11"/>
                <a:gd name="T5" fmla="*/ 6 h 7"/>
                <a:gd name="T6" fmla="*/ 1 w 11"/>
                <a:gd name="T7" fmla="*/ 5 h 7"/>
                <a:gd name="T8" fmla="*/ 0 w 11"/>
                <a:gd name="T9" fmla="*/ 3 h 7"/>
                <a:gd name="T10" fmla="*/ 0 w 11"/>
                <a:gd name="T11" fmla="*/ 2 h 7"/>
                <a:gd name="T12" fmla="*/ 9 w 11"/>
                <a:gd name="T13" fmla="*/ 4 h 7"/>
                <a:gd name="T14" fmla="*/ 10 w 11"/>
                <a:gd name="T15" fmla="*/ 6 h 7"/>
                <a:gd name="T16" fmla="*/ 10 w 11"/>
                <a:gd name="T17" fmla="*/ 7 h 7"/>
                <a:gd name="T18" fmla="*/ 9 w 11"/>
                <a:gd name="T19" fmla="*/ 4 h 7"/>
                <a:gd name="T20" fmla="*/ 5 w 11"/>
                <a:gd name="T21" fmla="*/ 2 h 7"/>
                <a:gd name="T22" fmla="*/ 1 w 11"/>
                <a:gd name="T23" fmla="*/ 2 h 7"/>
                <a:gd name="T24" fmla="*/ 1 w 11"/>
                <a:gd name="T25" fmla="*/ 4 h 7"/>
                <a:gd name="T26" fmla="*/ 3 w 11"/>
                <a:gd name="T27" fmla="*/ 5 h 7"/>
                <a:gd name="T28" fmla="*/ 7 w 11"/>
                <a:gd name="T29" fmla="*/ 6 h 7"/>
                <a:gd name="T30" fmla="*/ 11 w 11"/>
                <a:gd name="T31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7">
                  <a:moveTo>
                    <a:pt x="11" y="6"/>
                  </a:moveTo>
                  <a:cubicBezTo>
                    <a:pt x="11" y="6"/>
                    <a:pt x="9" y="7"/>
                    <a:pt x="7" y="6"/>
                  </a:cubicBezTo>
                  <a:cubicBezTo>
                    <a:pt x="6" y="6"/>
                    <a:pt x="5" y="6"/>
                    <a:pt x="3" y="6"/>
                  </a:cubicBezTo>
                  <a:cubicBezTo>
                    <a:pt x="2" y="5"/>
                    <a:pt x="1" y="5"/>
                    <a:pt x="1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4" y="0"/>
                    <a:pt x="8" y="2"/>
                    <a:pt x="9" y="4"/>
                  </a:cubicBezTo>
                  <a:cubicBezTo>
                    <a:pt x="10" y="5"/>
                    <a:pt x="10" y="6"/>
                    <a:pt x="10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6"/>
                    <a:pt x="9" y="4"/>
                  </a:cubicBezTo>
                  <a:cubicBezTo>
                    <a:pt x="8" y="3"/>
                    <a:pt x="7" y="2"/>
                    <a:pt x="5" y="2"/>
                  </a:cubicBezTo>
                  <a:cubicBezTo>
                    <a:pt x="4" y="2"/>
                    <a:pt x="2" y="2"/>
                    <a:pt x="1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4"/>
                    <a:pt x="3" y="5"/>
                    <a:pt x="3" y="5"/>
                  </a:cubicBezTo>
                  <a:cubicBezTo>
                    <a:pt x="5" y="5"/>
                    <a:pt x="6" y="6"/>
                    <a:pt x="7" y="6"/>
                  </a:cubicBezTo>
                  <a:cubicBezTo>
                    <a:pt x="9" y="6"/>
                    <a:pt x="11" y="6"/>
                    <a:pt x="11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294">
              <a:extLst>
                <a:ext uri="{FF2B5EF4-FFF2-40B4-BE49-F238E27FC236}">
                  <a16:creationId xmlns:a16="http://schemas.microsoft.com/office/drawing/2014/main" id="{DC23A9E0-4092-4A4B-A842-8808911BA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4325"/>
              <a:ext cx="14" cy="19"/>
            </a:xfrm>
            <a:custGeom>
              <a:avLst/>
              <a:gdLst>
                <a:gd name="T0" fmla="*/ 1 w 6"/>
                <a:gd name="T1" fmla="*/ 8 h 8"/>
                <a:gd name="T2" fmla="*/ 0 w 6"/>
                <a:gd name="T3" fmla="*/ 5 h 8"/>
                <a:gd name="T4" fmla="*/ 2 w 6"/>
                <a:gd name="T5" fmla="*/ 2 h 8"/>
                <a:gd name="T6" fmla="*/ 5 w 6"/>
                <a:gd name="T7" fmla="*/ 0 h 8"/>
                <a:gd name="T8" fmla="*/ 6 w 6"/>
                <a:gd name="T9" fmla="*/ 2 h 8"/>
                <a:gd name="T10" fmla="*/ 5 w 6"/>
                <a:gd name="T11" fmla="*/ 4 h 8"/>
                <a:gd name="T12" fmla="*/ 3 w 6"/>
                <a:gd name="T13" fmla="*/ 6 h 8"/>
                <a:gd name="T14" fmla="*/ 1 w 6"/>
                <a:gd name="T15" fmla="*/ 8 h 8"/>
                <a:gd name="T16" fmla="*/ 3 w 6"/>
                <a:gd name="T17" fmla="*/ 6 h 8"/>
                <a:gd name="T18" fmla="*/ 5 w 6"/>
                <a:gd name="T19" fmla="*/ 3 h 8"/>
                <a:gd name="T20" fmla="*/ 5 w 6"/>
                <a:gd name="T21" fmla="*/ 1 h 8"/>
                <a:gd name="T22" fmla="*/ 2 w 6"/>
                <a:gd name="T23" fmla="*/ 3 h 8"/>
                <a:gd name="T24" fmla="*/ 1 w 6"/>
                <a:gd name="T25" fmla="*/ 5 h 8"/>
                <a:gd name="T26" fmla="*/ 1 w 6"/>
                <a:gd name="T2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8">
                  <a:moveTo>
                    <a:pt x="1" y="8"/>
                  </a:moveTo>
                  <a:cubicBezTo>
                    <a:pt x="1" y="8"/>
                    <a:pt x="0" y="7"/>
                    <a:pt x="0" y="5"/>
                  </a:cubicBezTo>
                  <a:cubicBezTo>
                    <a:pt x="1" y="4"/>
                    <a:pt x="1" y="3"/>
                    <a:pt x="2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6" y="1"/>
                    <a:pt x="6" y="2"/>
                  </a:cubicBezTo>
                  <a:cubicBezTo>
                    <a:pt x="6" y="3"/>
                    <a:pt x="6" y="3"/>
                    <a:pt x="5" y="4"/>
                  </a:cubicBezTo>
                  <a:cubicBezTo>
                    <a:pt x="5" y="5"/>
                    <a:pt x="4" y="5"/>
                    <a:pt x="3" y="6"/>
                  </a:cubicBezTo>
                  <a:cubicBezTo>
                    <a:pt x="2" y="7"/>
                    <a:pt x="1" y="8"/>
                    <a:pt x="1" y="8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4" y="5"/>
                    <a:pt x="4" y="4"/>
                    <a:pt x="5" y="3"/>
                  </a:cubicBezTo>
                  <a:cubicBezTo>
                    <a:pt x="5" y="3"/>
                    <a:pt x="6" y="1"/>
                    <a:pt x="5" y="1"/>
                  </a:cubicBezTo>
                  <a:cubicBezTo>
                    <a:pt x="4" y="1"/>
                    <a:pt x="3" y="2"/>
                    <a:pt x="2" y="3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7"/>
                    <a:pt x="1" y="8"/>
                    <a:pt x="1" y="8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295">
              <a:extLst>
                <a:ext uri="{FF2B5EF4-FFF2-40B4-BE49-F238E27FC236}">
                  <a16:creationId xmlns:a16="http://schemas.microsoft.com/office/drawing/2014/main" id="{2AD6E48D-BE54-468D-BE13-EFEAFD2B7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4333"/>
              <a:ext cx="49" cy="40"/>
            </a:xfrm>
            <a:custGeom>
              <a:avLst/>
              <a:gdLst>
                <a:gd name="T0" fmla="*/ 21 w 21"/>
                <a:gd name="T1" fmla="*/ 0 h 17"/>
                <a:gd name="T2" fmla="*/ 21 w 21"/>
                <a:gd name="T3" fmla="*/ 0 h 17"/>
                <a:gd name="T4" fmla="*/ 17 w 21"/>
                <a:gd name="T5" fmla="*/ 0 h 17"/>
                <a:gd name="T6" fmla="*/ 7 w 21"/>
                <a:gd name="T7" fmla="*/ 4 h 17"/>
                <a:gd name="T8" fmla="*/ 1 w 21"/>
                <a:gd name="T9" fmla="*/ 13 h 17"/>
                <a:gd name="T10" fmla="*/ 0 w 21"/>
                <a:gd name="T11" fmla="*/ 17 h 17"/>
                <a:gd name="T12" fmla="*/ 0 w 21"/>
                <a:gd name="T13" fmla="*/ 16 h 17"/>
                <a:gd name="T14" fmla="*/ 1 w 21"/>
                <a:gd name="T15" fmla="*/ 13 h 17"/>
                <a:gd name="T16" fmla="*/ 7 w 21"/>
                <a:gd name="T17" fmla="*/ 4 h 17"/>
                <a:gd name="T18" fmla="*/ 17 w 21"/>
                <a:gd name="T19" fmla="*/ 0 h 17"/>
                <a:gd name="T20" fmla="*/ 20 w 21"/>
                <a:gd name="T21" fmla="*/ 0 h 17"/>
                <a:gd name="T22" fmla="*/ 21 w 21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17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19" y="0"/>
                    <a:pt x="17" y="0"/>
                  </a:cubicBezTo>
                  <a:cubicBezTo>
                    <a:pt x="14" y="1"/>
                    <a:pt x="11" y="2"/>
                    <a:pt x="7" y="4"/>
                  </a:cubicBezTo>
                  <a:cubicBezTo>
                    <a:pt x="4" y="7"/>
                    <a:pt x="2" y="10"/>
                    <a:pt x="1" y="13"/>
                  </a:cubicBezTo>
                  <a:cubicBezTo>
                    <a:pt x="1" y="16"/>
                    <a:pt x="0" y="17"/>
                    <a:pt x="0" y="17"/>
                  </a:cubicBezTo>
                  <a:cubicBezTo>
                    <a:pt x="0" y="17"/>
                    <a:pt x="0" y="17"/>
                    <a:pt x="0" y="16"/>
                  </a:cubicBezTo>
                  <a:cubicBezTo>
                    <a:pt x="0" y="15"/>
                    <a:pt x="1" y="14"/>
                    <a:pt x="1" y="13"/>
                  </a:cubicBezTo>
                  <a:cubicBezTo>
                    <a:pt x="2" y="10"/>
                    <a:pt x="4" y="7"/>
                    <a:pt x="7" y="4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296">
              <a:extLst>
                <a:ext uri="{FF2B5EF4-FFF2-40B4-BE49-F238E27FC236}">
                  <a16:creationId xmlns:a16="http://schemas.microsoft.com/office/drawing/2014/main" id="{0EBFFF16-8B85-4924-983E-F4C55ED99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4276"/>
              <a:ext cx="3" cy="57"/>
            </a:xfrm>
            <a:custGeom>
              <a:avLst/>
              <a:gdLst>
                <a:gd name="T0" fmla="*/ 0 w 1"/>
                <a:gd name="T1" fmla="*/ 0 h 24"/>
                <a:gd name="T2" fmla="*/ 1 w 1"/>
                <a:gd name="T3" fmla="*/ 12 h 24"/>
                <a:gd name="T4" fmla="*/ 1 w 1"/>
                <a:gd name="T5" fmla="*/ 24 h 24"/>
                <a:gd name="T6" fmla="*/ 0 w 1"/>
                <a:gd name="T7" fmla="*/ 12 h 24"/>
                <a:gd name="T8" fmla="*/ 0 w 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4">
                  <a:moveTo>
                    <a:pt x="0" y="0"/>
                  </a:moveTo>
                  <a:cubicBezTo>
                    <a:pt x="0" y="0"/>
                    <a:pt x="1" y="5"/>
                    <a:pt x="1" y="12"/>
                  </a:cubicBezTo>
                  <a:cubicBezTo>
                    <a:pt x="1" y="19"/>
                    <a:pt x="1" y="24"/>
                    <a:pt x="1" y="24"/>
                  </a:cubicBezTo>
                  <a:cubicBezTo>
                    <a:pt x="0" y="24"/>
                    <a:pt x="0" y="19"/>
                    <a:pt x="0" y="12"/>
                  </a:cubicBezTo>
                  <a:cubicBezTo>
                    <a:pt x="0" y="5"/>
                    <a:pt x="0" y="0"/>
                    <a:pt x="0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297">
              <a:extLst>
                <a:ext uri="{FF2B5EF4-FFF2-40B4-BE49-F238E27FC236}">
                  <a16:creationId xmlns:a16="http://schemas.microsoft.com/office/drawing/2014/main" id="{98A107E1-7ECF-431F-9C77-9FDA58567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4361"/>
              <a:ext cx="43" cy="2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298">
              <a:extLst>
                <a:ext uri="{FF2B5EF4-FFF2-40B4-BE49-F238E27FC236}">
                  <a16:creationId xmlns:a16="http://schemas.microsoft.com/office/drawing/2014/main" id="{013AAE02-9B07-4A39-8F2E-77197C2FE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4361"/>
              <a:ext cx="4" cy="7"/>
            </a:xfrm>
            <a:custGeom>
              <a:avLst/>
              <a:gdLst>
                <a:gd name="T0" fmla="*/ 1 w 2"/>
                <a:gd name="T1" fmla="*/ 0 h 3"/>
                <a:gd name="T2" fmla="*/ 1 w 2"/>
                <a:gd name="T3" fmla="*/ 1 h 3"/>
                <a:gd name="T4" fmla="*/ 0 w 2"/>
                <a:gd name="T5" fmla="*/ 3 h 3"/>
                <a:gd name="T6" fmla="*/ 0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99">
              <a:extLst>
                <a:ext uri="{FF2B5EF4-FFF2-40B4-BE49-F238E27FC236}">
                  <a16:creationId xmlns:a16="http://schemas.microsoft.com/office/drawing/2014/main" id="{9713D011-3546-43ED-A3EF-754B0B15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4347"/>
              <a:ext cx="7" cy="7"/>
            </a:xfrm>
            <a:custGeom>
              <a:avLst/>
              <a:gdLst>
                <a:gd name="T0" fmla="*/ 3 w 3"/>
                <a:gd name="T1" fmla="*/ 0 h 3"/>
                <a:gd name="T2" fmla="*/ 2 w 3"/>
                <a:gd name="T3" fmla="*/ 2 h 3"/>
                <a:gd name="T4" fmla="*/ 1 w 3"/>
                <a:gd name="T5" fmla="*/ 3 h 3"/>
                <a:gd name="T6" fmla="*/ 1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3" y="0"/>
                    <a:pt x="3" y="1"/>
                    <a:pt x="2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0" y="2"/>
                    <a:pt x="1" y="2"/>
                    <a:pt x="1" y="1"/>
                  </a:cubicBezTo>
                  <a:cubicBezTo>
                    <a:pt x="2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300">
              <a:extLst>
                <a:ext uri="{FF2B5EF4-FFF2-40B4-BE49-F238E27FC236}">
                  <a16:creationId xmlns:a16="http://schemas.microsoft.com/office/drawing/2014/main" id="{A09A32F9-61F3-4E23-ACBF-DD5C7117D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4340"/>
              <a:ext cx="7" cy="4"/>
            </a:xfrm>
            <a:custGeom>
              <a:avLst/>
              <a:gdLst>
                <a:gd name="T0" fmla="*/ 3 w 3"/>
                <a:gd name="T1" fmla="*/ 1 h 2"/>
                <a:gd name="T2" fmla="*/ 1 w 3"/>
                <a:gd name="T3" fmla="*/ 1 h 2"/>
                <a:gd name="T4" fmla="*/ 0 w 3"/>
                <a:gd name="T5" fmla="*/ 2 h 2"/>
                <a:gd name="T6" fmla="*/ 1 w 3"/>
                <a:gd name="T7" fmla="*/ 1 h 2"/>
                <a:gd name="T8" fmla="*/ 3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3" y="1"/>
                    <a:pt x="2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2" y="0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301">
              <a:extLst>
                <a:ext uri="{FF2B5EF4-FFF2-40B4-BE49-F238E27FC236}">
                  <a16:creationId xmlns:a16="http://schemas.microsoft.com/office/drawing/2014/main" id="{127CDE59-7BA9-415C-8DAB-2703176F2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4337"/>
              <a:ext cx="5" cy="3"/>
            </a:xfrm>
            <a:custGeom>
              <a:avLst/>
              <a:gdLst>
                <a:gd name="T0" fmla="*/ 2 w 2"/>
                <a:gd name="T1" fmla="*/ 1 h 1"/>
                <a:gd name="T2" fmla="*/ 1 w 2"/>
                <a:gd name="T3" fmla="*/ 1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0"/>
                    <a:pt x="1" y="0"/>
                    <a:pt x="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302">
              <a:extLst>
                <a:ext uri="{FF2B5EF4-FFF2-40B4-BE49-F238E27FC236}">
                  <a16:creationId xmlns:a16="http://schemas.microsoft.com/office/drawing/2014/main" id="{049C6FEF-C644-4F7C-A5D4-EBDB0213D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4309"/>
              <a:ext cx="1" cy="1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303">
              <a:extLst>
                <a:ext uri="{FF2B5EF4-FFF2-40B4-BE49-F238E27FC236}">
                  <a16:creationId xmlns:a16="http://schemas.microsoft.com/office/drawing/2014/main" id="{E4AFA933-7501-443C-9944-372526695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4309"/>
              <a:ext cx="0" cy="19"/>
            </a:xfrm>
            <a:custGeom>
              <a:avLst/>
              <a:gdLst>
                <a:gd name="T0" fmla="*/ 0 h 19"/>
                <a:gd name="T1" fmla="*/ 19 h 19"/>
                <a:gd name="T2" fmla="*/ 19 h 19"/>
                <a:gd name="T3" fmla="*/ 0 h 1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9">
                  <a:moveTo>
                    <a:pt x="0" y="0"/>
                  </a:moveTo>
                  <a:lnTo>
                    <a:pt x="0" y="19"/>
                  </a:lnTo>
                  <a:lnTo>
                    <a:pt x="0" y="1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304">
              <a:extLst>
                <a:ext uri="{FF2B5EF4-FFF2-40B4-BE49-F238E27FC236}">
                  <a16:creationId xmlns:a16="http://schemas.microsoft.com/office/drawing/2014/main" id="{E7F1CEC8-6801-4636-A97D-903FE3D16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4309"/>
              <a:ext cx="14" cy="19"/>
            </a:xfrm>
            <a:custGeom>
              <a:avLst/>
              <a:gdLst>
                <a:gd name="T0" fmla="*/ 6 w 6"/>
                <a:gd name="T1" fmla="*/ 0 h 8"/>
                <a:gd name="T2" fmla="*/ 0 w 6"/>
                <a:gd name="T3" fmla="*/ 0 h 8"/>
                <a:gd name="T4" fmla="*/ 0 w 6"/>
                <a:gd name="T5" fmla="*/ 8 h 8"/>
                <a:gd name="T6" fmla="*/ 6 w 6"/>
                <a:gd name="T7" fmla="*/ 8 h 8"/>
                <a:gd name="T8" fmla="*/ 6 w 6"/>
                <a:gd name="T9" fmla="*/ 0 h 8"/>
                <a:gd name="T10" fmla="*/ 6 w 6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305">
              <a:extLst>
                <a:ext uri="{FF2B5EF4-FFF2-40B4-BE49-F238E27FC236}">
                  <a16:creationId xmlns:a16="http://schemas.microsoft.com/office/drawing/2014/main" id="{6332BB18-2062-4924-B474-87DA8ACB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4311"/>
              <a:ext cx="0" cy="17"/>
            </a:xfrm>
            <a:custGeom>
              <a:avLst/>
              <a:gdLst>
                <a:gd name="T0" fmla="*/ 0 h 7"/>
                <a:gd name="T1" fmla="*/ 7 h 7"/>
                <a:gd name="T2" fmla="*/ 7 h 7"/>
                <a:gd name="T3" fmla="*/ 0 h 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306">
              <a:extLst>
                <a:ext uri="{FF2B5EF4-FFF2-40B4-BE49-F238E27FC236}">
                  <a16:creationId xmlns:a16="http://schemas.microsoft.com/office/drawing/2014/main" id="{46EA35FC-3F82-4145-9999-CA29B743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4309"/>
              <a:ext cx="126" cy="19"/>
            </a:xfrm>
            <a:custGeom>
              <a:avLst/>
              <a:gdLst>
                <a:gd name="T0" fmla="*/ 53 w 53"/>
                <a:gd name="T1" fmla="*/ 0 h 8"/>
                <a:gd name="T2" fmla="*/ 0 w 53"/>
                <a:gd name="T3" fmla="*/ 1 h 8"/>
                <a:gd name="T4" fmla="*/ 0 w 53"/>
                <a:gd name="T5" fmla="*/ 1 h 8"/>
                <a:gd name="T6" fmla="*/ 0 w 53"/>
                <a:gd name="T7" fmla="*/ 8 h 8"/>
                <a:gd name="T8" fmla="*/ 3 w 53"/>
                <a:gd name="T9" fmla="*/ 8 h 8"/>
                <a:gd name="T10" fmla="*/ 7 w 53"/>
                <a:gd name="T11" fmla="*/ 7 h 8"/>
                <a:gd name="T12" fmla="*/ 7 w 53"/>
                <a:gd name="T13" fmla="*/ 7 h 8"/>
                <a:gd name="T14" fmla="*/ 6 w 53"/>
                <a:gd name="T15" fmla="*/ 8 h 8"/>
                <a:gd name="T16" fmla="*/ 53 w 53"/>
                <a:gd name="T17" fmla="*/ 8 h 8"/>
                <a:gd name="T18" fmla="*/ 53 w 53"/>
                <a:gd name="T1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8">
                  <a:moveTo>
                    <a:pt x="5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2" y="8"/>
                    <a:pt x="3" y="8"/>
                  </a:cubicBezTo>
                  <a:cubicBezTo>
                    <a:pt x="5" y="8"/>
                    <a:pt x="6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6"/>
                    <a:pt x="53" y="4"/>
                    <a:pt x="53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307">
              <a:extLst>
                <a:ext uri="{FF2B5EF4-FFF2-40B4-BE49-F238E27FC236}">
                  <a16:creationId xmlns:a16="http://schemas.microsoft.com/office/drawing/2014/main" id="{5CBFD658-820D-46BC-91EF-4EEE17D2C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4325"/>
              <a:ext cx="17" cy="3"/>
            </a:xfrm>
            <a:custGeom>
              <a:avLst/>
              <a:gdLst>
                <a:gd name="T0" fmla="*/ 7 w 7"/>
                <a:gd name="T1" fmla="*/ 0 h 1"/>
                <a:gd name="T2" fmla="*/ 3 w 7"/>
                <a:gd name="T3" fmla="*/ 1 h 1"/>
                <a:gd name="T4" fmla="*/ 0 w 7"/>
                <a:gd name="T5" fmla="*/ 1 h 1"/>
                <a:gd name="T6" fmla="*/ 0 w 7"/>
                <a:gd name="T7" fmla="*/ 1 h 1"/>
                <a:gd name="T8" fmla="*/ 6 w 7"/>
                <a:gd name="T9" fmla="*/ 1 h 1"/>
                <a:gd name="T10" fmla="*/ 7 w 7"/>
                <a:gd name="T11" fmla="*/ 0 h 1"/>
                <a:gd name="T12" fmla="*/ 7 w 7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cubicBezTo>
                    <a:pt x="6" y="0"/>
                    <a:pt x="5" y="1"/>
                    <a:pt x="3" y="1"/>
                  </a:cubicBezTo>
                  <a:cubicBezTo>
                    <a:pt x="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7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308">
              <a:extLst>
                <a:ext uri="{FF2B5EF4-FFF2-40B4-BE49-F238E27FC236}">
                  <a16:creationId xmlns:a16="http://schemas.microsoft.com/office/drawing/2014/main" id="{CC498ABD-32B9-4A42-941E-E367CF83E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4309"/>
              <a:ext cx="3" cy="19"/>
            </a:xfrm>
            <a:custGeom>
              <a:avLst/>
              <a:gdLst>
                <a:gd name="T0" fmla="*/ 1 w 1"/>
                <a:gd name="T1" fmla="*/ 0 h 8"/>
                <a:gd name="T2" fmla="*/ 0 w 1"/>
                <a:gd name="T3" fmla="*/ 0 h 8"/>
                <a:gd name="T4" fmla="*/ 0 w 1"/>
                <a:gd name="T5" fmla="*/ 8 h 8"/>
                <a:gd name="T6" fmla="*/ 1 w 1"/>
                <a:gd name="T7" fmla="*/ 8 h 8"/>
                <a:gd name="T8" fmla="*/ 1 w 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8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6"/>
                    <a:pt x="1" y="4"/>
                    <a:pt x="1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309">
              <a:extLst>
                <a:ext uri="{FF2B5EF4-FFF2-40B4-BE49-F238E27FC236}">
                  <a16:creationId xmlns:a16="http://schemas.microsoft.com/office/drawing/2014/main" id="{A976DD98-B045-4B89-B3BF-399DECE6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2974"/>
              <a:ext cx="477" cy="287"/>
            </a:xfrm>
            <a:custGeom>
              <a:avLst/>
              <a:gdLst>
                <a:gd name="T0" fmla="*/ 201 w 201"/>
                <a:gd name="T1" fmla="*/ 26 h 121"/>
                <a:gd name="T2" fmla="*/ 177 w 201"/>
                <a:gd name="T3" fmla="*/ 98 h 121"/>
                <a:gd name="T4" fmla="*/ 133 w 201"/>
                <a:gd name="T5" fmla="*/ 121 h 121"/>
                <a:gd name="T6" fmla="*/ 0 w 201"/>
                <a:gd name="T7" fmla="*/ 121 h 121"/>
                <a:gd name="T8" fmla="*/ 0 w 201"/>
                <a:gd name="T9" fmla="*/ 91 h 121"/>
                <a:gd name="T10" fmla="*/ 122 w 201"/>
                <a:gd name="T11" fmla="*/ 74 h 121"/>
                <a:gd name="T12" fmla="*/ 151 w 201"/>
                <a:gd name="T13" fmla="*/ 0 h 121"/>
                <a:gd name="T14" fmla="*/ 201 w 201"/>
                <a:gd name="T15" fmla="*/ 2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1" h="121">
                  <a:moveTo>
                    <a:pt x="201" y="26"/>
                  </a:moveTo>
                  <a:cubicBezTo>
                    <a:pt x="177" y="98"/>
                    <a:pt x="177" y="98"/>
                    <a:pt x="177" y="98"/>
                  </a:cubicBezTo>
                  <a:cubicBezTo>
                    <a:pt x="171" y="118"/>
                    <a:pt x="154" y="121"/>
                    <a:pt x="133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122" y="74"/>
                    <a:pt x="122" y="74"/>
                    <a:pt x="122" y="74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201" y="26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310">
              <a:extLst>
                <a:ext uri="{FF2B5EF4-FFF2-40B4-BE49-F238E27FC236}">
                  <a16:creationId xmlns:a16="http://schemas.microsoft.com/office/drawing/2014/main" id="{F17175CB-09A7-492F-BC94-1AC95341A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3112"/>
              <a:ext cx="194" cy="149"/>
            </a:xfrm>
            <a:custGeom>
              <a:avLst/>
              <a:gdLst>
                <a:gd name="T0" fmla="*/ 68 w 82"/>
                <a:gd name="T1" fmla="*/ 27 h 63"/>
                <a:gd name="T2" fmla="*/ 57 w 82"/>
                <a:gd name="T3" fmla="*/ 22 h 63"/>
                <a:gd name="T4" fmla="*/ 43 w 82"/>
                <a:gd name="T5" fmla="*/ 1 h 63"/>
                <a:gd name="T6" fmla="*/ 45 w 82"/>
                <a:gd name="T7" fmla="*/ 18 h 63"/>
                <a:gd name="T8" fmla="*/ 31 w 82"/>
                <a:gd name="T9" fmla="*/ 14 h 63"/>
                <a:gd name="T10" fmla="*/ 2 w 82"/>
                <a:gd name="T11" fmla="*/ 30 h 63"/>
                <a:gd name="T12" fmla="*/ 12 w 82"/>
                <a:gd name="T13" fmla="*/ 33 h 63"/>
                <a:gd name="T14" fmla="*/ 27 w 82"/>
                <a:gd name="T15" fmla="*/ 26 h 63"/>
                <a:gd name="T16" fmla="*/ 44 w 82"/>
                <a:gd name="T17" fmla="*/ 31 h 63"/>
                <a:gd name="T18" fmla="*/ 23 w 82"/>
                <a:gd name="T19" fmla="*/ 33 h 63"/>
                <a:gd name="T20" fmla="*/ 3 w 82"/>
                <a:gd name="T21" fmla="*/ 51 h 63"/>
                <a:gd name="T22" fmla="*/ 15 w 82"/>
                <a:gd name="T23" fmla="*/ 51 h 63"/>
                <a:gd name="T24" fmla="*/ 66 w 82"/>
                <a:gd name="T25" fmla="*/ 62 h 63"/>
                <a:gd name="T26" fmla="*/ 82 w 82"/>
                <a:gd name="T27" fmla="*/ 63 h 63"/>
                <a:gd name="T28" fmla="*/ 82 w 82"/>
                <a:gd name="T29" fmla="*/ 33 h 63"/>
                <a:gd name="T30" fmla="*/ 68 w 82"/>
                <a:gd name="T31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" h="63">
                  <a:moveTo>
                    <a:pt x="68" y="27"/>
                  </a:moveTo>
                  <a:cubicBezTo>
                    <a:pt x="57" y="22"/>
                    <a:pt x="57" y="22"/>
                    <a:pt x="57" y="22"/>
                  </a:cubicBezTo>
                  <a:cubicBezTo>
                    <a:pt x="57" y="22"/>
                    <a:pt x="46" y="0"/>
                    <a:pt x="43" y="1"/>
                  </a:cubicBezTo>
                  <a:cubicBezTo>
                    <a:pt x="41" y="2"/>
                    <a:pt x="40" y="8"/>
                    <a:pt x="45" y="18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0" y="28"/>
                    <a:pt x="2" y="30"/>
                  </a:cubicBezTo>
                  <a:cubicBezTo>
                    <a:pt x="3" y="32"/>
                    <a:pt x="5" y="37"/>
                    <a:pt x="12" y="33"/>
                  </a:cubicBezTo>
                  <a:cubicBezTo>
                    <a:pt x="19" y="30"/>
                    <a:pt x="27" y="26"/>
                    <a:pt x="27" y="26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9" y="56"/>
                    <a:pt x="15" y="51"/>
                  </a:cubicBezTo>
                  <a:cubicBezTo>
                    <a:pt x="66" y="62"/>
                    <a:pt x="66" y="62"/>
                    <a:pt x="66" y="62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311">
              <a:extLst>
                <a:ext uri="{FF2B5EF4-FFF2-40B4-BE49-F238E27FC236}">
                  <a16:creationId xmlns:a16="http://schemas.microsoft.com/office/drawing/2014/main" id="{29888053-3EF2-4A7C-A94B-B4EE65E8F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207"/>
              <a:ext cx="67" cy="26"/>
            </a:xfrm>
            <a:custGeom>
              <a:avLst/>
              <a:gdLst>
                <a:gd name="T0" fmla="*/ 0 w 28"/>
                <a:gd name="T1" fmla="*/ 11 h 11"/>
                <a:gd name="T2" fmla="*/ 3 w 28"/>
                <a:gd name="T3" fmla="*/ 8 h 11"/>
                <a:gd name="T4" fmla="*/ 7 w 28"/>
                <a:gd name="T5" fmla="*/ 5 h 11"/>
                <a:gd name="T6" fmla="*/ 12 w 28"/>
                <a:gd name="T7" fmla="*/ 3 h 11"/>
                <a:gd name="T8" fmla="*/ 28 w 28"/>
                <a:gd name="T9" fmla="*/ 1 h 11"/>
                <a:gd name="T10" fmla="*/ 12 w 28"/>
                <a:gd name="T11" fmla="*/ 2 h 11"/>
                <a:gd name="T12" fmla="*/ 6 w 28"/>
                <a:gd name="T13" fmla="*/ 3 h 11"/>
                <a:gd name="T14" fmla="*/ 2 w 28"/>
                <a:gd name="T15" fmla="*/ 7 h 11"/>
                <a:gd name="T16" fmla="*/ 0 w 28"/>
                <a:gd name="T1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1">
                  <a:moveTo>
                    <a:pt x="0" y="11"/>
                  </a:moveTo>
                  <a:cubicBezTo>
                    <a:pt x="0" y="11"/>
                    <a:pt x="1" y="10"/>
                    <a:pt x="3" y="8"/>
                  </a:cubicBezTo>
                  <a:cubicBezTo>
                    <a:pt x="4" y="7"/>
                    <a:pt x="5" y="6"/>
                    <a:pt x="7" y="5"/>
                  </a:cubicBezTo>
                  <a:cubicBezTo>
                    <a:pt x="8" y="4"/>
                    <a:pt x="10" y="3"/>
                    <a:pt x="12" y="3"/>
                  </a:cubicBezTo>
                  <a:cubicBezTo>
                    <a:pt x="21" y="2"/>
                    <a:pt x="28" y="1"/>
                    <a:pt x="28" y="1"/>
                  </a:cubicBezTo>
                  <a:cubicBezTo>
                    <a:pt x="28" y="0"/>
                    <a:pt x="21" y="1"/>
                    <a:pt x="12" y="2"/>
                  </a:cubicBezTo>
                  <a:cubicBezTo>
                    <a:pt x="10" y="2"/>
                    <a:pt x="8" y="2"/>
                    <a:pt x="6" y="3"/>
                  </a:cubicBezTo>
                  <a:cubicBezTo>
                    <a:pt x="4" y="4"/>
                    <a:pt x="3" y="6"/>
                    <a:pt x="2" y="7"/>
                  </a:cubicBezTo>
                  <a:cubicBezTo>
                    <a:pt x="0" y="9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312">
              <a:extLst>
                <a:ext uri="{FF2B5EF4-FFF2-40B4-BE49-F238E27FC236}">
                  <a16:creationId xmlns:a16="http://schemas.microsoft.com/office/drawing/2014/main" id="{7743E760-F0BE-4DE3-AB5A-E59B88A87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3228"/>
              <a:ext cx="41" cy="10"/>
            </a:xfrm>
            <a:custGeom>
              <a:avLst/>
              <a:gdLst>
                <a:gd name="T0" fmla="*/ 0 w 17"/>
                <a:gd name="T1" fmla="*/ 4 h 4"/>
                <a:gd name="T2" fmla="*/ 2 w 17"/>
                <a:gd name="T3" fmla="*/ 3 h 4"/>
                <a:gd name="T4" fmla="*/ 8 w 17"/>
                <a:gd name="T5" fmla="*/ 2 h 4"/>
                <a:gd name="T6" fmla="*/ 17 w 17"/>
                <a:gd name="T7" fmla="*/ 1 h 4"/>
                <a:gd name="T8" fmla="*/ 8 w 17"/>
                <a:gd name="T9" fmla="*/ 0 h 4"/>
                <a:gd name="T10" fmla="*/ 1 w 17"/>
                <a:gd name="T11" fmla="*/ 2 h 4"/>
                <a:gd name="T12" fmla="*/ 0 w 17"/>
                <a:gd name="T13" fmla="*/ 3 h 4"/>
                <a:gd name="T14" fmla="*/ 0 w 17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4">
                  <a:moveTo>
                    <a:pt x="0" y="4"/>
                  </a:moveTo>
                  <a:cubicBezTo>
                    <a:pt x="0" y="4"/>
                    <a:pt x="0" y="3"/>
                    <a:pt x="2" y="3"/>
                  </a:cubicBezTo>
                  <a:cubicBezTo>
                    <a:pt x="3" y="2"/>
                    <a:pt x="6" y="2"/>
                    <a:pt x="8" y="2"/>
                  </a:cubicBezTo>
                  <a:cubicBezTo>
                    <a:pt x="13" y="1"/>
                    <a:pt x="17" y="1"/>
                    <a:pt x="17" y="1"/>
                  </a:cubicBezTo>
                  <a:cubicBezTo>
                    <a:pt x="17" y="0"/>
                    <a:pt x="13" y="0"/>
                    <a:pt x="8" y="0"/>
                  </a:cubicBezTo>
                  <a:cubicBezTo>
                    <a:pt x="5" y="1"/>
                    <a:pt x="3" y="1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313">
              <a:extLst>
                <a:ext uri="{FF2B5EF4-FFF2-40B4-BE49-F238E27FC236}">
                  <a16:creationId xmlns:a16="http://schemas.microsoft.com/office/drawing/2014/main" id="{100D7F9D-2082-49EF-ABCE-5AC892EA8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653"/>
              <a:ext cx="629" cy="737"/>
            </a:xfrm>
            <a:custGeom>
              <a:avLst/>
              <a:gdLst>
                <a:gd name="T0" fmla="*/ 75 w 265"/>
                <a:gd name="T1" fmla="*/ 146 h 310"/>
                <a:gd name="T2" fmla="*/ 65 w 265"/>
                <a:gd name="T3" fmla="*/ 180 h 310"/>
                <a:gd name="T4" fmla="*/ 0 w 265"/>
                <a:gd name="T5" fmla="*/ 151 h 310"/>
                <a:gd name="T6" fmla="*/ 34 w 265"/>
                <a:gd name="T7" fmla="*/ 60 h 310"/>
                <a:gd name="T8" fmla="*/ 101 w 265"/>
                <a:gd name="T9" fmla="*/ 6 h 310"/>
                <a:gd name="T10" fmla="*/ 163 w 265"/>
                <a:gd name="T11" fmla="*/ 0 h 310"/>
                <a:gd name="T12" fmla="*/ 260 w 265"/>
                <a:gd name="T13" fmla="*/ 59 h 310"/>
                <a:gd name="T14" fmla="*/ 260 w 265"/>
                <a:gd name="T15" fmla="*/ 192 h 310"/>
                <a:gd name="T16" fmla="*/ 255 w 265"/>
                <a:gd name="T17" fmla="*/ 304 h 310"/>
                <a:gd name="T18" fmla="*/ 69 w 265"/>
                <a:gd name="T19" fmla="*/ 310 h 310"/>
                <a:gd name="T20" fmla="*/ 75 w 265"/>
                <a:gd name="T21" fmla="*/ 14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310">
                  <a:moveTo>
                    <a:pt x="75" y="146"/>
                  </a:moveTo>
                  <a:cubicBezTo>
                    <a:pt x="65" y="180"/>
                    <a:pt x="65" y="180"/>
                    <a:pt x="65" y="18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3" y="144"/>
                    <a:pt x="13" y="111"/>
                    <a:pt x="34" y="60"/>
                  </a:cubicBezTo>
                  <a:cubicBezTo>
                    <a:pt x="45" y="32"/>
                    <a:pt x="71" y="11"/>
                    <a:pt x="101" y="6"/>
                  </a:cubicBezTo>
                  <a:cubicBezTo>
                    <a:pt x="122" y="3"/>
                    <a:pt x="145" y="0"/>
                    <a:pt x="163" y="0"/>
                  </a:cubicBezTo>
                  <a:cubicBezTo>
                    <a:pt x="199" y="0"/>
                    <a:pt x="253" y="23"/>
                    <a:pt x="260" y="59"/>
                  </a:cubicBezTo>
                  <a:cubicBezTo>
                    <a:pt x="265" y="86"/>
                    <a:pt x="260" y="134"/>
                    <a:pt x="260" y="192"/>
                  </a:cubicBezTo>
                  <a:cubicBezTo>
                    <a:pt x="255" y="304"/>
                    <a:pt x="255" y="304"/>
                    <a:pt x="255" y="304"/>
                  </a:cubicBezTo>
                  <a:cubicBezTo>
                    <a:pt x="69" y="310"/>
                    <a:pt x="69" y="310"/>
                    <a:pt x="69" y="310"/>
                  </a:cubicBezTo>
                  <a:cubicBezTo>
                    <a:pt x="75" y="146"/>
                    <a:pt x="75" y="146"/>
                    <a:pt x="75" y="146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314">
              <a:extLst>
                <a:ext uri="{FF2B5EF4-FFF2-40B4-BE49-F238E27FC236}">
                  <a16:creationId xmlns:a16="http://schemas.microsoft.com/office/drawing/2014/main" id="{46FA664F-AF99-4238-9C72-673B05311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3375"/>
              <a:ext cx="270" cy="34"/>
            </a:xfrm>
            <a:custGeom>
              <a:avLst/>
              <a:gdLst>
                <a:gd name="T0" fmla="*/ 114 w 114"/>
                <a:gd name="T1" fmla="*/ 0 h 14"/>
                <a:gd name="T2" fmla="*/ 0 w 114"/>
                <a:gd name="T3" fmla="*/ 4 h 14"/>
                <a:gd name="T4" fmla="*/ 0 w 114"/>
                <a:gd name="T5" fmla="*/ 8 h 14"/>
                <a:gd name="T6" fmla="*/ 112 w 114"/>
                <a:gd name="T7" fmla="*/ 14 h 14"/>
                <a:gd name="T8" fmla="*/ 114 w 114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4">
                  <a:moveTo>
                    <a:pt x="11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114" y="0"/>
                    <a:pt x="114" y="0"/>
                    <a:pt x="114" y="0"/>
                  </a:cubicBezTo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315">
              <a:extLst>
                <a:ext uri="{FF2B5EF4-FFF2-40B4-BE49-F238E27FC236}">
                  <a16:creationId xmlns:a16="http://schemas.microsoft.com/office/drawing/2014/main" id="{66800656-3477-4D5A-8482-E6BAFBD19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3043"/>
              <a:ext cx="327" cy="342"/>
            </a:xfrm>
            <a:custGeom>
              <a:avLst/>
              <a:gdLst>
                <a:gd name="T0" fmla="*/ 54 w 138"/>
                <a:gd name="T1" fmla="*/ 0 h 144"/>
                <a:gd name="T2" fmla="*/ 28 w 138"/>
                <a:gd name="T3" fmla="*/ 7 h 144"/>
                <a:gd name="T4" fmla="*/ 13 w 138"/>
                <a:gd name="T5" fmla="*/ 36 h 144"/>
                <a:gd name="T6" fmla="*/ 0 w 138"/>
                <a:gd name="T7" fmla="*/ 144 h 144"/>
                <a:gd name="T8" fmla="*/ 114 w 138"/>
                <a:gd name="T9" fmla="*/ 140 h 144"/>
                <a:gd name="T10" fmla="*/ 138 w 138"/>
                <a:gd name="T11" fmla="*/ 2 h 144"/>
                <a:gd name="T12" fmla="*/ 116 w 138"/>
                <a:gd name="T13" fmla="*/ 4 h 144"/>
                <a:gd name="T14" fmla="*/ 69 w 138"/>
                <a:gd name="T15" fmla="*/ 1 h 144"/>
                <a:gd name="T16" fmla="*/ 54 w 138"/>
                <a:gd name="T1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" h="144">
                  <a:moveTo>
                    <a:pt x="54" y="0"/>
                  </a:moveTo>
                  <a:cubicBezTo>
                    <a:pt x="45" y="0"/>
                    <a:pt x="36" y="2"/>
                    <a:pt x="28" y="7"/>
                  </a:cubicBezTo>
                  <a:cubicBezTo>
                    <a:pt x="20" y="14"/>
                    <a:pt x="16" y="26"/>
                    <a:pt x="13" y="36"/>
                  </a:cubicBezTo>
                  <a:cubicBezTo>
                    <a:pt x="4" y="77"/>
                    <a:pt x="2" y="104"/>
                    <a:pt x="0" y="144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38" y="2"/>
                    <a:pt x="138" y="2"/>
                    <a:pt x="138" y="2"/>
                  </a:cubicBezTo>
                  <a:cubicBezTo>
                    <a:pt x="131" y="4"/>
                    <a:pt x="124" y="4"/>
                    <a:pt x="116" y="4"/>
                  </a:cubicBezTo>
                  <a:cubicBezTo>
                    <a:pt x="101" y="4"/>
                    <a:pt x="85" y="2"/>
                    <a:pt x="69" y="1"/>
                  </a:cubicBezTo>
                  <a:cubicBezTo>
                    <a:pt x="64" y="1"/>
                    <a:pt x="59" y="0"/>
                    <a:pt x="54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316">
              <a:extLst>
                <a:ext uri="{FF2B5EF4-FFF2-40B4-BE49-F238E27FC236}">
                  <a16:creationId xmlns:a16="http://schemas.microsoft.com/office/drawing/2014/main" id="{019CE528-3700-4252-84A8-A44A9E568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2713"/>
              <a:ext cx="60" cy="282"/>
            </a:xfrm>
            <a:custGeom>
              <a:avLst/>
              <a:gdLst>
                <a:gd name="T0" fmla="*/ 0 w 25"/>
                <a:gd name="T1" fmla="*/ 0 h 119"/>
                <a:gd name="T2" fmla="*/ 5 w 25"/>
                <a:gd name="T3" fmla="*/ 1 h 119"/>
                <a:gd name="T4" fmla="*/ 16 w 25"/>
                <a:gd name="T5" fmla="*/ 10 h 119"/>
                <a:gd name="T6" fmla="*/ 22 w 25"/>
                <a:gd name="T7" fmla="*/ 29 h 119"/>
                <a:gd name="T8" fmla="*/ 21 w 25"/>
                <a:gd name="T9" fmla="*/ 55 h 119"/>
                <a:gd name="T10" fmla="*/ 10 w 25"/>
                <a:gd name="T11" fmla="*/ 100 h 119"/>
                <a:gd name="T12" fmla="*/ 6 w 25"/>
                <a:gd name="T13" fmla="*/ 114 h 119"/>
                <a:gd name="T14" fmla="*/ 5 w 25"/>
                <a:gd name="T15" fmla="*/ 119 h 119"/>
                <a:gd name="T16" fmla="*/ 7 w 25"/>
                <a:gd name="T17" fmla="*/ 114 h 119"/>
                <a:gd name="T18" fmla="*/ 11 w 25"/>
                <a:gd name="T19" fmla="*/ 101 h 119"/>
                <a:gd name="T20" fmla="*/ 22 w 25"/>
                <a:gd name="T21" fmla="*/ 55 h 119"/>
                <a:gd name="T22" fmla="*/ 24 w 25"/>
                <a:gd name="T23" fmla="*/ 29 h 119"/>
                <a:gd name="T24" fmla="*/ 17 w 25"/>
                <a:gd name="T25" fmla="*/ 9 h 119"/>
                <a:gd name="T26" fmla="*/ 6 w 25"/>
                <a:gd name="T27" fmla="*/ 1 h 119"/>
                <a:gd name="T28" fmla="*/ 2 w 25"/>
                <a:gd name="T29" fmla="*/ 0 h 119"/>
                <a:gd name="T30" fmla="*/ 0 w 25"/>
                <a:gd name="T31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119">
                  <a:moveTo>
                    <a:pt x="0" y="0"/>
                  </a:moveTo>
                  <a:cubicBezTo>
                    <a:pt x="0" y="0"/>
                    <a:pt x="2" y="0"/>
                    <a:pt x="5" y="1"/>
                  </a:cubicBezTo>
                  <a:cubicBezTo>
                    <a:pt x="8" y="2"/>
                    <a:pt x="13" y="5"/>
                    <a:pt x="16" y="10"/>
                  </a:cubicBezTo>
                  <a:cubicBezTo>
                    <a:pt x="20" y="15"/>
                    <a:pt x="22" y="21"/>
                    <a:pt x="22" y="29"/>
                  </a:cubicBezTo>
                  <a:cubicBezTo>
                    <a:pt x="23" y="37"/>
                    <a:pt x="22" y="46"/>
                    <a:pt x="21" y="55"/>
                  </a:cubicBezTo>
                  <a:cubicBezTo>
                    <a:pt x="18" y="73"/>
                    <a:pt x="13" y="89"/>
                    <a:pt x="10" y="100"/>
                  </a:cubicBezTo>
                  <a:cubicBezTo>
                    <a:pt x="9" y="106"/>
                    <a:pt x="7" y="111"/>
                    <a:pt x="6" y="114"/>
                  </a:cubicBezTo>
                  <a:cubicBezTo>
                    <a:pt x="5" y="117"/>
                    <a:pt x="5" y="119"/>
                    <a:pt x="5" y="119"/>
                  </a:cubicBezTo>
                  <a:cubicBezTo>
                    <a:pt x="5" y="119"/>
                    <a:pt x="6" y="118"/>
                    <a:pt x="7" y="114"/>
                  </a:cubicBezTo>
                  <a:cubicBezTo>
                    <a:pt x="8" y="111"/>
                    <a:pt x="9" y="107"/>
                    <a:pt x="11" y="101"/>
                  </a:cubicBezTo>
                  <a:cubicBezTo>
                    <a:pt x="15" y="89"/>
                    <a:pt x="19" y="73"/>
                    <a:pt x="22" y="55"/>
                  </a:cubicBezTo>
                  <a:cubicBezTo>
                    <a:pt x="23" y="46"/>
                    <a:pt x="25" y="37"/>
                    <a:pt x="24" y="29"/>
                  </a:cubicBezTo>
                  <a:cubicBezTo>
                    <a:pt x="23" y="21"/>
                    <a:pt x="21" y="14"/>
                    <a:pt x="17" y="9"/>
                  </a:cubicBezTo>
                  <a:cubicBezTo>
                    <a:pt x="13" y="4"/>
                    <a:pt x="9" y="2"/>
                    <a:pt x="6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317">
              <a:extLst>
                <a:ext uri="{FF2B5EF4-FFF2-40B4-BE49-F238E27FC236}">
                  <a16:creationId xmlns:a16="http://schemas.microsoft.com/office/drawing/2014/main" id="{46687F7D-6CA7-4BEA-B8E5-64B356F2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991"/>
              <a:ext cx="157" cy="71"/>
            </a:xfrm>
            <a:custGeom>
              <a:avLst/>
              <a:gdLst>
                <a:gd name="T0" fmla="*/ 0 w 66"/>
                <a:gd name="T1" fmla="*/ 0 h 30"/>
                <a:gd name="T2" fmla="*/ 9 w 66"/>
                <a:gd name="T3" fmla="*/ 5 h 30"/>
                <a:gd name="T4" fmla="*/ 32 w 66"/>
                <a:gd name="T5" fmla="*/ 16 h 30"/>
                <a:gd name="T6" fmla="*/ 56 w 66"/>
                <a:gd name="T7" fmla="*/ 26 h 30"/>
                <a:gd name="T8" fmla="*/ 66 w 66"/>
                <a:gd name="T9" fmla="*/ 30 h 30"/>
                <a:gd name="T10" fmla="*/ 56 w 66"/>
                <a:gd name="T11" fmla="*/ 25 h 30"/>
                <a:gd name="T12" fmla="*/ 33 w 66"/>
                <a:gd name="T13" fmla="*/ 15 h 30"/>
                <a:gd name="T14" fmla="*/ 10 w 66"/>
                <a:gd name="T15" fmla="*/ 4 h 30"/>
                <a:gd name="T16" fmla="*/ 0 w 66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30">
                  <a:moveTo>
                    <a:pt x="0" y="0"/>
                  </a:moveTo>
                  <a:cubicBezTo>
                    <a:pt x="0" y="0"/>
                    <a:pt x="4" y="2"/>
                    <a:pt x="9" y="5"/>
                  </a:cubicBezTo>
                  <a:cubicBezTo>
                    <a:pt x="15" y="8"/>
                    <a:pt x="23" y="12"/>
                    <a:pt x="32" y="16"/>
                  </a:cubicBezTo>
                  <a:cubicBezTo>
                    <a:pt x="41" y="20"/>
                    <a:pt x="50" y="24"/>
                    <a:pt x="56" y="26"/>
                  </a:cubicBezTo>
                  <a:cubicBezTo>
                    <a:pt x="62" y="29"/>
                    <a:pt x="65" y="30"/>
                    <a:pt x="66" y="30"/>
                  </a:cubicBezTo>
                  <a:cubicBezTo>
                    <a:pt x="66" y="29"/>
                    <a:pt x="62" y="28"/>
                    <a:pt x="56" y="25"/>
                  </a:cubicBezTo>
                  <a:cubicBezTo>
                    <a:pt x="50" y="23"/>
                    <a:pt x="42" y="19"/>
                    <a:pt x="33" y="15"/>
                  </a:cubicBezTo>
                  <a:cubicBezTo>
                    <a:pt x="24" y="11"/>
                    <a:pt x="16" y="7"/>
                    <a:pt x="10" y="4"/>
                  </a:cubicBezTo>
                  <a:cubicBezTo>
                    <a:pt x="4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318">
              <a:extLst>
                <a:ext uri="{FF2B5EF4-FFF2-40B4-BE49-F238E27FC236}">
                  <a16:creationId xmlns:a16="http://schemas.microsoft.com/office/drawing/2014/main" id="{FCC5D459-5DB2-4B3F-87E7-E40B533B2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3409"/>
              <a:ext cx="600" cy="874"/>
            </a:xfrm>
            <a:custGeom>
              <a:avLst/>
              <a:gdLst>
                <a:gd name="T0" fmla="*/ 44 w 253"/>
                <a:gd name="T1" fmla="*/ 0 h 368"/>
                <a:gd name="T2" fmla="*/ 16 w 253"/>
                <a:gd name="T3" fmla="*/ 89 h 368"/>
                <a:gd name="T4" fmla="*/ 178 w 253"/>
                <a:gd name="T5" fmla="*/ 368 h 368"/>
                <a:gd name="T6" fmla="*/ 253 w 253"/>
                <a:gd name="T7" fmla="*/ 322 h 368"/>
                <a:gd name="T8" fmla="*/ 127 w 253"/>
                <a:gd name="T9" fmla="*/ 71 h 368"/>
                <a:gd name="T10" fmla="*/ 219 w 253"/>
                <a:gd name="T11" fmla="*/ 12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" h="368">
                  <a:moveTo>
                    <a:pt x="44" y="0"/>
                  </a:moveTo>
                  <a:cubicBezTo>
                    <a:pt x="12" y="18"/>
                    <a:pt x="0" y="57"/>
                    <a:pt x="16" y="89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253" y="322"/>
                    <a:pt x="253" y="322"/>
                    <a:pt x="253" y="322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219" y="12"/>
                    <a:pt x="219" y="12"/>
                    <a:pt x="219" y="12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319">
              <a:extLst>
                <a:ext uri="{FF2B5EF4-FFF2-40B4-BE49-F238E27FC236}">
                  <a16:creationId xmlns:a16="http://schemas.microsoft.com/office/drawing/2014/main" id="{D6AF8FB7-A585-4C3F-8484-61D12D173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3378"/>
              <a:ext cx="681" cy="933"/>
            </a:xfrm>
            <a:custGeom>
              <a:avLst/>
              <a:gdLst>
                <a:gd name="T0" fmla="*/ 287 w 287"/>
                <a:gd name="T1" fmla="*/ 0 h 393"/>
                <a:gd name="T2" fmla="*/ 64 w 287"/>
                <a:gd name="T3" fmla="*/ 8 h 393"/>
                <a:gd name="T4" fmla="*/ 0 w 287"/>
                <a:gd name="T5" fmla="*/ 75 h 393"/>
                <a:gd name="T6" fmla="*/ 10 w 287"/>
                <a:gd name="T7" fmla="*/ 393 h 393"/>
                <a:gd name="T8" fmla="*/ 103 w 287"/>
                <a:gd name="T9" fmla="*/ 392 h 393"/>
                <a:gd name="T10" fmla="*/ 100 w 287"/>
                <a:gd name="T11" fmla="*/ 92 h 393"/>
                <a:gd name="T12" fmla="*/ 287 w 287"/>
                <a:gd name="T13" fmla="*/ 87 h 393"/>
                <a:gd name="T14" fmla="*/ 287 w 287"/>
                <a:gd name="T1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7" h="393">
                  <a:moveTo>
                    <a:pt x="287" y="0"/>
                  </a:moveTo>
                  <a:cubicBezTo>
                    <a:pt x="64" y="8"/>
                    <a:pt x="64" y="8"/>
                    <a:pt x="64" y="8"/>
                  </a:cubicBezTo>
                  <a:cubicBezTo>
                    <a:pt x="28" y="9"/>
                    <a:pt x="0" y="39"/>
                    <a:pt x="0" y="75"/>
                  </a:cubicBezTo>
                  <a:cubicBezTo>
                    <a:pt x="10" y="393"/>
                    <a:pt x="10" y="393"/>
                    <a:pt x="10" y="393"/>
                  </a:cubicBezTo>
                  <a:cubicBezTo>
                    <a:pt x="103" y="392"/>
                    <a:pt x="103" y="392"/>
                    <a:pt x="103" y="392"/>
                  </a:cubicBezTo>
                  <a:cubicBezTo>
                    <a:pt x="100" y="92"/>
                    <a:pt x="100" y="92"/>
                    <a:pt x="100" y="92"/>
                  </a:cubicBezTo>
                  <a:cubicBezTo>
                    <a:pt x="287" y="87"/>
                    <a:pt x="287" y="87"/>
                    <a:pt x="287" y="87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320">
              <a:extLst>
                <a:ext uri="{FF2B5EF4-FFF2-40B4-BE49-F238E27FC236}">
                  <a16:creationId xmlns:a16="http://schemas.microsoft.com/office/drawing/2014/main" id="{5EF896C0-87DB-456A-9925-D06077DCF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622"/>
              <a:ext cx="7" cy="687"/>
            </a:xfrm>
            <a:custGeom>
              <a:avLst/>
              <a:gdLst>
                <a:gd name="T0" fmla="*/ 0 w 3"/>
                <a:gd name="T1" fmla="*/ 0 h 289"/>
                <a:gd name="T2" fmla="*/ 0 w 3"/>
                <a:gd name="T3" fmla="*/ 3 h 289"/>
                <a:gd name="T4" fmla="*/ 1 w 3"/>
                <a:gd name="T5" fmla="*/ 11 h 289"/>
                <a:gd name="T6" fmla="*/ 2 w 3"/>
                <a:gd name="T7" fmla="*/ 42 h 289"/>
                <a:gd name="T8" fmla="*/ 3 w 3"/>
                <a:gd name="T9" fmla="*/ 145 h 289"/>
                <a:gd name="T10" fmla="*/ 3 w 3"/>
                <a:gd name="T11" fmla="*/ 247 h 289"/>
                <a:gd name="T12" fmla="*/ 3 w 3"/>
                <a:gd name="T13" fmla="*/ 278 h 289"/>
                <a:gd name="T14" fmla="*/ 3 w 3"/>
                <a:gd name="T15" fmla="*/ 286 h 289"/>
                <a:gd name="T16" fmla="*/ 3 w 3"/>
                <a:gd name="T17" fmla="*/ 289 h 289"/>
                <a:gd name="T18" fmla="*/ 3 w 3"/>
                <a:gd name="T19" fmla="*/ 286 h 289"/>
                <a:gd name="T20" fmla="*/ 3 w 3"/>
                <a:gd name="T21" fmla="*/ 278 h 289"/>
                <a:gd name="T22" fmla="*/ 2 w 3"/>
                <a:gd name="T23" fmla="*/ 247 h 289"/>
                <a:gd name="T24" fmla="*/ 1 w 3"/>
                <a:gd name="T25" fmla="*/ 145 h 289"/>
                <a:gd name="T26" fmla="*/ 0 w 3"/>
                <a:gd name="T27" fmla="*/ 42 h 289"/>
                <a:gd name="T28" fmla="*/ 0 w 3"/>
                <a:gd name="T29" fmla="*/ 11 h 289"/>
                <a:gd name="T30" fmla="*/ 0 w 3"/>
                <a:gd name="T31" fmla="*/ 3 h 289"/>
                <a:gd name="T32" fmla="*/ 0 w 3"/>
                <a:gd name="T33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" h="289">
                  <a:moveTo>
                    <a:pt x="0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5"/>
                    <a:pt x="1" y="8"/>
                    <a:pt x="1" y="11"/>
                  </a:cubicBezTo>
                  <a:cubicBezTo>
                    <a:pt x="1" y="19"/>
                    <a:pt x="1" y="29"/>
                    <a:pt x="2" y="42"/>
                  </a:cubicBezTo>
                  <a:cubicBezTo>
                    <a:pt x="2" y="68"/>
                    <a:pt x="2" y="105"/>
                    <a:pt x="3" y="145"/>
                  </a:cubicBezTo>
                  <a:cubicBezTo>
                    <a:pt x="3" y="185"/>
                    <a:pt x="3" y="221"/>
                    <a:pt x="3" y="247"/>
                  </a:cubicBezTo>
                  <a:cubicBezTo>
                    <a:pt x="3" y="260"/>
                    <a:pt x="3" y="270"/>
                    <a:pt x="3" y="278"/>
                  </a:cubicBezTo>
                  <a:cubicBezTo>
                    <a:pt x="3" y="282"/>
                    <a:pt x="3" y="284"/>
                    <a:pt x="3" y="286"/>
                  </a:cubicBezTo>
                  <a:cubicBezTo>
                    <a:pt x="3" y="288"/>
                    <a:pt x="3" y="289"/>
                    <a:pt x="3" y="289"/>
                  </a:cubicBezTo>
                  <a:cubicBezTo>
                    <a:pt x="3" y="289"/>
                    <a:pt x="3" y="288"/>
                    <a:pt x="3" y="286"/>
                  </a:cubicBezTo>
                  <a:cubicBezTo>
                    <a:pt x="3" y="284"/>
                    <a:pt x="3" y="282"/>
                    <a:pt x="3" y="278"/>
                  </a:cubicBezTo>
                  <a:cubicBezTo>
                    <a:pt x="2" y="271"/>
                    <a:pt x="2" y="260"/>
                    <a:pt x="2" y="247"/>
                  </a:cubicBezTo>
                  <a:cubicBezTo>
                    <a:pt x="1" y="221"/>
                    <a:pt x="1" y="185"/>
                    <a:pt x="1" y="145"/>
                  </a:cubicBezTo>
                  <a:cubicBezTo>
                    <a:pt x="0" y="105"/>
                    <a:pt x="0" y="69"/>
                    <a:pt x="0" y="42"/>
                  </a:cubicBezTo>
                  <a:cubicBezTo>
                    <a:pt x="0" y="29"/>
                    <a:pt x="0" y="19"/>
                    <a:pt x="0" y="11"/>
                  </a:cubicBezTo>
                  <a:cubicBezTo>
                    <a:pt x="0" y="8"/>
                    <a:pt x="0" y="5"/>
                    <a:pt x="0" y="3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321">
              <a:extLst>
                <a:ext uri="{FF2B5EF4-FFF2-40B4-BE49-F238E27FC236}">
                  <a16:creationId xmlns:a16="http://schemas.microsoft.com/office/drawing/2014/main" id="{C95AD265-F911-4D67-8AF3-5A3FC8364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2898"/>
              <a:ext cx="793" cy="755"/>
            </a:xfrm>
            <a:custGeom>
              <a:avLst/>
              <a:gdLst>
                <a:gd name="T0" fmla="*/ 285 w 334"/>
                <a:gd name="T1" fmla="*/ 0 h 318"/>
                <a:gd name="T2" fmla="*/ 218 w 334"/>
                <a:gd name="T3" fmla="*/ 0 h 318"/>
                <a:gd name="T4" fmla="*/ 169 w 334"/>
                <a:gd name="T5" fmla="*/ 49 h 318"/>
                <a:gd name="T6" fmla="*/ 169 w 334"/>
                <a:gd name="T7" fmla="*/ 284 h 318"/>
                <a:gd name="T8" fmla="*/ 34 w 334"/>
                <a:gd name="T9" fmla="*/ 284 h 318"/>
                <a:gd name="T10" fmla="*/ 0 w 334"/>
                <a:gd name="T11" fmla="*/ 318 h 318"/>
                <a:gd name="T12" fmla="*/ 307 w 334"/>
                <a:gd name="T13" fmla="*/ 318 h 318"/>
                <a:gd name="T14" fmla="*/ 307 w 334"/>
                <a:gd name="T15" fmla="*/ 318 h 318"/>
                <a:gd name="T16" fmla="*/ 334 w 334"/>
                <a:gd name="T17" fmla="*/ 290 h 318"/>
                <a:gd name="T18" fmla="*/ 334 w 334"/>
                <a:gd name="T19" fmla="*/ 49 h 318"/>
                <a:gd name="T20" fmla="*/ 285 w 334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" h="318">
                  <a:moveTo>
                    <a:pt x="285" y="0"/>
                  </a:moveTo>
                  <a:cubicBezTo>
                    <a:pt x="218" y="0"/>
                    <a:pt x="218" y="0"/>
                    <a:pt x="218" y="0"/>
                  </a:cubicBezTo>
                  <a:cubicBezTo>
                    <a:pt x="191" y="0"/>
                    <a:pt x="169" y="22"/>
                    <a:pt x="169" y="49"/>
                  </a:cubicBezTo>
                  <a:cubicBezTo>
                    <a:pt x="169" y="284"/>
                    <a:pt x="169" y="284"/>
                    <a:pt x="169" y="284"/>
                  </a:cubicBezTo>
                  <a:cubicBezTo>
                    <a:pt x="34" y="284"/>
                    <a:pt x="34" y="284"/>
                    <a:pt x="34" y="284"/>
                  </a:cubicBezTo>
                  <a:cubicBezTo>
                    <a:pt x="16" y="284"/>
                    <a:pt x="0" y="299"/>
                    <a:pt x="0" y="318"/>
                  </a:cubicBezTo>
                  <a:cubicBezTo>
                    <a:pt x="307" y="318"/>
                    <a:pt x="307" y="318"/>
                    <a:pt x="307" y="318"/>
                  </a:cubicBezTo>
                  <a:cubicBezTo>
                    <a:pt x="307" y="318"/>
                    <a:pt x="307" y="318"/>
                    <a:pt x="307" y="318"/>
                  </a:cubicBezTo>
                  <a:cubicBezTo>
                    <a:pt x="322" y="317"/>
                    <a:pt x="334" y="305"/>
                    <a:pt x="334" y="290"/>
                  </a:cubicBezTo>
                  <a:cubicBezTo>
                    <a:pt x="334" y="49"/>
                    <a:pt x="334" y="49"/>
                    <a:pt x="334" y="49"/>
                  </a:cubicBezTo>
                  <a:cubicBezTo>
                    <a:pt x="334" y="22"/>
                    <a:pt x="312" y="0"/>
                    <a:pt x="2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322">
              <a:extLst>
                <a:ext uri="{FF2B5EF4-FFF2-40B4-BE49-F238E27FC236}">
                  <a16:creationId xmlns:a16="http://schemas.microsoft.com/office/drawing/2014/main" id="{7E2C1050-9C6F-4B2B-9EEE-F6E4E9450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2917"/>
              <a:ext cx="5" cy="732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323">
              <a:extLst>
                <a:ext uri="{FF2B5EF4-FFF2-40B4-BE49-F238E27FC236}">
                  <a16:creationId xmlns:a16="http://schemas.microsoft.com/office/drawing/2014/main" id="{9D8AB8C5-7BD7-4B6A-8D07-F01485F6C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653"/>
              <a:ext cx="463" cy="725"/>
            </a:xfrm>
            <a:custGeom>
              <a:avLst/>
              <a:gdLst>
                <a:gd name="T0" fmla="*/ 105 w 195"/>
                <a:gd name="T1" fmla="*/ 246 h 305"/>
                <a:gd name="T2" fmla="*/ 105 w 195"/>
                <a:gd name="T3" fmla="*/ 0 h 305"/>
                <a:gd name="T4" fmla="*/ 83 w 195"/>
                <a:gd name="T5" fmla="*/ 0 h 305"/>
                <a:gd name="T6" fmla="*/ 83 w 195"/>
                <a:gd name="T7" fmla="*/ 246 h 305"/>
                <a:gd name="T8" fmla="*/ 0 w 195"/>
                <a:gd name="T9" fmla="*/ 305 h 305"/>
                <a:gd name="T10" fmla="*/ 195 w 195"/>
                <a:gd name="T11" fmla="*/ 305 h 305"/>
                <a:gd name="T12" fmla="*/ 105 w 195"/>
                <a:gd name="T13" fmla="*/ 246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305">
                  <a:moveTo>
                    <a:pt x="105" y="246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246"/>
                    <a:pt x="83" y="246"/>
                    <a:pt x="83" y="246"/>
                  </a:cubicBezTo>
                  <a:cubicBezTo>
                    <a:pt x="70" y="273"/>
                    <a:pt x="38" y="290"/>
                    <a:pt x="0" y="305"/>
                  </a:cubicBezTo>
                  <a:cubicBezTo>
                    <a:pt x="195" y="305"/>
                    <a:pt x="195" y="305"/>
                    <a:pt x="195" y="305"/>
                  </a:cubicBezTo>
                  <a:cubicBezTo>
                    <a:pt x="155" y="289"/>
                    <a:pt x="120" y="277"/>
                    <a:pt x="105" y="246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324">
              <a:extLst>
                <a:ext uri="{FF2B5EF4-FFF2-40B4-BE49-F238E27FC236}">
                  <a16:creationId xmlns:a16="http://schemas.microsoft.com/office/drawing/2014/main" id="{0306C1CD-1B7F-425A-A329-CCFC7B17C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775"/>
              <a:ext cx="178" cy="1387"/>
            </a:xfrm>
            <a:custGeom>
              <a:avLst/>
              <a:gdLst>
                <a:gd name="T0" fmla="*/ 61 w 75"/>
                <a:gd name="T1" fmla="*/ 584 h 584"/>
                <a:gd name="T2" fmla="*/ 61 w 75"/>
                <a:gd name="T3" fmla="*/ 583 h 584"/>
                <a:gd name="T4" fmla="*/ 63 w 75"/>
                <a:gd name="T5" fmla="*/ 579 h 584"/>
                <a:gd name="T6" fmla="*/ 69 w 75"/>
                <a:gd name="T7" fmla="*/ 562 h 584"/>
                <a:gd name="T8" fmla="*/ 68 w 75"/>
                <a:gd name="T9" fmla="*/ 497 h 584"/>
                <a:gd name="T10" fmla="*/ 57 w 75"/>
                <a:gd name="T11" fmla="*/ 454 h 584"/>
                <a:gd name="T12" fmla="*/ 41 w 75"/>
                <a:gd name="T13" fmla="*/ 405 h 584"/>
                <a:gd name="T14" fmla="*/ 33 w 75"/>
                <a:gd name="T15" fmla="*/ 348 h 584"/>
                <a:gd name="T16" fmla="*/ 46 w 75"/>
                <a:gd name="T17" fmla="*/ 288 h 584"/>
                <a:gd name="T18" fmla="*/ 61 w 75"/>
                <a:gd name="T19" fmla="*/ 229 h 584"/>
                <a:gd name="T20" fmla="*/ 51 w 75"/>
                <a:gd name="T21" fmla="*/ 174 h 584"/>
                <a:gd name="T22" fmla="*/ 23 w 75"/>
                <a:gd name="T23" fmla="*/ 130 h 584"/>
                <a:gd name="T24" fmla="*/ 6 w 75"/>
                <a:gd name="T25" fmla="*/ 88 h 584"/>
                <a:gd name="T26" fmla="*/ 5 w 75"/>
                <a:gd name="T27" fmla="*/ 23 h 584"/>
                <a:gd name="T28" fmla="*/ 12 w 75"/>
                <a:gd name="T29" fmla="*/ 0 h 584"/>
                <a:gd name="T30" fmla="*/ 12 w 75"/>
                <a:gd name="T31" fmla="*/ 1 h 584"/>
                <a:gd name="T32" fmla="*/ 10 w 75"/>
                <a:gd name="T33" fmla="*/ 6 h 584"/>
                <a:gd name="T34" fmla="*/ 6 w 75"/>
                <a:gd name="T35" fmla="*/ 23 h 584"/>
                <a:gd name="T36" fmla="*/ 8 w 75"/>
                <a:gd name="T37" fmla="*/ 88 h 584"/>
                <a:gd name="T38" fmla="*/ 24 w 75"/>
                <a:gd name="T39" fmla="*/ 129 h 584"/>
                <a:gd name="T40" fmla="*/ 52 w 75"/>
                <a:gd name="T41" fmla="*/ 173 h 584"/>
                <a:gd name="T42" fmla="*/ 63 w 75"/>
                <a:gd name="T43" fmla="*/ 229 h 584"/>
                <a:gd name="T44" fmla="*/ 48 w 75"/>
                <a:gd name="T45" fmla="*/ 288 h 584"/>
                <a:gd name="T46" fmla="*/ 35 w 75"/>
                <a:gd name="T47" fmla="*/ 348 h 584"/>
                <a:gd name="T48" fmla="*/ 43 w 75"/>
                <a:gd name="T49" fmla="*/ 404 h 584"/>
                <a:gd name="T50" fmla="*/ 58 w 75"/>
                <a:gd name="T51" fmla="*/ 454 h 584"/>
                <a:gd name="T52" fmla="*/ 70 w 75"/>
                <a:gd name="T53" fmla="*/ 497 h 584"/>
                <a:gd name="T54" fmla="*/ 70 w 75"/>
                <a:gd name="T55" fmla="*/ 562 h 584"/>
                <a:gd name="T56" fmla="*/ 64 w 75"/>
                <a:gd name="T57" fmla="*/ 579 h 584"/>
                <a:gd name="T58" fmla="*/ 61 w 75"/>
                <a:gd name="T59" fmla="*/ 583 h 584"/>
                <a:gd name="T60" fmla="*/ 61 w 75"/>
                <a:gd name="T61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584">
                  <a:moveTo>
                    <a:pt x="61" y="584"/>
                  </a:moveTo>
                  <a:cubicBezTo>
                    <a:pt x="61" y="584"/>
                    <a:pt x="61" y="584"/>
                    <a:pt x="61" y="583"/>
                  </a:cubicBezTo>
                  <a:cubicBezTo>
                    <a:pt x="62" y="582"/>
                    <a:pt x="62" y="581"/>
                    <a:pt x="63" y="579"/>
                  </a:cubicBezTo>
                  <a:cubicBezTo>
                    <a:pt x="65" y="575"/>
                    <a:pt x="67" y="570"/>
                    <a:pt x="69" y="562"/>
                  </a:cubicBezTo>
                  <a:cubicBezTo>
                    <a:pt x="73" y="547"/>
                    <a:pt x="74" y="524"/>
                    <a:pt x="68" y="497"/>
                  </a:cubicBezTo>
                  <a:cubicBezTo>
                    <a:pt x="66" y="484"/>
                    <a:pt x="62" y="469"/>
                    <a:pt x="57" y="454"/>
                  </a:cubicBezTo>
                  <a:cubicBezTo>
                    <a:pt x="51" y="439"/>
                    <a:pt x="46" y="422"/>
                    <a:pt x="41" y="405"/>
                  </a:cubicBezTo>
                  <a:cubicBezTo>
                    <a:pt x="36" y="387"/>
                    <a:pt x="32" y="368"/>
                    <a:pt x="33" y="348"/>
                  </a:cubicBezTo>
                  <a:cubicBezTo>
                    <a:pt x="34" y="328"/>
                    <a:pt x="40" y="308"/>
                    <a:pt x="46" y="288"/>
                  </a:cubicBezTo>
                  <a:cubicBezTo>
                    <a:pt x="53" y="268"/>
                    <a:pt x="59" y="248"/>
                    <a:pt x="61" y="229"/>
                  </a:cubicBezTo>
                  <a:cubicBezTo>
                    <a:pt x="64" y="209"/>
                    <a:pt x="60" y="190"/>
                    <a:pt x="51" y="174"/>
                  </a:cubicBezTo>
                  <a:cubicBezTo>
                    <a:pt x="42" y="158"/>
                    <a:pt x="31" y="144"/>
                    <a:pt x="23" y="130"/>
                  </a:cubicBezTo>
                  <a:cubicBezTo>
                    <a:pt x="15" y="116"/>
                    <a:pt x="9" y="102"/>
                    <a:pt x="6" y="88"/>
                  </a:cubicBezTo>
                  <a:cubicBezTo>
                    <a:pt x="0" y="61"/>
                    <a:pt x="2" y="38"/>
                    <a:pt x="5" y="23"/>
                  </a:cubicBezTo>
                  <a:cubicBezTo>
                    <a:pt x="8" y="8"/>
                    <a:pt x="12" y="0"/>
                    <a:pt x="12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1" y="3"/>
                    <a:pt x="11" y="4"/>
                    <a:pt x="10" y="6"/>
                  </a:cubicBezTo>
                  <a:cubicBezTo>
                    <a:pt x="9" y="10"/>
                    <a:pt x="7" y="16"/>
                    <a:pt x="6" y="23"/>
                  </a:cubicBezTo>
                  <a:cubicBezTo>
                    <a:pt x="3" y="38"/>
                    <a:pt x="1" y="61"/>
                    <a:pt x="8" y="88"/>
                  </a:cubicBezTo>
                  <a:cubicBezTo>
                    <a:pt x="11" y="101"/>
                    <a:pt x="16" y="115"/>
                    <a:pt x="24" y="129"/>
                  </a:cubicBezTo>
                  <a:cubicBezTo>
                    <a:pt x="33" y="143"/>
                    <a:pt x="43" y="157"/>
                    <a:pt x="52" y="173"/>
                  </a:cubicBezTo>
                  <a:cubicBezTo>
                    <a:pt x="61" y="189"/>
                    <a:pt x="66" y="209"/>
                    <a:pt x="63" y="229"/>
                  </a:cubicBezTo>
                  <a:cubicBezTo>
                    <a:pt x="61" y="249"/>
                    <a:pt x="55" y="268"/>
                    <a:pt x="48" y="288"/>
                  </a:cubicBezTo>
                  <a:cubicBezTo>
                    <a:pt x="42" y="308"/>
                    <a:pt x="36" y="328"/>
                    <a:pt x="35" y="348"/>
                  </a:cubicBezTo>
                  <a:cubicBezTo>
                    <a:pt x="34" y="368"/>
                    <a:pt x="38" y="387"/>
                    <a:pt x="43" y="404"/>
                  </a:cubicBezTo>
                  <a:cubicBezTo>
                    <a:pt x="47" y="422"/>
                    <a:pt x="53" y="438"/>
                    <a:pt x="58" y="454"/>
                  </a:cubicBezTo>
                  <a:cubicBezTo>
                    <a:pt x="63" y="469"/>
                    <a:pt x="67" y="484"/>
                    <a:pt x="70" y="497"/>
                  </a:cubicBezTo>
                  <a:cubicBezTo>
                    <a:pt x="75" y="524"/>
                    <a:pt x="74" y="547"/>
                    <a:pt x="70" y="562"/>
                  </a:cubicBezTo>
                  <a:cubicBezTo>
                    <a:pt x="68" y="570"/>
                    <a:pt x="65" y="575"/>
                    <a:pt x="64" y="579"/>
                  </a:cubicBezTo>
                  <a:cubicBezTo>
                    <a:pt x="63" y="581"/>
                    <a:pt x="62" y="582"/>
                    <a:pt x="61" y="583"/>
                  </a:cubicBezTo>
                  <a:cubicBezTo>
                    <a:pt x="61" y="584"/>
                    <a:pt x="61" y="584"/>
                    <a:pt x="61" y="584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325">
              <a:extLst>
                <a:ext uri="{FF2B5EF4-FFF2-40B4-BE49-F238E27FC236}">
                  <a16:creationId xmlns:a16="http://schemas.microsoft.com/office/drawing/2014/main" id="{40BA2F72-4F04-46AA-8FC2-A7DFC28B9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15"/>
              <a:ext cx="87" cy="202"/>
            </a:xfrm>
            <a:custGeom>
              <a:avLst/>
              <a:gdLst>
                <a:gd name="T0" fmla="*/ 17 w 37"/>
                <a:gd name="T1" fmla="*/ 85 h 85"/>
                <a:gd name="T2" fmla="*/ 30 w 37"/>
                <a:gd name="T3" fmla="*/ 1 h 85"/>
                <a:gd name="T4" fmla="*/ 33 w 37"/>
                <a:gd name="T5" fmla="*/ 2 h 85"/>
                <a:gd name="T6" fmla="*/ 17 w 37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85">
                  <a:moveTo>
                    <a:pt x="17" y="85"/>
                  </a:moveTo>
                  <a:cubicBezTo>
                    <a:pt x="17" y="85"/>
                    <a:pt x="0" y="32"/>
                    <a:pt x="30" y="1"/>
                  </a:cubicBezTo>
                  <a:cubicBezTo>
                    <a:pt x="31" y="0"/>
                    <a:pt x="33" y="1"/>
                    <a:pt x="33" y="2"/>
                  </a:cubicBezTo>
                  <a:cubicBezTo>
                    <a:pt x="35" y="11"/>
                    <a:pt x="37" y="37"/>
                    <a:pt x="17" y="85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326">
              <a:extLst>
                <a:ext uri="{FF2B5EF4-FFF2-40B4-BE49-F238E27FC236}">
                  <a16:creationId xmlns:a16="http://schemas.microsoft.com/office/drawing/2014/main" id="{4ED45245-FCAE-4060-868F-D7310A32B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2960"/>
              <a:ext cx="26" cy="157"/>
            </a:xfrm>
            <a:custGeom>
              <a:avLst/>
              <a:gdLst>
                <a:gd name="T0" fmla="*/ 11 w 11"/>
                <a:gd name="T1" fmla="*/ 0 h 66"/>
                <a:gd name="T2" fmla="*/ 10 w 11"/>
                <a:gd name="T3" fmla="*/ 10 h 66"/>
                <a:gd name="T4" fmla="*/ 6 w 11"/>
                <a:gd name="T5" fmla="*/ 33 h 66"/>
                <a:gd name="T6" fmla="*/ 2 w 11"/>
                <a:gd name="T7" fmla="*/ 56 h 66"/>
                <a:gd name="T8" fmla="*/ 1 w 11"/>
                <a:gd name="T9" fmla="*/ 66 h 66"/>
                <a:gd name="T10" fmla="*/ 1 w 11"/>
                <a:gd name="T11" fmla="*/ 56 h 66"/>
                <a:gd name="T12" fmla="*/ 4 w 11"/>
                <a:gd name="T13" fmla="*/ 33 h 66"/>
                <a:gd name="T14" fmla="*/ 8 w 11"/>
                <a:gd name="T15" fmla="*/ 9 h 66"/>
                <a:gd name="T16" fmla="*/ 11 w 11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66">
                  <a:moveTo>
                    <a:pt x="11" y="0"/>
                  </a:moveTo>
                  <a:cubicBezTo>
                    <a:pt x="11" y="0"/>
                    <a:pt x="11" y="4"/>
                    <a:pt x="10" y="10"/>
                  </a:cubicBezTo>
                  <a:cubicBezTo>
                    <a:pt x="9" y="16"/>
                    <a:pt x="7" y="24"/>
                    <a:pt x="6" y="33"/>
                  </a:cubicBezTo>
                  <a:cubicBezTo>
                    <a:pt x="5" y="42"/>
                    <a:pt x="3" y="50"/>
                    <a:pt x="2" y="56"/>
                  </a:cubicBezTo>
                  <a:cubicBezTo>
                    <a:pt x="1" y="62"/>
                    <a:pt x="1" y="66"/>
                    <a:pt x="1" y="66"/>
                  </a:cubicBezTo>
                  <a:cubicBezTo>
                    <a:pt x="0" y="66"/>
                    <a:pt x="0" y="62"/>
                    <a:pt x="1" y="56"/>
                  </a:cubicBezTo>
                  <a:cubicBezTo>
                    <a:pt x="1" y="50"/>
                    <a:pt x="2" y="42"/>
                    <a:pt x="4" y="33"/>
                  </a:cubicBezTo>
                  <a:cubicBezTo>
                    <a:pt x="5" y="23"/>
                    <a:pt x="7" y="15"/>
                    <a:pt x="8" y="9"/>
                  </a:cubicBezTo>
                  <a:cubicBezTo>
                    <a:pt x="10" y="3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27">
              <a:extLst>
                <a:ext uri="{FF2B5EF4-FFF2-40B4-BE49-F238E27FC236}">
                  <a16:creationId xmlns:a16="http://schemas.microsoft.com/office/drawing/2014/main" id="{ACE363C8-D023-4B99-8355-37F0BA9A1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250"/>
              <a:ext cx="128" cy="163"/>
            </a:xfrm>
            <a:custGeom>
              <a:avLst/>
              <a:gdLst>
                <a:gd name="T0" fmla="*/ 0 w 54"/>
                <a:gd name="T1" fmla="*/ 69 h 69"/>
                <a:gd name="T2" fmla="*/ 51 w 54"/>
                <a:gd name="T3" fmla="*/ 1 h 69"/>
                <a:gd name="T4" fmla="*/ 54 w 54"/>
                <a:gd name="T5" fmla="*/ 3 h 69"/>
                <a:gd name="T6" fmla="*/ 0 w 54"/>
                <a:gd name="T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9">
                  <a:moveTo>
                    <a:pt x="0" y="69"/>
                  </a:moveTo>
                  <a:cubicBezTo>
                    <a:pt x="0" y="69"/>
                    <a:pt x="11" y="14"/>
                    <a:pt x="51" y="1"/>
                  </a:cubicBezTo>
                  <a:cubicBezTo>
                    <a:pt x="53" y="0"/>
                    <a:pt x="54" y="2"/>
                    <a:pt x="54" y="3"/>
                  </a:cubicBezTo>
                  <a:cubicBezTo>
                    <a:pt x="51" y="12"/>
                    <a:pt x="40" y="36"/>
                    <a:pt x="0" y="69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328">
              <a:extLst>
                <a:ext uri="{FF2B5EF4-FFF2-40B4-BE49-F238E27FC236}">
                  <a16:creationId xmlns:a16="http://schemas.microsoft.com/office/drawing/2014/main" id="{176E159F-A0EB-4BC9-90E6-83085619D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285"/>
              <a:ext cx="95" cy="128"/>
            </a:xfrm>
            <a:custGeom>
              <a:avLst/>
              <a:gdLst>
                <a:gd name="T0" fmla="*/ 40 w 40"/>
                <a:gd name="T1" fmla="*/ 0 h 54"/>
                <a:gd name="T2" fmla="*/ 35 w 40"/>
                <a:gd name="T3" fmla="*/ 8 h 54"/>
                <a:gd name="T4" fmla="*/ 20 w 40"/>
                <a:gd name="T5" fmla="*/ 27 h 54"/>
                <a:gd name="T6" fmla="*/ 6 w 40"/>
                <a:gd name="T7" fmla="*/ 46 h 54"/>
                <a:gd name="T8" fmla="*/ 0 w 40"/>
                <a:gd name="T9" fmla="*/ 54 h 54"/>
                <a:gd name="T10" fmla="*/ 5 w 40"/>
                <a:gd name="T11" fmla="*/ 45 h 54"/>
                <a:gd name="T12" fmla="*/ 19 w 40"/>
                <a:gd name="T13" fmla="*/ 26 h 54"/>
                <a:gd name="T14" fmla="*/ 33 w 40"/>
                <a:gd name="T15" fmla="*/ 7 h 54"/>
                <a:gd name="T16" fmla="*/ 40 w 40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54">
                  <a:moveTo>
                    <a:pt x="40" y="0"/>
                  </a:moveTo>
                  <a:cubicBezTo>
                    <a:pt x="40" y="0"/>
                    <a:pt x="38" y="3"/>
                    <a:pt x="35" y="8"/>
                  </a:cubicBezTo>
                  <a:cubicBezTo>
                    <a:pt x="31" y="14"/>
                    <a:pt x="26" y="20"/>
                    <a:pt x="20" y="27"/>
                  </a:cubicBezTo>
                  <a:cubicBezTo>
                    <a:pt x="15" y="34"/>
                    <a:pt x="10" y="40"/>
                    <a:pt x="6" y="46"/>
                  </a:cubicBezTo>
                  <a:cubicBezTo>
                    <a:pt x="3" y="51"/>
                    <a:pt x="0" y="54"/>
                    <a:pt x="0" y="54"/>
                  </a:cubicBezTo>
                  <a:cubicBezTo>
                    <a:pt x="0" y="53"/>
                    <a:pt x="2" y="50"/>
                    <a:pt x="5" y="45"/>
                  </a:cubicBezTo>
                  <a:cubicBezTo>
                    <a:pt x="8" y="40"/>
                    <a:pt x="13" y="33"/>
                    <a:pt x="19" y="26"/>
                  </a:cubicBezTo>
                  <a:cubicBezTo>
                    <a:pt x="24" y="18"/>
                    <a:pt x="30" y="12"/>
                    <a:pt x="33" y="7"/>
                  </a:cubicBezTo>
                  <a:cubicBezTo>
                    <a:pt x="37" y="3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29">
              <a:extLst>
                <a:ext uri="{FF2B5EF4-FFF2-40B4-BE49-F238E27FC236}">
                  <a16:creationId xmlns:a16="http://schemas.microsoft.com/office/drawing/2014/main" id="{8AAF5353-7813-440B-B61F-E347A88C8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546"/>
              <a:ext cx="90" cy="193"/>
            </a:xfrm>
            <a:custGeom>
              <a:avLst/>
              <a:gdLst>
                <a:gd name="T0" fmla="*/ 6 w 38"/>
                <a:gd name="T1" fmla="*/ 81 h 81"/>
                <a:gd name="T2" fmla="*/ 35 w 38"/>
                <a:gd name="T3" fmla="*/ 1 h 81"/>
                <a:gd name="T4" fmla="*/ 38 w 38"/>
                <a:gd name="T5" fmla="*/ 2 h 81"/>
                <a:gd name="T6" fmla="*/ 6 w 38"/>
                <a:gd name="T7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81">
                  <a:moveTo>
                    <a:pt x="6" y="81"/>
                  </a:moveTo>
                  <a:cubicBezTo>
                    <a:pt x="6" y="81"/>
                    <a:pt x="0" y="26"/>
                    <a:pt x="35" y="1"/>
                  </a:cubicBezTo>
                  <a:cubicBezTo>
                    <a:pt x="37" y="0"/>
                    <a:pt x="38" y="1"/>
                    <a:pt x="38" y="2"/>
                  </a:cubicBezTo>
                  <a:cubicBezTo>
                    <a:pt x="38" y="11"/>
                    <a:pt x="35" y="38"/>
                    <a:pt x="6" y="8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330">
              <a:extLst>
                <a:ext uri="{FF2B5EF4-FFF2-40B4-BE49-F238E27FC236}">
                  <a16:creationId xmlns:a16="http://schemas.microsoft.com/office/drawing/2014/main" id="{9721AAA3-594A-4A12-822E-C7636BE35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" y="3587"/>
              <a:ext cx="55" cy="152"/>
            </a:xfrm>
            <a:custGeom>
              <a:avLst/>
              <a:gdLst>
                <a:gd name="T0" fmla="*/ 23 w 23"/>
                <a:gd name="T1" fmla="*/ 1 h 64"/>
                <a:gd name="T2" fmla="*/ 20 w 23"/>
                <a:gd name="T3" fmla="*/ 10 h 64"/>
                <a:gd name="T4" fmla="*/ 12 w 23"/>
                <a:gd name="T5" fmla="*/ 32 h 64"/>
                <a:gd name="T6" fmla="*/ 4 w 23"/>
                <a:gd name="T7" fmla="*/ 54 h 64"/>
                <a:gd name="T8" fmla="*/ 0 w 23"/>
                <a:gd name="T9" fmla="*/ 64 h 64"/>
                <a:gd name="T10" fmla="*/ 2 w 23"/>
                <a:gd name="T11" fmla="*/ 54 h 64"/>
                <a:gd name="T12" fmla="*/ 10 w 23"/>
                <a:gd name="T13" fmla="*/ 31 h 64"/>
                <a:gd name="T14" fmla="*/ 18 w 23"/>
                <a:gd name="T15" fmla="*/ 9 h 64"/>
                <a:gd name="T16" fmla="*/ 23 w 23"/>
                <a:gd name="T17" fmla="*/ 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4">
                  <a:moveTo>
                    <a:pt x="23" y="1"/>
                  </a:moveTo>
                  <a:cubicBezTo>
                    <a:pt x="23" y="1"/>
                    <a:pt x="22" y="4"/>
                    <a:pt x="20" y="10"/>
                  </a:cubicBezTo>
                  <a:cubicBezTo>
                    <a:pt x="17" y="16"/>
                    <a:pt x="15" y="24"/>
                    <a:pt x="12" y="32"/>
                  </a:cubicBezTo>
                  <a:cubicBezTo>
                    <a:pt x="9" y="40"/>
                    <a:pt x="6" y="48"/>
                    <a:pt x="4" y="54"/>
                  </a:cubicBezTo>
                  <a:cubicBezTo>
                    <a:pt x="2" y="60"/>
                    <a:pt x="0" y="64"/>
                    <a:pt x="0" y="64"/>
                  </a:cubicBezTo>
                  <a:cubicBezTo>
                    <a:pt x="0" y="63"/>
                    <a:pt x="1" y="60"/>
                    <a:pt x="2" y="54"/>
                  </a:cubicBezTo>
                  <a:cubicBezTo>
                    <a:pt x="4" y="48"/>
                    <a:pt x="7" y="40"/>
                    <a:pt x="10" y="31"/>
                  </a:cubicBezTo>
                  <a:cubicBezTo>
                    <a:pt x="13" y="23"/>
                    <a:pt x="16" y="15"/>
                    <a:pt x="18" y="9"/>
                  </a:cubicBezTo>
                  <a:cubicBezTo>
                    <a:pt x="21" y="4"/>
                    <a:pt x="23" y="0"/>
                    <a:pt x="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331">
              <a:extLst>
                <a:ext uri="{FF2B5EF4-FFF2-40B4-BE49-F238E27FC236}">
                  <a16:creationId xmlns:a16="http://schemas.microsoft.com/office/drawing/2014/main" id="{58383E01-32DE-4273-ACA2-7146D1FB9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3877"/>
              <a:ext cx="93" cy="187"/>
            </a:xfrm>
            <a:custGeom>
              <a:avLst/>
              <a:gdLst>
                <a:gd name="T0" fmla="*/ 4 w 39"/>
                <a:gd name="T1" fmla="*/ 79 h 79"/>
                <a:gd name="T2" fmla="*/ 36 w 39"/>
                <a:gd name="T3" fmla="*/ 1 h 79"/>
                <a:gd name="T4" fmla="*/ 39 w 39"/>
                <a:gd name="T5" fmla="*/ 2 h 79"/>
                <a:gd name="T6" fmla="*/ 4 w 39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79">
                  <a:moveTo>
                    <a:pt x="4" y="79"/>
                  </a:moveTo>
                  <a:cubicBezTo>
                    <a:pt x="4" y="79"/>
                    <a:pt x="0" y="24"/>
                    <a:pt x="36" y="1"/>
                  </a:cubicBezTo>
                  <a:cubicBezTo>
                    <a:pt x="37" y="0"/>
                    <a:pt x="39" y="1"/>
                    <a:pt x="39" y="2"/>
                  </a:cubicBezTo>
                  <a:cubicBezTo>
                    <a:pt x="38" y="11"/>
                    <a:pt x="34" y="37"/>
                    <a:pt x="4" y="79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332">
              <a:extLst>
                <a:ext uri="{FF2B5EF4-FFF2-40B4-BE49-F238E27FC236}">
                  <a16:creationId xmlns:a16="http://schemas.microsoft.com/office/drawing/2014/main" id="{2F85BC01-8F2F-4711-B1A7-344B4B548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" y="3917"/>
              <a:ext cx="62" cy="147"/>
            </a:xfrm>
            <a:custGeom>
              <a:avLst/>
              <a:gdLst>
                <a:gd name="T0" fmla="*/ 26 w 26"/>
                <a:gd name="T1" fmla="*/ 0 h 62"/>
                <a:gd name="T2" fmla="*/ 22 w 26"/>
                <a:gd name="T3" fmla="*/ 9 h 62"/>
                <a:gd name="T4" fmla="*/ 14 w 26"/>
                <a:gd name="T5" fmla="*/ 31 h 62"/>
                <a:gd name="T6" fmla="*/ 5 w 26"/>
                <a:gd name="T7" fmla="*/ 53 h 62"/>
                <a:gd name="T8" fmla="*/ 1 w 26"/>
                <a:gd name="T9" fmla="*/ 62 h 62"/>
                <a:gd name="T10" fmla="*/ 3 w 26"/>
                <a:gd name="T11" fmla="*/ 53 h 62"/>
                <a:gd name="T12" fmla="*/ 12 w 26"/>
                <a:gd name="T13" fmla="*/ 30 h 62"/>
                <a:gd name="T14" fmla="*/ 21 w 26"/>
                <a:gd name="T15" fmla="*/ 9 h 62"/>
                <a:gd name="T16" fmla="*/ 26 w 26"/>
                <a:gd name="T1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62">
                  <a:moveTo>
                    <a:pt x="26" y="0"/>
                  </a:moveTo>
                  <a:cubicBezTo>
                    <a:pt x="26" y="0"/>
                    <a:pt x="25" y="4"/>
                    <a:pt x="22" y="9"/>
                  </a:cubicBezTo>
                  <a:cubicBezTo>
                    <a:pt x="20" y="16"/>
                    <a:pt x="17" y="23"/>
                    <a:pt x="14" y="31"/>
                  </a:cubicBezTo>
                  <a:cubicBezTo>
                    <a:pt x="10" y="39"/>
                    <a:pt x="7" y="47"/>
                    <a:pt x="5" y="53"/>
                  </a:cubicBezTo>
                  <a:cubicBezTo>
                    <a:pt x="2" y="59"/>
                    <a:pt x="1" y="62"/>
                    <a:pt x="1" y="62"/>
                  </a:cubicBezTo>
                  <a:cubicBezTo>
                    <a:pt x="0" y="62"/>
                    <a:pt x="1" y="58"/>
                    <a:pt x="3" y="53"/>
                  </a:cubicBezTo>
                  <a:cubicBezTo>
                    <a:pt x="5" y="47"/>
                    <a:pt x="8" y="39"/>
                    <a:pt x="12" y="30"/>
                  </a:cubicBezTo>
                  <a:cubicBezTo>
                    <a:pt x="15" y="22"/>
                    <a:pt x="19" y="14"/>
                    <a:pt x="21" y="9"/>
                  </a:cubicBezTo>
                  <a:cubicBezTo>
                    <a:pt x="24" y="3"/>
                    <a:pt x="25" y="0"/>
                    <a:pt x="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333">
              <a:extLst>
                <a:ext uri="{FF2B5EF4-FFF2-40B4-BE49-F238E27FC236}">
                  <a16:creationId xmlns:a16="http://schemas.microsoft.com/office/drawing/2014/main" id="{A3E27645-CD41-4B20-B046-F7FC6E0BB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" y="2839"/>
              <a:ext cx="119" cy="168"/>
            </a:xfrm>
            <a:custGeom>
              <a:avLst/>
              <a:gdLst>
                <a:gd name="T0" fmla="*/ 50 w 50"/>
                <a:gd name="T1" fmla="*/ 71 h 71"/>
                <a:gd name="T2" fmla="*/ 0 w 50"/>
                <a:gd name="T3" fmla="*/ 2 h 71"/>
                <a:gd name="T4" fmla="*/ 3 w 50"/>
                <a:gd name="T5" fmla="*/ 0 h 71"/>
                <a:gd name="T6" fmla="*/ 50 w 50"/>
                <a:gd name="T7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71">
                  <a:moveTo>
                    <a:pt x="50" y="71"/>
                  </a:moveTo>
                  <a:cubicBezTo>
                    <a:pt x="50" y="71"/>
                    <a:pt x="1" y="4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10" y="5"/>
                    <a:pt x="30" y="23"/>
                    <a:pt x="50" y="7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334">
              <a:extLst>
                <a:ext uri="{FF2B5EF4-FFF2-40B4-BE49-F238E27FC236}">
                  <a16:creationId xmlns:a16="http://schemas.microsoft.com/office/drawing/2014/main" id="{5C1D7D4E-F4BC-4EDC-A027-8866AEA47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2879"/>
              <a:ext cx="95" cy="128"/>
            </a:xfrm>
            <a:custGeom>
              <a:avLst/>
              <a:gdLst>
                <a:gd name="T0" fmla="*/ 0 w 40"/>
                <a:gd name="T1" fmla="*/ 0 h 54"/>
                <a:gd name="T2" fmla="*/ 6 w 40"/>
                <a:gd name="T3" fmla="*/ 7 h 54"/>
                <a:gd name="T4" fmla="*/ 20 w 40"/>
                <a:gd name="T5" fmla="*/ 27 h 54"/>
                <a:gd name="T6" fmla="*/ 34 w 40"/>
                <a:gd name="T7" fmla="*/ 46 h 54"/>
                <a:gd name="T8" fmla="*/ 40 w 40"/>
                <a:gd name="T9" fmla="*/ 54 h 54"/>
                <a:gd name="T10" fmla="*/ 33 w 40"/>
                <a:gd name="T11" fmla="*/ 47 h 54"/>
                <a:gd name="T12" fmla="*/ 19 w 40"/>
                <a:gd name="T13" fmla="*/ 28 h 54"/>
                <a:gd name="T14" fmla="*/ 5 w 40"/>
                <a:gd name="T15" fmla="*/ 8 h 54"/>
                <a:gd name="T16" fmla="*/ 0 w 40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54">
                  <a:moveTo>
                    <a:pt x="0" y="0"/>
                  </a:moveTo>
                  <a:cubicBezTo>
                    <a:pt x="1" y="0"/>
                    <a:pt x="3" y="3"/>
                    <a:pt x="6" y="7"/>
                  </a:cubicBezTo>
                  <a:cubicBezTo>
                    <a:pt x="10" y="13"/>
                    <a:pt x="15" y="19"/>
                    <a:pt x="20" y="27"/>
                  </a:cubicBezTo>
                  <a:cubicBezTo>
                    <a:pt x="25" y="34"/>
                    <a:pt x="30" y="40"/>
                    <a:pt x="34" y="46"/>
                  </a:cubicBezTo>
                  <a:cubicBezTo>
                    <a:pt x="38" y="51"/>
                    <a:pt x="40" y="54"/>
                    <a:pt x="40" y="54"/>
                  </a:cubicBezTo>
                  <a:cubicBezTo>
                    <a:pt x="40" y="54"/>
                    <a:pt x="37" y="51"/>
                    <a:pt x="33" y="47"/>
                  </a:cubicBezTo>
                  <a:cubicBezTo>
                    <a:pt x="29" y="42"/>
                    <a:pt x="24" y="35"/>
                    <a:pt x="19" y="28"/>
                  </a:cubicBezTo>
                  <a:cubicBezTo>
                    <a:pt x="13" y="20"/>
                    <a:pt x="8" y="13"/>
                    <a:pt x="5" y="8"/>
                  </a:cubicBezTo>
                  <a:cubicBezTo>
                    <a:pt x="2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335">
              <a:extLst>
                <a:ext uri="{FF2B5EF4-FFF2-40B4-BE49-F238E27FC236}">
                  <a16:creationId xmlns:a16="http://schemas.microsoft.com/office/drawing/2014/main" id="{E0D2E6D4-B0DA-4464-8D0F-D5E792068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3114"/>
              <a:ext cx="128" cy="162"/>
            </a:xfrm>
            <a:custGeom>
              <a:avLst/>
              <a:gdLst>
                <a:gd name="T0" fmla="*/ 54 w 54"/>
                <a:gd name="T1" fmla="*/ 68 h 68"/>
                <a:gd name="T2" fmla="*/ 0 w 54"/>
                <a:gd name="T3" fmla="*/ 3 h 68"/>
                <a:gd name="T4" fmla="*/ 3 w 54"/>
                <a:gd name="T5" fmla="*/ 1 h 68"/>
                <a:gd name="T6" fmla="*/ 54 w 54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8">
                  <a:moveTo>
                    <a:pt x="54" y="68"/>
                  </a:moveTo>
                  <a:cubicBezTo>
                    <a:pt x="54" y="68"/>
                    <a:pt x="3" y="46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10" y="6"/>
                    <a:pt x="31" y="22"/>
                    <a:pt x="54" y="68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336">
              <a:extLst>
                <a:ext uri="{FF2B5EF4-FFF2-40B4-BE49-F238E27FC236}">
                  <a16:creationId xmlns:a16="http://schemas.microsoft.com/office/drawing/2014/main" id="{9BD86E58-814B-423F-ABE4-F64D5D2ED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3155"/>
              <a:ext cx="102" cy="123"/>
            </a:xfrm>
            <a:custGeom>
              <a:avLst/>
              <a:gdLst>
                <a:gd name="T0" fmla="*/ 0 w 43"/>
                <a:gd name="T1" fmla="*/ 0 h 52"/>
                <a:gd name="T2" fmla="*/ 6 w 43"/>
                <a:gd name="T3" fmla="*/ 7 h 52"/>
                <a:gd name="T4" fmla="*/ 21 w 43"/>
                <a:gd name="T5" fmla="*/ 26 h 52"/>
                <a:gd name="T6" fmla="*/ 36 w 43"/>
                <a:gd name="T7" fmla="*/ 44 h 52"/>
                <a:gd name="T8" fmla="*/ 43 w 43"/>
                <a:gd name="T9" fmla="*/ 51 h 52"/>
                <a:gd name="T10" fmla="*/ 35 w 43"/>
                <a:gd name="T11" fmla="*/ 45 h 52"/>
                <a:gd name="T12" fmla="*/ 20 w 43"/>
                <a:gd name="T13" fmla="*/ 27 h 52"/>
                <a:gd name="T14" fmla="*/ 5 w 43"/>
                <a:gd name="T15" fmla="*/ 8 h 52"/>
                <a:gd name="T16" fmla="*/ 0 w 43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52">
                  <a:moveTo>
                    <a:pt x="0" y="0"/>
                  </a:moveTo>
                  <a:cubicBezTo>
                    <a:pt x="0" y="0"/>
                    <a:pt x="3" y="3"/>
                    <a:pt x="6" y="7"/>
                  </a:cubicBezTo>
                  <a:cubicBezTo>
                    <a:pt x="11" y="13"/>
                    <a:pt x="16" y="19"/>
                    <a:pt x="21" y="26"/>
                  </a:cubicBezTo>
                  <a:cubicBezTo>
                    <a:pt x="27" y="32"/>
                    <a:pt x="32" y="39"/>
                    <a:pt x="36" y="44"/>
                  </a:cubicBezTo>
                  <a:cubicBezTo>
                    <a:pt x="40" y="48"/>
                    <a:pt x="43" y="51"/>
                    <a:pt x="43" y="51"/>
                  </a:cubicBezTo>
                  <a:cubicBezTo>
                    <a:pt x="42" y="52"/>
                    <a:pt x="40" y="49"/>
                    <a:pt x="35" y="45"/>
                  </a:cubicBezTo>
                  <a:cubicBezTo>
                    <a:pt x="31" y="40"/>
                    <a:pt x="26" y="34"/>
                    <a:pt x="20" y="27"/>
                  </a:cubicBezTo>
                  <a:cubicBezTo>
                    <a:pt x="14" y="20"/>
                    <a:pt x="9" y="13"/>
                    <a:pt x="5" y="8"/>
                  </a:cubicBezTo>
                  <a:cubicBezTo>
                    <a:pt x="2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337">
              <a:extLst>
                <a:ext uri="{FF2B5EF4-FFF2-40B4-BE49-F238E27FC236}">
                  <a16:creationId xmlns:a16="http://schemas.microsoft.com/office/drawing/2014/main" id="{5F427656-DCDA-493D-83EC-01BC41592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3378"/>
              <a:ext cx="85" cy="199"/>
            </a:xfrm>
            <a:custGeom>
              <a:avLst/>
              <a:gdLst>
                <a:gd name="T0" fmla="*/ 35 w 36"/>
                <a:gd name="T1" fmla="*/ 84 h 84"/>
                <a:gd name="T2" fmla="*/ 16 w 36"/>
                <a:gd name="T3" fmla="*/ 1 h 84"/>
                <a:gd name="T4" fmla="*/ 20 w 36"/>
                <a:gd name="T5" fmla="*/ 1 h 84"/>
                <a:gd name="T6" fmla="*/ 35 w 3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84">
                  <a:moveTo>
                    <a:pt x="35" y="84"/>
                  </a:moveTo>
                  <a:cubicBezTo>
                    <a:pt x="35" y="84"/>
                    <a:pt x="0" y="4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4" y="8"/>
                    <a:pt x="36" y="32"/>
                    <a:pt x="35" y="84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338">
              <a:extLst>
                <a:ext uri="{FF2B5EF4-FFF2-40B4-BE49-F238E27FC236}">
                  <a16:creationId xmlns:a16="http://schemas.microsoft.com/office/drawing/2014/main" id="{F87667CB-BD43-4400-97A2-5A218C700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3423"/>
              <a:ext cx="36" cy="154"/>
            </a:xfrm>
            <a:custGeom>
              <a:avLst/>
              <a:gdLst>
                <a:gd name="T0" fmla="*/ 0 w 15"/>
                <a:gd name="T1" fmla="*/ 0 h 65"/>
                <a:gd name="T2" fmla="*/ 2 w 15"/>
                <a:gd name="T3" fmla="*/ 9 h 65"/>
                <a:gd name="T4" fmla="*/ 7 w 15"/>
                <a:gd name="T5" fmla="*/ 32 h 65"/>
                <a:gd name="T6" fmla="*/ 12 w 15"/>
                <a:gd name="T7" fmla="*/ 55 h 65"/>
                <a:gd name="T8" fmla="*/ 14 w 15"/>
                <a:gd name="T9" fmla="*/ 65 h 65"/>
                <a:gd name="T10" fmla="*/ 11 w 15"/>
                <a:gd name="T11" fmla="*/ 56 h 65"/>
                <a:gd name="T12" fmla="*/ 5 w 15"/>
                <a:gd name="T13" fmla="*/ 33 h 65"/>
                <a:gd name="T14" fmla="*/ 1 w 15"/>
                <a:gd name="T15" fmla="*/ 10 h 65"/>
                <a:gd name="T16" fmla="*/ 0 w 15"/>
                <a:gd name="T1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65">
                  <a:moveTo>
                    <a:pt x="0" y="0"/>
                  </a:moveTo>
                  <a:cubicBezTo>
                    <a:pt x="0" y="0"/>
                    <a:pt x="1" y="3"/>
                    <a:pt x="2" y="9"/>
                  </a:cubicBezTo>
                  <a:cubicBezTo>
                    <a:pt x="4" y="16"/>
                    <a:pt x="6" y="24"/>
                    <a:pt x="7" y="32"/>
                  </a:cubicBezTo>
                  <a:cubicBezTo>
                    <a:pt x="9" y="41"/>
                    <a:pt x="11" y="49"/>
                    <a:pt x="12" y="55"/>
                  </a:cubicBezTo>
                  <a:cubicBezTo>
                    <a:pt x="14" y="61"/>
                    <a:pt x="15" y="65"/>
                    <a:pt x="14" y="65"/>
                  </a:cubicBezTo>
                  <a:cubicBezTo>
                    <a:pt x="14" y="65"/>
                    <a:pt x="13" y="62"/>
                    <a:pt x="11" y="56"/>
                  </a:cubicBezTo>
                  <a:cubicBezTo>
                    <a:pt x="9" y="50"/>
                    <a:pt x="7" y="42"/>
                    <a:pt x="5" y="33"/>
                  </a:cubicBezTo>
                  <a:cubicBezTo>
                    <a:pt x="3" y="24"/>
                    <a:pt x="2" y="16"/>
                    <a:pt x="1" y="10"/>
                  </a:cubicBezTo>
                  <a:cubicBezTo>
                    <a:pt x="0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339">
              <a:extLst>
                <a:ext uri="{FF2B5EF4-FFF2-40B4-BE49-F238E27FC236}">
                  <a16:creationId xmlns:a16="http://schemas.microsoft.com/office/drawing/2014/main" id="{F7D08844-0348-4AA7-A0D4-F7B4942D7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3767"/>
              <a:ext cx="126" cy="164"/>
            </a:xfrm>
            <a:custGeom>
              <a:avLst/>
              <a:gdLst>
                <a:gd name="T0" fmla="*/ 53 w 53"/>
                <a:gd name="T1" fmla="*/ 69 h 69"/>
                <a:gd name="T2" fmla="*/ 0 w 53"/>
                <a:gd name="T3" fmla="*/ 3 h 69"/>
                <a:gd name="T4" fmla="*/ 3 w 53"/>
                <a:gd name="T5" fmla="*/ 1 h 69"/>
                <a:gd name="T6" fmla="*/ 53 w 53"/>
                <a:gd name="T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69">
                  <a:moveTo>
                    <a:pt x="53" y="69"/>
                  </a:moveTo>
                  <a:cubicBezTo>
                    <a:pt x="53" y="69"/>
                    <a:pt x="3" y="46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11" y="6"/>
                    <a:pt x="32" y="23"/>
                    <a:pt x="53" y="69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340">
              <a:extLst>
                <a:ext uri="{FF2B5EF4-FFF2-40B4-BE49-F238E27FC236}">
                  <a16:creationId xmlns:a16="http://schemas.microsoft.com/office/drawing/2014/main" id="{C5E6BDCD-494D-4D65-B87A-4B2F15F9A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3808"/>
              <a:ext cx="100" cy="126"/>
            </a:xfrm>
            <a:custGeom>
              <a:avLst/>
              <a:gdLst>
                <a:gd name="T0" fmla="*/ 0 w 42"/>
                <a:gd name="T1" fmla="*/ 0 h 53"/>
                <a:gd name="T2" fmla="*/ 6 w 42"/>
                <a:gd name="T3" fmla="*/ 8 h 53"/>
                <a:gd name="T4" fmla="*/ 21 w 42"/>
                <a:gd name="T5" fmla="*/ 26 h 53"/>
                <a:gd name="T6" fmla="*/ 36 w 42"/>
                <a:gd name="T7" fmla="*/ 45 h 53"/>
                <a:gd name="T8" fmla="*/ 42 w 42"/>
                <a:gd name="T9" fmla="*/ 53 h 53"/>
                <a:gd name="T10" fmla="*/ 35 w 42"/>
                <a:gd name="T11" fmla="*/ 46 h 53"/>
                <a:gd name="T12" fmla="*/ 20 w 42"/>
                <a:gd name="T13" fmla="*/ 28 h 53"/>
                <a:gd name="T14" fmla="*/ 5 w 42"/>
                <a:gd name="T15" fmla="*/ 9 h 53"/>
                <a:gd name="T16" fmla="*/ 0 w 42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3">
                  <a:moveTo>
                    <a:pt x="0" y="0"/>
                  </a:moveTo>
                  <a:cubicBezTo>
                    <a:pt x="0" y="0"/>
                    <a:pt x="3" y="3"/>
                    <a:pt x="6" y="8"/>
                  </a:cubicBezTo>
                  <a:cubicBezTo>
                    <a:pt x="11" y="13"/>
                    <a:pt x="16" y="19"/>
                    <a:pt x="21" y="26"/>
                  </a:cubicBezTo>
                  <a:cubicBezTo>
                    <a:pt x="27" y="33"/>
                    <a:pt x="32" y="39"/>
                    <a:pt x="36" y="45"/>
                  </a:cubicBezTo>
                  <a:cubicBezTo>
                    <a:pt x="40" y="49"/>
                    <a:pt x="42" y="52"/>
                    <a:pt x="42" y="53"/>
                  </a:cubicBezTo>
                  <a:cubicBezTo>
                    <a:pt x="42" y="53"/>
                    <a:pt x="39" y="50"/>
                    <a:pt x="35" y="46"/>
                  </a:cubicBezTo>
                  <a:cubicBezTo>
                    <a:pt x="31" y="41"/>
                    <a:pt x="25" y="35"/>
                    <a:pt x="20" y="28"/>
                  </a:cubicBezTo>
                  <a:cubicBezTo>
                    <a:pt x="14" y="20"/>
                    <a:pt x="9" y="14"/>
                    <a:pt x="5" y="9"/>
                  </a:cubicBezTo>
                  <a:cubicBezTo>
                    <a:pt x="2" y="4"/>
                    <a:pt x="0" y="0"/>
                    <a:pt x="0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341">
              <a:extLst>
                <a:ext uri="{FF2B5EF4-FFF2-40B4-BE49-F238E27FC236}">
                  <a16:creationId xmlns:a16="http://schemas.microsoft.com/office/drawing/2014/main" id="{2DAE1AB6-0459-49DE-BD9C-1F3640A2C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" y="3413"/>
              <a:ext cx="228" cy="592"/>
            </a:xfrm>
            <a:custGeom>
              <a:avLst/>
              <a:gdLst>
                <a:gd name="T0" fmla="*/ 96 w 96"/>
                <a:gd name="T1" fmla="*/ 0 h 249"/>
                <a:gd name="T2" fmla="*/ 96 w 96"/>
                <a:gd name="T3" fmla="*/ 1 h 249"/>
                <a:gd name="T4" fmla="*/ 96 w 96"/>
                <a:gd name="T5" fmla="*/ 5 h 249"/>
                <a:gd name="T6" fmla="*/ 96 w 96"/>
                <a:gd name="T7" fmla="*/ 18 h 249"/>
                <a:gd name="T8" fmla="*/ 93 w 96"/>
                <a:gd name="T9" fmla="*/ 66 h 249"/>
                <a:gd name="T10" fmla="*/ 93 w 96"/>
                <a:gd name="T11" fmla="*/ 67 h 249"/>
                <a:gd name="T12" fmla="*/ 93 w 96"/>
                <a:gd name="T13" fmla="*/ 67 h 249"/>
                <a:gd name="T14" fmla="*/ 66 w 96"/>
                <a:gd name="T15" fmla="*/ 131 h 249"/>
                <a:gd name="T16" fmla="*/ 36 w 96"/>
                <a:gd name="T17" fmla="*/ 174 h 249"/>
                <a:gd name="T18" fmla="*/ 14 w 96"/>
                <a:gd name="T19" fmla="*/ 211 h 249"/>
                <a:gd name="T20" fmla="*/ 3 w 96"/>
                <a:gd name="T21" fmla="*/ 238 h 249"/>
                <a:gd name="T22" fmla="*/ 1 w 96"/>
                <a:gd name="T23" fmla="*/ 246 h 249"/>
                <a:gd name="T24" fmla="*/ 0 w 96"/>
                <a:gd name="T25" fmla="*/ 249 h 249"/>
                <a:gd name="T26" fmla="*/ 1 w 96"/>
                <a:gd name="T27" fmla="*/ 246 h 249"/>
                <a:gd name="T28" fmla="*/ 2 w 96"/>
                <a:gd name="T29" fmla="*/ 238 h 249"/>
                <a:gd name="T30" fmla="*/ 12 w 96"/>
                <a:gd name="T31" fmla="*/ 211 h 249"/>
                <a:gd name="T32" fmla="*/ 34 w 96"/>
                <a:gd name="T33" fmla="*/ 173 h 249"/>
                <a:gd name="T34" fmla="*/ 64 w 96"/>
                <a:gd name="T35" fmla="*/ 129 h 249"/>
                <a:gd name="T36" fmla="*/ 91 w 96"/>
                <a:gd name="T37" fmla="*/ 66 h 249"/>
                <a:gd name="T38" fmla="*/ 91 w 96"/>
                <a:gd name="T39" fmla="*/ 66 h 249"/>
                <a:gd name="T40" fmla="*/ 95 w 96"/>
                <a:gd name="T41" fmla="*/ 18 h 249"/>
                <a:gd name="T42" fmla="*/ 96 w 96"/>
                <a:gd name="T43" fmla="*/ 5 h 249"/>
                <a:gd name="T44" fmla="*/ 96 w 96"/>
                <a:gd name="T45" fmla="*/ 1 h 249"/>
                <a:gd name="T46" fmla="*/ 96 w 96"/>
                <a:gd name="T47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249">
                  <a:moveTo>
                    <a:pt x="96" y="0"/>
                  </a:moveTo>
                  <a:cubicBezTo>
                    <a:pt x="96" y="0"/>
                    <a:pt x="96" y="1"/>
                    <a:pt x="96" y="1"/>
                  </a:cubicBezTo>
                  <a:cubicBezTo>
                    <a:pt x="96" y="2"/>
                    <a:pt x="96" y="4"/>
                    <a:pt x="96" y="5"/>
                  </a:cubicBezTo>
                  <a:cubicBezTo>
                    <a:pt x="96" y="8"/>
                    <a:pt x="96" y="13"/>
                    <a:pt x="96" y="18"/>
                  </a:cubicBezTo>
                  <a:cubicBezTo>
                    <a:pt x="95" y="30"/>
                    <a:pt x="94" y="47"/>
                    <a:pt x="93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0" y="87"/>
                    <a:pt x="79" y="109"/>
                    <a:pt x="66" y="131"/>
                  </a:cubicBezTo>
                  <a:cubicBezTo>
                    <a:pt x="55" y="146"/>
                    <a:pt x="45" y="161"/>
                    <a:pt x="36" y="174"/>
                  </a:cubicBezTo>
                  <a:cubicBezTo>
                    <a:pt x="27" y="188"/>
                    <a:pt x="19" y="200"/>
                    <a:pt x="14" y="211"/>
                  </a:cubicBezTo>
                  <a:cubicBezTo>
                    <a:pt x="8" y="222"/>
                    <a:pt x="5" y="232"/>
                    <a:pt x="3" y="238"/>
                  </a:cubicBezTo>
                  <a:cubicBezTo>
                    <a:pt x="2" y="242"/>
                    <a:pt x="2" y="244"/>
                    <a:pt x="1" y="246"/>
                  </a:cubicBezTo>
                  <a:cubicBezTo>
                    <a:pt x="1" y="248"/>
                    <a:pt x="1" y="249"/>
                    <a:pt x="0" y="249"/>
                  </a:cubicBezTo>
                  <a:cubicBezTo>
                    <a:pt x="0" y="249"/>
                    <a:pt x="0" y="248"/>
                    <a:pt x="1" y="246"/>
                  </a:cubicBezTo>
                  <a:cubicBezTo>
                    <a:pt x="1" y="244"/>
                    <a:pt x="2" y="241"/>
                    <a:pt x="2" y="238"/>
                  </a:cubicBezTo>
                  <a:cubicBezTo>
                    <a:pt x="4" y="231"/>
                    <a:pt x="7" y="222"/>
                    <a:pt x="12" y="211"/>
                  </a:cubicBezTo>
                  <a:cubicBezTo>
                    <a:pt x="17" y="199"/>
                    <a:pt x="25" y="187"/>
                    <a:pt x="34" y="173"/>
                  </a:cubicBezTo>
                  <a:cubicBezTo>
                    <a:pt x="43" y="160"/>
                    <a:pt x="54" y="145"/>
                    <a:pt x="64" y="129"/>
                  </a:cubicBezTo>
                  <a:cubicBezTo>
                    <a:pt x="77" y="108"/>
                    <a:pt x="88" y="86"/>
                    <a:pt x="91" y="66"/>
                  </a:cubicBezTo>
                  <a:cubicBezTo>
                    <a:pt x="91" y="66"/>
                    <a:pt x="91" y="66"/>
                    <a:pt x="91" y="66"/>
                  </a:cubicBezTo>
                  <a:cubicBezTo>
                    <a:pt x="93" y="47"/>
                    <a:pt x="94" y="30"/>
                    <a:pt x="95" y="18"/>
                  </a:cubicBezTo>
                  <a:cubicBezTo>
                    <a:pt x="95" y="13"/>
                    <a:pt x="96" y="8"/>
                    <a:pt x="96" y="5"/>
                  </a:cubicBezTo>
                  <a:cubicBezTo>
                    <a:pt x="96" y="4"/>
                    <a:pt x="96" y="2"/>
                    <a:pt x="96" y="1"/>
                  </a:cubicBezTo>
                  <a:cubicBezTo>
                    <a:pt x="96" y="1"/>
                    <a:pt x="96" y="0"/>
                    <a:pt x="96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342">
              <a:extLst>
                <a:ext uri="{FF2B5EF4-FFF2-40B4-BE49-F238E27FC236}">
                  <a16:creationId xmlns:a16="http://schemas.microsoft.com/office/drawing/2014/main" id="{4746FF5A-7308-43EC-B1A5-9DB728ED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3508"/>
              <a:ext cx="88" cy="205"/>
            </a:xfrm>
            <a:custGeom>
              <a:avLst/>
              <a:gdLst>
                <a:gd name="T0" fmla="*/ 15 w 37"/>
                <a:gd name="T1" fmla="*/ 86 h 86"/>
                <a:gd name="T2" fmla="*/ 10 w 37"/>
                <a:gd name="T3" fmla="*/ 2 h 86"/>
                <a:gd name="T4" fmla="*/ 7 w 37"/>
                <a:gd name="T5" fmla="*/ 2 h 86"/>
                <a:gd name="T6" fmla="*/ 15 w 37"/>
                <a:gd name="T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86">
                  <a:moveTo>
                    <a:pt x="15" y="86"/>
                  </a:moveTo>
                  <a:cubicBezTo>
                    <a:pt x="15" y="86"/>
                    <a:pt x="37" y="35"/>
                    <a:pt x="10" y="2"/>
                  </a:cubicBezTo>
                  <a:cubicBezTo>
                    <a:pt x="9" y="0"/>
                    <a:pt x="7" y="1"/>
                    <a:pt x="7" y="2"/>
                  </a:cubicBezTo>
                  <a:cubicBezTo>
                    <a:pt x="4" y="11"/>
                    <a:pt x="0" y="37"/>
                    <a:pt x="15" y="86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343">
              <a:extLst>
                <a:ext uri="{FF2B5EF4-FFF2-40B4-BE49-F238E27FC236}">
                  <a16:creationId xmlns:a16="http://schemas.microsoft.com/office/drawing/2014/main" id="{D81EE39E-E6EF-420E-AF2A-0062188E6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3554"/>
              <a:ext cx="12" cy="159"/>
            </a:xfrm>
            <a:custGeom>
              <a:avLst/>
              <a:gdLst>
                <a:gd name="T0" fmla="*/ 1 w 5"/>
                <a:gd name="T1" fmla="*/ 0 h 67"/>
                <a:gd name="T2" fmla="*/ 2 w 5"/>
                <a:gd name="T3" fmla="*/ 10 h 67"/>
                <a:gd name="T4" fmla="*/ 5 w 5"/>
                <a:gd name="T5" fmla="*/ 34 h 67"/>
                <a:gd name="T6" fmla="*/ 5 w 5"/>
                <a:gd name="T7" fmla="*/ 57 h 67"/>
                <a:gd name="T8" fmla="*/ 5 w 5"/>
                <a:gd name="T9" fmla="*/ 67 h 67"/>
                <a:gd name="T10" fmla="*/ 4 w 5"/>
                <a:gd name="T11" fmla="*/ 57 h 67"/>
                <a:gd name="T12" fmla="*/ 2 w 5"/>
                <a:gd name="T13" fmla="*/ 34 h 67"/>
                <a:gd name="T14" fmla="*/ 1 w 5"/>
                <a:gd name="T15" fmla="*/ 10 h 67"/>
                <a:gd name="T16" fmla="*/ 1 w 5"/>
                <a:gd name="T1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67">
                  <a:moveTo>
                    <a:pt x="1" y="0"/>
                  </a:moveTo>
                  <a:cubicBezTo>
                    <a:pt x="1" y="0"/>
                    <a:pt x="2" y="4"/>
                    <a:pt x="2" y="10"/>
                  </a:cubicBezTo>
                  <a:cubicBezTo>
                    <a:pt x="3" y="16"/>
                    <a:pt x="4" y="25"/>
                    <a:pt x="5" y="34"/>
                  </a:cubicBezTo>
                  <a:cubicBezTo>
                    <a:pt x="5" y="43"/>
                    <a:pt x="5" y="51"/>
                    <a:pt x="5" y="57"/>
                  </a:cubicBezTo>
                  <a:cubicBezTo>
                    <a:pt x="5" y="64"/>
                    <a:pt x="5" y="67"/>
                    <a:pt x="5" y="67"/>
                  </a:cubicBezTo>
                  <a:cubicBezTo>
                    <a:pt x="5" y="67"/>
                    <a:pt x="4" y="64"/>
                    <a:pt x="4" y="57"/>
                  </a:cubicBezTo>
                  <a:cubicBezTo>
                    <a:pt x="4" y="51"/>
                    <a:pt x="3" y="43"/>
                    <a:pt x="2" y="34"/>
                  </a:cubicBezTo>
                  <a:cubicBezTo>
                    <a:pt x="2" y="25"/>
                    <a:pt x="1" y="17"/>
                    <a:pt x="1" y="10"/>
                  </a:cubicBezTo>
                  <a:cubicBezTo>
                    <a:pt x="0" y="4"/>
                    <a:pt x="0" y="0"/>
                    <a:pt x="1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344">
              <a:extLst>
                <a:ext uri="{FF2B5EF4-FFF2-40B4-BE49-F238E27FC236}">
                  <a16:creationId xmlns:a16="http://schemas.microsoft.com/office/drawing/2014/main" id="{A6AD6722-82D0-4958-8609-BA9BF58EB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3511"/>
              <a:ext cx="45" cy="202"/>
            </a:xfrm>
            <a:custGeom>
              <a:avLst/>
              <a:gdLst>
                <a:gd name="T0" fmla="*/ 5 w 19"/>
                <a:gd name="T1" fmla="*/ 0 h 85"/>
                <a:gd name="T2" fmla="*/ 3 w 19"/>
                <a:gd name="T3" fmla="*/ 1 h 85"/>
                <a:gd name="T4" fmla="*/ 0 w 19"/>
                <a:gd name="T5" fmla="*/ 23 h 85"/>
                <a:gd name="T6" fmla="*/ 11 w 19"/>
                <a:gd name="T7" fmla="*/ 85 h 85"/>
                <a:gd name="T8" fmla="*/ 12 w 19"/>
                <a:gd name="T9" fmla="*/ 85 h 85"/>
                <a:gd name="T10" fmla="*/ 11 w 19"/>
                <a:gd name="T11" fmla="*/ 75 h 85"/>
                <a:gd name="T12" fmla="*/ 9 w 19"/>
                <a:gd name="T13" fmla="*/ 52 h 85"/>
                <a:gd name="T14" fmla="*/ 8 w 19"/>
                <a:gd name="T15" fmla="*/ 28 h 85"/>
                <a:gd name="T16" fmla="*/ 8 w 19"/>
                <a:gd name="T17" fmla="*/ 18 h 85"/>
                <a:gd name="T18" fmla="*/ 8 w 19"/>
                <a:gd name="T19" fmla="*/ 18 h 85"/>
                <a:gd name="T20" fmla="*/ 9 w 19"/>
                <a:gd name="T21" fmla="*/ 28 h 85"/>
                <a:gd name="T22" fmla="*/ 12 w 19"/>
                <a:gd name="T23" fmla="*/ 52 h 85"/>
                <a:gd name="T24" fmla="*/ 12 w 19"/>
                <a:gd name="T25" fmla="*/ 75 h 85"/>
                <a:gd name="T26" fmla="*/ 12 w 19"/>
                <a:gd name="T27" fmla="*/ 83 h 85"/>
                <a:gd name="T28" fmla="*/ 19 w 19"/>
                <a:gd name="T29" fmla="*/ 43 h 85"/>
                <a:gd name="T30" fmla="*/ 6 w 19"/>
                <a:gd name="T31" fmla="*/ 1 h 85"/>
                <a:gd name="T32" fmla="*/ 5 w 19"/>
                <a:gd name="T3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85">
                  <a:moveTo>
                    <a:pt x="5" y="0"/>
                  </a:moveTo>
                  <a:cubicBezTo>
                    <a:pt x="4" y="0"/>
                    <a:pt x="3" y="0"/>
                    <a:pt x="3" y="1"/>
                  </a:cubicBezTo>
                  <a:cubicBezTo>
                    <a:pt x="2" y="5"/>
                    <a:pt x="0" y="12"/>
                    <a:pt x="0" y="23"/>
                  </a:cubicBezTo>
                  <a:cubicBezTo>
                    <a:pt x="0" y="37"/>
                    <a:pt x="3" y="57"/>
                    <a:pt x="11" y="85"/>
                  </a:cubicBezTo>
                  <a:cubicBezTo>
                    <a:pt x="11" y="85"/>
                    <a:pt x="12" y="85"/>
                    <a:pt x="12" y="85"/>
                  </a:cubicBezTo>
                  <a:cubicBezTo>
                    <a:pt x="12" y="84"/>
                    <a:pt x="11" y="80"/>
                    <a:pt x="11" y="75"/>
                  </a:cubicBezTo>
                  <a:cubicBezTo>
                    <a:pt x="11" y="69"/>
                    <a:pt x="10" y="61"/>
                    <a:pt x="9" y="52"/>
                  </a:cubicBezTo>
                  <a:cubicBezTo>
                    <a:pt x="9" y="43"/>
                    <a:pt x="8" y="35"/>
                    <a:pt x="8" y="28"/>
                  </a:cubicBezTo>
                  <a:cubicBezTo>
                    <a:pt x="7" y="22"/>
                    <a:pt x="7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9" y="22"/>
                    <a:pt x="9" y="28"/>
                  </a:cubicBezTo>
                  <a:cubicBezTo>
                    <a:pt x="10" y="34"/>
                    <a:pt x="11" y="43"/>
                    <a:pt x="12" y="52"/>
                  </a:cubicBezTo>
                  <a:cubicBezTo>
                    <a:pt x="12" y="61"/>
                    <a:pt x="12" y="69"/>
                    <a:pt x="12" y="75"/>
                  </a:cubicBezTo>
                  <a:cubicBezTo>
                    <a:pt x="12" y="79"/>
                    <a:pt x="12" y="82"/>
                    <a:pt x="12" y="83"/>
                  </a:cubicBezTo>
                  <a:cubicBezTo>
                    <a:pt x="14" y="78"/>
                    <a:pt x="19" y="62"/>
                    <a:pt x="19" y="43"/>
                  </a:cubicBezTo>
                  <a:cubicBezTo>
                    <a:pt x="19" y="29"/>
                    <a:pt x="16" y="14"/>
                    <a:pt x="6" y="1"/>
                  </a:cubicBezTo>
                  <a:cubicBezTo>
                    <a:pt x="6" y="0"/>
                    <a:pt x="5" y="0"/>
                    <a:pt x="5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345">
              <a:extLst>
                <a:ext uri="{FF2B5EF4-FFF2-40B4-BE49-F238E27FC236}">
                  <a16:creationId xmlns:a16="http://schemas.microsoft.com/office/drawing/2014/main" id="{50E579CF-6046-4B75-9E1A-04029EDDB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3554"/>
              <a:ext cx="12" cy="159"/>
            </a:xfrm>
            <a:custGeom>
              <a:avLst/>
              <a:gdLst>
                <a:gd name="T0" fmla="*/ 1 w 5"/>
                <a:gd name="T1" fmla="*/ 0 h 67"/>
                <a:gd name="T2" fmla="*/ 1 w 5"/>
                <a:gd name="T3" fmla="*/ 0 h 67"/>
                <a:gd name="T4" fmla="*/ 1 w 5"/>
                <a:gd name="T5" fmla="*/ 10 h 67"/>
                <a:gd name="T6" fmla="*/ 2 w 5"/>
                <a:gd name="T7" fmla="*/ 34 h 67"/>
                <a:gd name="T8" fmla="*/ 4 w 5"/>
                <a:gd name="T9" fmla="*/ 57 h 67"/>
                <a:gd name="T10" fmla="*/ 5 w 5"/>
                <a:gd name="T11" fmla="*/ 67 h 67"/>
                <a:gd name="T12" fmla="*/ 5 w 5"/>
                <a:gd name="T13" fmla="*/ 65 h 67"/>
                <a:gd name="T14" fmla="*/ 5 w 5"/>
                <a:gd name="T15" fmla="*/ 57 h 67"/>
                <a:gd name="T16" fmla="*/ 5 w 5"/>
                <a:gd name="T17" fmla="*/ 34 h 67"/>
                <a:gd name="T18" fmla="*/ 2 w 5"/>
                <a:gd name="T19" fmla="*/ 10 h 67"/>
                <a:gd name="T20" fmla="*/ 1 w 5"/>
                <a:gd name="T2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67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4"/>
                    <a:pt x="1" y="10"/>
                  </a:cubicBezTo>
                  <a:cubicBezTo>
                    <a:pt x="1" y="17"/>
                    <a:pt x="2" y="25"/>
                    <a:pt x="2" y="34"/>
                  </a:cubicBezTo>
                  <a:cubicBezTo>
                    <a:pt x="3" y="43"/>
                    <a:pt x="4" y="51"/>
                    <a:pt x="4" y="57"/>
                  </a:cubicBezTo>
                  <a:cubicBezTo>
                    <a:pt x="4" y="62"/>
                    <a:pt x="5" y="66"/>
                    <a:pt x="5" y="67"/>
                  </a:cubicBezTo>
                  <a:cubicBezTo>
                    <a:pt x="5" y="66"/>
                    <a:pt x="5" y="66"/>
                    <a:pt x="5" y="65"/>
                  </a:cubicBezTo>
                  <a:cubicBezTo>
                    <a:pt x="5" y="64"/>
                    <a:pt x="5" y="61"/>
                    <a:pt x="5" y="57"/>
                  </a:cubicBezTo>
                  <a:cubicBezTo>
                    <a:pt x="5" y="51"/>
                    <a:pt x="5" y="43"/>
                    <a:pt x="5" y="34"/>
                  </a:cubicBezTo>
                  <a:cubicBezTo>
                    <a:pt x="4" y="25"/>
                    <a:pt x="3" y="16"/>
                    <a:pt x="2" y="10"/>
                  </a:cubicBezTo>
                  <a:cubicBezTo>
                    <a:pt x="2" y="4"/>
                    <a:pt x="1" y="0"/>
                    <a:pt x="1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346">
              <a:extLst>
                <a:ext uri="{FF2B5EF4-FFF2-40B4-BE49-F238E27FC236}">
                  <a16:creationId xmlns:a16="http://schemas.microsoft.com/office/drawing/2014/main" id="{5D8E8333-C385-4A07-86B0-5812C6104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805"/>
              <a:ext cx="88" cy="202"/>
            </a:xfrm>
            <a:custGeom>
              <a:avLst/>
              <a:gdLst>
                <a:gd name="T0" fmla="*/ 20 w 37"/>
                <a:gd name="T1" fmla="*/ 85 h 85"/>
                <a:gd name="T2" fmla="*/ 7 w 37"/>
                <a:gd name="T3" fmla="*/ 1 h 85"/>
                <a:gd name="T4" fmla="*/ 4 w 37"/>
                <a:gd name="T5" fmla="*/ 2 h 85"/>
                <a:gd name="T6" fmla="*/ 20 w 37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85">
                  <a:moveTo>
                    <a:pt x="20" y="85"/>
                  </a:moveTo>
                  <a:cubicBezTo>
                    <a:pt x="20" y="85"/>
                    <a:pt x="37" y="32"/>
                    <a:pt x="7" y="1"/>
                  </a:cubicBezTo>
                  <a:cubicBezTo>
                    <a:pt x="6" y="0"/>
                    <a:pt x="4" y="0"/>
                    <a:pt x="4" y="2"/>
                  </a:cubicBezTo>
                  <a:cubicBezTo>
                    <a:pt x="2" y="10"/>
                    <a:pt x="0" y="37"/>
                    <a:pt x="20" y="85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347">
              <a:extLst>
                <a:ext uri="{FF2B5EF4-FFF2-40B4-BE49-F238E27FC236}">
                  <a16:creationId xmlns:a16="http://schemas.microsoft.com/office/drawing/2014/main" id="{5A1975B9-5641-4884-909B-AC81F8605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" y="3848"/>
              <a:ext cx="24" cy="159"/>
            </a:xfrm>
            <a:custGeom>
              <a:avLst/>
              <a:gdLst>
                <a:gd name="T0" fmla="*/ 0 w 10"/>
                <a:gd name="T1" fmla="*/ 0 h 67"/>
                <a:gd name="T2" fmla="*/ 3 w 10"/>
                <a:gd name="T3" fmla="*/ 10 h 67"/>
                <a:gd name="T4" fmla="*/ 7 w 10"/>
                <a:gd name="T5" fmla="*/ 33 h 67"/>
                <a:gd name="T6" fmla="*/ 10 w 10"/>
                <a:gd name="T7" fmla="*/ 57 h 67"/>
                <a:gd name="T8" fmla="*/ 10 w 10"/>
                <a:gd name="T9" fmla="*/ 67 h 67"/>
                <a:gd name="T10" fmla="*/ 8 w 10"/>
                <a:gd name="T11" fmla="*/ 57 h 67"/>
                <a:gd name="T12" fmla="*/ 5 w 10"/>
                <a:gd name="T13" fmla="*/ 34 h 67"/>
                <a:gd name="T14" fmla="*/ 1 w 10"/>
                <a:gd name="T15" fmla="*/ 10 h 67"/>
                <a:gd name="T16" fmla="*/ 0 w 10"/>
                <a:gd name="T1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67">
                  <a:moveTo>
                    <a:pt x="0" y="0"/>
                  </a:moveTo>
                  <a:cubicBezTo>
                    <a:pt x="1" y="0"/>
                    <a:pt x="1" y="4"/>
                    <a:pt x="3" y="10"/>
                  </a:cubicBezTo>
                  <a:cubicBezTo>
                    <a:pt x="4" y="16"/>
                    <a:pt x="5" y="24"/>
                    <a:pt x="7" y="33"/>
                  </a:cubicBezTo>
                  <a:cubicBezTo>
                    <a:pt x="8" y="42"/>
                    <a:pt x="9" y="51"/>
                    <a:pt x="10" y="57"/>
                  </a:cubicBezTo>
                  <a:cubicBezTo>
                    <a:pt x="10" y="63"/>
                    <a:pt x="10" y="67"/>
                    <a:pt x="10" y="67"/>
                  </a:cubicBezTo>
                  <a:cubicBezTo>
                    <a:pt x="10" y="67"/>
                    <a:pt x="9" y="63"/>
                    <a:pt x="8" y="57"/>
                  </a:cubicBezTo>
                  <a:cubicBezTo>
                    <a:pt x="7" y="50"/>
                    <a:pt x="6" y="42"/>
                    <a:pt x="5" y="34"/>
                  </a:cubicBezTo>
                  <a:cubicBezTo>
                    <a:pt x="4" y="25"/>
                    <a:pt x="2" y="17"/>
                    <a:pt x="1" y="10"/>
                  </a:cubicBezTo>
                  <a:cubicBezTo>
                    <a:pt x="0" y="4"/>
                    <a:pt x="0" y="0"/>
                    <a:pt x="0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348">
              <a:extLst>
                <a:ext uri="{FF2B5EF4-FFF2-40B4-BE49-F238E27FC236}">
                  <a16:creationId xmlns:a16="http://schemas.microsoft.com/office/drawing/2014/main" id="{6518D194-D569-4518-91ED-C8863DD5A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805"/>
              <a:ext cx="50" cy="202"/>
            </a:xfrm>
            <a:custGeom>
              <a:avLst/>
              <a:gdLst>
                <a:gd name="T0" fmla="*/ 3 w 21"/>
                <a:gd name="T1" fmla="*/ 0 h 85"/>
                <a:gd name="T2" fmla="*/ 1 w 21"/>
                <a:gd name="T3" fmla="*/ 2 h 85"/>
                <a:gd name="T4" fmla="*/ 0 w 21"/>
                <a:gd name="T5" fmla="*/ 13 h 85"/>
                <a:gd name="T6" fmla="*/ 0 w 21"/>
                <a:gd name="T7" fmla="*/ 14 h 85"/>
                <a:gd name="T8" fmla="*/ 17 w 21"/>
                <a:gd name="T9" fmla="*/ 85 h 85"/>
                <a:gd name="T10" fmla="*/ 17 w 21"/>
                <a:gd name="T11" fmla="*/ 84 h 85"/>
                <a:gd name="T12" fmla="*/ 15 w 21"/>
                <a:gd name="T13" fmla="*/ 75 h 85"/>
                <a:gd name="T14" fmla="*/ 12 w 21"/>
                <a:gd name="T15" fmla="*/ 52 h 85"/>
                <a:gd name="T16" fmla="*/ 8 w 21"/>
                <a:gd name="T17" fmla="*/ 28 h 85"/>
                <a:gd name="T18" fmla="*/ 7 w 21"/>
                <a:gd name="T19" fmla="*/ 18 h 85"/>
                <a:gd name="T20" fmla="*/ 7 w 21"/>
                <a:gd name="T21" fmla="*/ 18 h 85"/>
                <a:gd name="T22" fmla="*/ 10 w 21"/>
                <a:gd name="T23" fmla="*/ 28 h 85"/>
                <a:gd name="T24" fmla="*/ 14 w 21"/>
                <a:gd name="T25" fmla="*/ 51 h 85"/>
                <a:gd name="T26" fmla="*/ 17 w 21"/>
                <a:gd name="T27" fmla="*/ 75 h 85"/>
                <a:gd name="T28" fmla="*/ 17 w 21"/>
                <a:gd name="T29" fmla="*/ 83 h 85"/>
                <a:gd name="T30" fmla="*/ 21 w 21"/>
                <a:gd name="T31" fmla="*/ 51 h 85"/>
                <a:gd name="T32" fmla="*/ 4 w 21"/>
                <a:gd name="T33" fmla="*/ 1 h 85"/>
                <a:gd name="T34" fmla="*/ 3 w 21"/>
                <a:gd name="T3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85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4"/>
                    <a:pt x="0" y="8"/>
                    <a:pt x="0" y="13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28"/>
                    <a:pt x="3" y="51"/>
                    <a:pt x="17" y="85"/>
                  </a:cubicBezTo>
                  <a:cubicBezTo>
                    <a:pt x="17" y="85"/>
                    <a:pt x="17" y="85"/>
                    <a:pt x="17" y="84"/>
                  </a:cubicBezTo>
                  <a:cubicBezTo>
                    <a:pt x="16" y="83"/>
                    <a:pt x="16" y="80"/>
                    <a:pt x="15" y="75"/>
                  </a:cubicBezTo>
                  <a:cubicBezTo>
                    <a:pt x="14" y="68"/>
                    <a:pt x="13" y="60"/>
                    <a:pt x="12" y="52"/>
                  </a:cubicBezTo>
                  <a:cubicBezTo>
                    <a:pt x="11" y="43"/>
                    <a:pt x="9" y="35"/>
                    <a:pt x="8" y="28"/>
                  </a:cubicBezTo>
                  <a:cubicBezTo>
                    <a:pt x="7" y="22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8"/>
                    <a:pt x="8" y="22"/>
                    <a:pt x="10" y="28"/>
                  </a:cubicBezTo>
                  <a:cubicBezTo>
                    <a:pt x="11" y="34"/>
                    <a:pt x="12" y="42"/>
                    <a:pt x="14" y="51"/>
                  </a:cubicBezTo>
                  <a:cubicBezTo>
                    <a:pt x="15" y="60"/>
                    <a:pt x="16" y="69"/>
                    <a:pt x="17" y="75"/>
                  </a:cubicBezTo>
                  <a:cubicBezTo>
                    <a:pt x="17" y="78"/>
                    <a:pt x="17" y="81"/>
                    <a:pt x="17" y="83"/>
                  </a:cubicBezTo>
                  <a:cubicBezTo>
                    <a:pt x="18" y="78"/>
                    <a:pt x="21" y="65"/>
                    <a:pt x="21" y="51"/>
                  </a:cubicBezTo>
                  <a:cubicBezTo>
                    <a:pt x="21" y="34"/>
                    <a:pt x="18" y="15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349">
              <a:extLst>
                <a:ext uri="{FF2B5EF4-FFF2-40B4-BE49-F238E27FC236}">
                  <a16:creationId xmlns:a16="http://schemas.microsoft.com/office/drawing/2014/main" id="{E37D9974-39C1-46A2-9667-B18B8F9D4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" y="3848"/>
              <a:ext cx="24" cy="157"/>
            </a:xfrm>
            <a:custGeom>
              <a:avLst/>
              <a:gdLst>
                <a:gd name="T0" fmla="*/ 0 w 10"/>
                <a:gd name="T1" fmla="*/ 0 h 66"/>
                <a:gd name="T2" fmla="*/ 0 w 10"/>
                <a:gd name="T3" fmla="*/ 0 h 66"/>
                <a:gd name="T4" fmla="*/ 1 w 10"/>
                <a:gd name="T5" fmla="*/ 10 h 66"/>
                <a:gd name="T6" fmla="*/ 5 w 10"/>
                <a:gd name="T7" fmla="*/ 34 h 66"/>
                <a:gd name="T8" fmla="*/ 8 w 10"/>
                <a:gd name="T9" fmla="*/ 57 h 66"/>
                <a:gd name="T10" fmla="*/ 10 w 10"/>
                <a:gd name="T11" fmla="*/ 66 h 66"/>
                <a:gd name="T12" fmla="*/ 10 w 10"/>
                <a:gd name="T13" fmla="*/ 65 h 66"/>
                <a:gd name="T14" fmla="*/ 10 w 10"/>
                <a:gd name="T15" fmla="*/ 57 h 66"/>
                <a:gd name="T16" fmla="*/ 7 w 10"/>
                <a:gd name="T17" fmla="*/ 33 h 66"/>
                <a:gd name="T18" fmla="*/ 3 w 10"/>
                <a:gd name="T19" fmla="*/ 10 h 66"/>
                <a:gd name="T20" fmla="*/ 0 w 10"/>
                <a:gd name="T2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6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4"/>
                    <a:pt x="1" y="10"/>
                  </a:cubicBezTo>
                  <a:cubicBezTo>
                    <a:pt x="2" y="17"/>
                    <a:pt x="4" y="25"/>
                    <a:pt x="5" y="34"/>
                  </a:cubicBezTo>
                  <a:cubicBezTo>
                    <a:pt x="6" y="42"/>
                    <a:pt x="7" y="50"/>
                    <a:pt x="8" y="57"/>
                  </a:cubicBezTo>
                  <a:cubicBezTo>
                    <a:pt x="9" y="62"/>
                    <a:pt x="9" y="65"/>
                    <a:pt x="10" y="66"/>
                  </a:cubicBezTo>
                  <a:cubicBezTo>
                    <a:pt x="10" y="66"/>
                    <a:pt x="10" y="65"/>
                    <a:pt x="10" y="65"/>
                  </a:cubicBezTo>
                  <a:cubicBezTo>
                    <a:pt x="10" y="63"/>
                    <a:pt x="10" y="60"/>
                    <a:pt x="10" y="57"/>
                  </a:cubicBezTo>
                  <a:cubicBezTo>
                    <a:pt x="9" y="51"/>
                    <a:pt x="8" y="42"/>
                    <a:pt x="7" y="33"/>
                  </a:cubicBezTo>
                  <a:cubicBezTo>
                    <a:pt x="5" y="24"/>
                    <a:pt x="4" y="16"/>
                    <a:pt x="3" y="10"/>
                  </a:cubicBezTo>
                  <a:cubicBezTo>
                    <a:pt x="1" y="4"/>
                    <a:pt x="1" y="0"/>
                    <a:pt x="0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350">
              <a:extLst>
                <a:ext uri="{FF2B5EF4-FFF2-40B4-BE49-F238E27FC236}">
                  <a16:creationId xmlns:a16="http://schemas.microsoft.com/office/drawing/2014/main" id="{27B6C2CA-E7E1-4387-A266-57DA1AB8F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383"/>
              <a:ext cx="107" cy="182"/>
            </a:xfrm>
            <a:custGeom>
              <a:avLst/>
              <a:gdLst>
                <a:gd name="T0" fmla="*/ 0 w 45"/>
                <a:gd name="T1" fmla="*/ 77 h 77"/>
                <a:gd name="T2" fmla="*/ 40 w 45"/>
                <a:gd name="T3" fmla="*/ 2 h 77"/>
                <a:gd name="T4" fmla="*/ 37 w 45"/>
                <a:gd name="T5" fmla="*/ 1 h 77"/>
                <a:gd name="T6" fmla="*/ 0 w 45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77">
                  <a:moveTo>
                    <a:pt x="0" y="77"/>
                  </a:moveTo>
                  <a:cubicBezTo>
                    <a:pt x="0" y="77"/>
                    <a:pt x="45" y="45"/>
                    <a:pt x="40" y="2"/>
                  </a:cubicBezTo>
                  <a:cubicBezTo>
                    <a:pt x="40" y="1"/>
                    <a:pt x="38" y="0"/>
                    <a:pt x="37" y="1"/>
                  </a:cubicBezTo>
                  <a:cubicBezTo>
                    <a:pt x="31" y="7"/>
                    <a:pt x="13" y="27"/>
                    <a:pt x="0" y="77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351">
              <a:extLst>
                <a:ext uri="{FF2B5EF4-FFF2-40B4-BE49-F238E27FC236}">
                  <a16:creationId xmlns:a16="http://schemas.microsoft.com/office/drawing/2014/main" id="{0C6DE14D-2CF1-4990-A369-A67A8ED35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385"/>
              <a:ext cx="98" cy="180"/>
            </a:xfrm>
            <a:custGeom>
              <a:avLst/>
              <a:gdLst>
                <a:gd name="T0" fmla="*/ 39 w 41"/>
                <a:gd name="T1" fmla="*/ 0 h 76"/>
                <a:gd name="T2" fmla="*/ 37 w 41"/>
                <a:gd name="T3" fmla="*/ 0 h 76"/>
                <a:gd name="T4" fmla="*/ 0 w 41"/>
                <a:gd name="T5" fmla="*/ 76 h 76"/>
                <a:gd name="T6" fmla="*/ 41 w 41"/>
                <a:gd name="T7" fmla="*/ 7 h 76"/>
                <a:gd name="T8" fmla="*/ 40 w 41"/>
                <a:gd name="T9" fmla="*/ 1 h 76"/>
                <a:gd name="T10" fmla="*/ 39 w 41"/>
                <a:gd name="T1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76">
                  <a:moveTo>
                    <a:pt x="39" y="0"/>
                  </a:moveTo>
                  <a:cubicBezTo>
                    <a:pt x="38" y="0"/>
                    <a:pt x="38" y="0"/>
                    <a:pt x="37" y="0"/>
                  </a:cubicBezTo>
                  <a:cubicBezTo>
                    <a:pt x="31" y="6"/>
                    <a:pt x="13" y="26"/>
                    <a:pt x="0" y="76"/>
                  </a:cubicBezTo>
                  <a:cubicBezTo>
                    <a:pt x="0" y="76"/>
                    <a:pt x="41" y="47"/>
                    <a:pt x="41" y="7"/>
                  </a:cubicBezTo>
                  <a:cubicBezTo>
                    <a:pt x="41" y="5"/>
                    <a:pt x="41" y="3"/>
                    <a:pt x="40" y="1"/>
                  </a:cubicBezTo>
                  <a:cubicBezTo>
                    <a:pt x="40" y="0"/>
                    <a:pt x="39" y="0"/>
                    <a:pt x="39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352">
              <a:extLst>
                <a:ext uri="{FF2B5EF4-FFF2-40B4-BE49-F238E27FC236}">
                  <a16:creationId xmlns:a16="http://schemas.microsoft.com/office/drawing/2014/main" id="{ECE76716-B15F-44F4-A602-C16B4D37A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425"/>
              <a:ext cx="76" cy="140"/>
            </a:xfrm>
            <a:custGeom>
              <a:avLst/>
              <a:gdLst>
                <a:gd name="T0" fmla="*/ 32 w 32"/>
                <a:gd name="T1" fmla="*/ 0 h 59"/>
                <a:gd name="T2" fmla="*/ 28 w 32"/>
                <a:gd name="T3" fmla="*/ 9 h 59"/>
                <a:gd name="T4" fmla="*/ 18 w 32"/>
                <a:gd name="T5" fmla="*/ 30 h 59"/>
                <a:gd name="T6" fmla="*/ 6 w 32"/>
                <a:gd name="T7" fmla="*/ 51 h 59"/>
                <a:gd name="T8" fmla="*/ 0 w 32"/>
                <a:gd name="T9" fmla="*/ 59 h 59"/>
                <a:gd name="T10" fmla="*/ 5 w 32"/>
                <a:gd name="T11" fmla="*/ 50 h 59"/>
                <a:gd name="T12" fmla="*/ 16 w 32"/>
                <a:gd name="T13" fmla="*/ 29 h 59"/>
                <a:gd name="T14" fmla="*/ 27 w 32"/>
                <a:gd name="T15" fmla="*/ 9 h 59"/>
                <a:gd name="T16" fmla="*/ 32 w 32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59">
                  <a:moveTo>
                    <a:pt x="32" y="0"/>
                  </a:moveTo>
                  <a:cubicBezTo>
                    <a:pt x="32" y="0"/>
                    <a:pt x="31" y="4"/>
                    <a:pt x="28" y="9"/>
                  </a:cubicBezTo>
                  <a:cubicBezTo>
                    <a:pt x="26" y="15"/>
                    <a:pt x="22" y="22"/>
                    <a:pt x="18" y="30"/>
                  </a:cubicBezTo>
                  <a:cubicBezTo>
                    <a:pt x="13" y="39"/>
                    <a:pt x="9" y="46"/>
                    <a:pt x="6" y="51"/>
                  </a:cubicBezTo>
                  <a:cubicBezTo>
                    <a:pt x="3" y="56"/>
                    <a:pt x="0" y="59"/>
                    <a:pt x="0" y="59"/>
                  </a:cubicBezTo>
                  <a:cubicBezTo>
                    <a:pt x="0" y="59"/>
                    <a:pt x="2" y="55"/>
                    <a:pt x="5" y="50"/>
                  </a:cubicBezTo>
                  <a:cubicBezTo>
                    <a:pt x="8" y="44"/>
                    <a:pt x="12" y="37"/>
                    <a:pt x="16" y="29"/>
                  </a:cubicBezTo>
                  <a:cubicBezTo>
                    <a:pt x="20" y="22"/>
                    <a:pt x="24" y="15"/>
                    <a:pt x="27" y="9"/>
                  </a:cubicBezTo>
                  <a:cubicBezTo>
                    <a:pt x="30" y="3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353">
              <a:extLst>
                <a:ext uri="{FF2B5EF4-FFF2-40B4-BE49-F238E27FC236}">
                  <a16:creationId xmlns:a16="http://schemas.microsoft.com/office/drawing/2014/main" id="{46EB33BD-424E-4B60-A6BB-56CC11C1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760"/>
              <a:ext cx="166" cy="124"/>
            </a:xfrm>
            <a:custGeom>
              <a:avLst/>
              <a:gdLst>
                <a:gd name="T0" fmla="*/ 0 w 70"/>
                <a:gd name="T1" fmla="*/ 52 h 52"/>
                <a:gd name="T2" fmla="*/ 69 w 70"/>
                <a:gd name="T3" fmla="*/ 3 h 52"/>
                <a:gd name="T4" fmla="*/ 67 w 70"/>
                <a:gd name="T5" fmla="*/ 0 h 52"/>
                <a:gd name="T6" fmla="*/ 0 w 70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52">
                  <a:moveTo>
                    <a:pt x="0" y="52"/>
                  </a:moveTo>
                  <a:cubicBezTo>
                    <a:pt x="0" y="52"/>
                    <a:pt x="55" y="43"/>
                    <a:pt x="69" y="3"/>
                  </a:cubicBezTo>
                  <a:cubicBezTo>
                    <a:pt x="70" y="1"/>
                    <a:pt x="69" y="0"/>
                    <a:pt x="67" y="0"/>
                  </a:cubicBezTo>
                  <a:cubicBezTo>
                    <a:pt x="59" y="3"/>
                    <a:pt x="34" y="13"/>
                    <a:pt x="0" y="52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354">
              <a:extLst>
                <a:ext uri="{FF2B5EF4-FFF2-40B4-BE49-F238E27FC236}">
                  <a16:creationId xmlns:a16="http://schemas.microsoft.com/office/drawing/2014/main" id="{0378610D-6E98-4793-99A2-00A39461F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760"/>
              <a:ext cx="164" cy="124"/>
            </a:xfrm>
            <a:custGeom>
              <a:avLst/>
              <a:gdLst>
                <a:gd name="T0" fmla="*/ 68 w 69"/>
                <a:gd name="T1" fmla="*/ 0 h 52"/>
                <a:gd name="T2" fmla="*/ 67 w 69"/>
                <a:gd name="T3" fmla="*/ 0 h 52"/>
                <a:gd name="T4" fmla="*/ 6 w 69"/>
                <a:gd name="T5" fmla="*/ 44 h 52"/>
                <a:gd name="T6" fmla="*/ 0 w 69"/>
                <a:gd name="T7" fmla="*/ 51 h 52"/>
                <a:gd name="T8" fmla="*/ 0 w 69"/>
                <a:gd name="T9" fmla="*/ 52 h 52"/>
                <a:gd name="T10" fmla="*/ 69 w 69"/>
                <a:gd name="T11" fmla="*/ 3 h 52"/>
                <a:gd name="T12" fmla="*/ 69 w 69"/>
                <a:gd name="T13" fmla="*/ 2 h 52"/>
                <a:gd name="T14" fmla="*/ 68 w 69"/>
                <a:gd name="T1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52">
                  <a:moveTo>
                    <a:pt x="68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59" y="2"/>
                    <a:pt x="37" y="11"/>
                    <a:pt x="6" y="44"/>
                  </a:cubicBezTo>
                  <a:cubicBezTo>
                    <a:pt x="4" y="46"/>
                    <a:pt x="2" y="49"/>
                    <a:pt x="0" y="51"/>
                  </a:cubicBezTo>
                  <a:cubicBezTo>
                    <a:pt x="0" y="51"/>
                    <a:pt x="0" y="51"/>
                    <a:pt x="0" y="52"/>
                  </a:cubicBezTo>
                  <a:cubicBezTo>
                    <a:pt x="0" y="52"/>
                    <a:pt x="55" y="43"/>
                    <a:pt x="69" y="3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1"/>
                    <a:pt x="69" y="0"/>
                    <a:pt x="68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355">
              <a:extLst>
                <a:ext uri="{FF2B5EF4-FFF2-40B4-BE49-F238E27FC236}">
                  <a16:creationId xmlns:a16="http://schemas.microsoft.com/office/drawing/2014/main" id="{EBCA3AB8-45A5-4D79-ADF4-D31BA599A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791"/>
              <a:ext cx="131" cy="93"/>
            </a:xfrm>
            <a:custGeom>
              <a:avLst/>
              <a:gdLst>
                <a:gd name="T0" fmla="*/ 55 w 55"/>
                <a:gd name="T1" fmla="*/ 0 h 39"/>
                <a:gd name="T2" fmla="*/ 48 w 55"/>
                <a:gd name="T3" fmla="*/ 7 h 39"/>
                <a:gd name="T4" fmla="*/ 29 w 55"/>
                <a:gd name="T5" fmla="*/ 21 h 39"/>
                <a:gd name="T6" fmla="*/ 9 w 55"/>
                <a:gd name="T7" fmla="*/ 34 h 39"/>
                <a:gd name="T8" fmla="*/ 0 w 55"/>
                <a:gd name="T9" fmla="*/ 39 h 39"/>
                <a:gd name="T10" fmla="*/ 8 w 55"/>
                <a:gd name="T11" fmla="*/ 33 h 39"/>
                <a:gd name="T12" fmla="*/ 27 w 55"/>
                <a:gd name="T13" fmla="*/ 19 h 39"/>
                <a:gd name="T14" fmla="*/ 47 w 55"/>
                <a:gd name="T15" fmla="*/ 6 h 39"/>
                <a:gd name="T16" fmla="*/ 55 w 55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39">
                  <a:moveTo>
                    <a:pt x="55" y="0"/>
                  </a:moveTo>
                  <a:cubicBezTo>
                    <a:pt x="55" y="1"/>
                    <a:pt x="52" y="3"/>
                    <a:pt x="48" y="7"/>
                  </a:cubicBezTo>
                  <a:cubicBezTo>
                    <a:pt x="43" y="11"/>
                    <a:pt x="36" y="16"/>
                    <a:pt x="29" y="21"/>
                  </a:cubicBezTo>
                  <a:cubicBezTo>
                    <a:pt x="21" y="26"/>
                    <a:pt x="14" y="31"/>
                    <a:pt x="9" y="34"/>
                  </a:cubicBezTo>
                  <a:cubicBezTo>
                    <a:pt x="4" y="37"/>
                    <a:pt x="0" y="39"/>
                    <a:pt x="0" y="39"/>
                  </a:cubicBezTo>
                  <a:cubicBezTo>
                    <a:pt x="0" y="39"/>
                    <a:pt x="3" y="36"/>
                    <a:pt x="8" y="33"/>
                  </a:cubicBezTo>
                  <a:cubicBezTo>
                    <a:pt x="14" y="29"/>
                    <a:pt x="20" y="24"/>
                    <a:pt x="27" y="19"/>
                  </a:cubicBezTo>
                  <a:cubicBezTo>
                    <a:pt x="35" y="14"/>
                    <a:pt x="41" y="10"/>
                    <a:pt x="47" y="6"/>
                  </a:cubicBezTo>
                  <a:cubicBezTo>
                    <a:pt x="52" y="2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356">
              <a:extLst>
                <a:ext uri="{FF2B5EF4-FFF2-40B4-BE49-F238E27FC236}">
                  <a16:creationId xmlns:a16="http://schemas.microsoft.com/office/drawing/2014/main" id="{757C5372-0F53-4797-8EC2-519B852B6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" y="4121"/>
              <a:ext cx="235" cy="257"/>
            </a:xfrm>
            <a:custGeom>
              <a:avLst/>
              <a:gdLst>
                <a:gd name="T0" fmla="*/ 38 w 235"/>
                <a:gd name="T1" fmla="*/ 0 h 257"/>
                <a:gd name="T2" fmla="*/ 0 w 235"/>
                <a:gd name="T3" fmla="*/ 257 h 257"/>
                <a:gd name="T4" fmla="*/ 235 w 235"/>
                <a:gd name="T5" fmla="*/ 257 h 257"/>
                <a:gd name="T6" fmla="*/ 204 w 235"/>
                <a:gd name="T7" fmla="*/ 0 h 257"/>
                <a:gd name="T8" fmla="*/ 38 w 235"/>
                <a:gd name="T9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257">
                  <a:moveTo>
                    <a:pt x="38" y="0"/>
                  </a:moveTo>
                  <a:lnTo>
                    <a:pt x="0" y="257"/>
                  </a:lnTo>
                  <a:lnTo>
                    <a:pt x="235" y="257"/>
                  </a:lnTo>
                  <a:lnTo>
                    <a:pt x="204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357">
              <a:extLst>
                <a:ext uri="{FF2B5EF4-FFF2-40B4-BE49-F238E27FC236}">
                  <a16:creationId xmlns:a16="http://schemas.microsoft.com/office/drawing/2014/main" id="{67E1A825-073B-4D02-A154-8C4A8058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" y="4200"/>
              <a:ext cx="18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358">
              <a:extLst>
                <a:ext uri="{FF2B5EF4-FFF2-40B4-BE49-F238E27FC236}">
                  <a16:creationId xmlns:a16="http://schemas.microsoft.com/office/drawing/2014/main" id="{18C3A18E-267A-42E8-A6AD-89E1A5C3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4219"/>
              <a:ext cx="197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9" name="Freeform: Shape 398">
            <a:extLst>
              <a:ext uri="{FF2B5EF4-FFF2-40B4-BE49-F238E27FC236}">
                <a16:creationId xmlns:a16="http://schemas.microsoft.com/office/drawing/2014/main" id="{8FDDE4C5-2172-4E24-B99A-74D2235928E8}"/>
              </a:ext>
            </a:extLst>
          </p:cNvPr>
          <p:cNvSpPr/>
          <p:nvPr/>
        </p:nvSpPr>
        <p:spPr>
          <a:xfrm rot="2576334">
            <a:off x="-209294" y="-597797"/>
            <a:ext cx="998261" cy="1928857"/>
          </a:xfrm>
          <a:custGeom>
            <a:avLst/>
            <a:gdLst>
              <a:gd name="connsiteX0" fmla="*/ 0 w 998261"/>
              <a:gd name="connsiteY0" fmla="*/ 928070 h 1928857"/>
              <a:gd name="connsiteX1" fmla="*/ 997363 w 998261"/>
              <a:gd name="connsiteY1" fmla="*/ 0 h 1928857"/>
              <a:gd name="connsiteX2" fmla="*/ 998261 w 998261"/>
              <a:gd name="connsiteY2" fmla="*/ 0 h 1928857"/>
              <a:gd name="connsiteX3" fmla="*/ 998261 w 998261"/>
              <a:gd name="connsiteY3" fmla="*/ 1928857 h 1928857"/>
              <a:gd name="connsiteX4" fmla="*/ 931255 w 998261"/>
              <a:gd name="connsiteY4" fmla="*/ 1928857 h 192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8261" h="1928857">
                <a:moveTo>
                  <a:pt x="0" y="928070"/>
                </a:moveTo>
                <a:lnTo>
                  <a:pt x="997363" y="0"/>
                </a:lnTo>
                <a:lnTo>
                  <a:pt x="998261" y="0"/>
                </a:lnTo>
                <a:lnTo>
                  <a:pt x="998261" y="1928857"/>
                </a:lnTo>
                <a:lnTo>
                  <a:pt x="931255" y="1928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E620E-AF93-4B94-8FA3-ABD81E2AED71}"/>
              </a:ext>
            </a:extLst>
          </p:cNvPr>
          <p:cNvSpPr txBox="1"/>
          <p:nvPr/>
        </p:nvSpPr>
        <p:spPr>
          <a:xfrm>
            <a:off x="1693338" y="5020067"/>
            <a:ext cx="3005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빅데이터분석학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김예지</a:t>
            </a:r>
          </a:p>
        </p:txBody>
      </p:sp>
    </p:spTree>
    <p:extLst>
      <p:ext uri="{BB962C8B-B14F-4D97-AF65-F5344CB8AC3E}">
        <p14:creationId xmlns:p14="http://schemas.microsoft.com/office/powerpoint/2010/main" val="171509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sosceles Triangle 186">
            <a:extLst>
              <a:ext uri="{FF2B5EF4-FFF2-40B4-BE49-F238E27FC236}">
                <a16:creationId xmlns:a16="http://schemas.microsoft.com/office/drawing/2014/main" id="{165E8D8D-C8A9-41BA-972D-316B535598A2}"/>
              </a:ext>
            </a:extLst>
          </p:cNvPr>
          <p:cNvSpPr/>
          <p:nvPr/>
        </p:nvSpPr>
        <p:spPr>
          <a:xfrm rot="5400000">
            <a:off x="4213967" y="88066"/>
            <a:ext cx="1862148" cy="1686017"/>
          </a:xfrm>
          <a:prstGeom prst="triangle">
            <a:avLst>
              <a:gd name="adj" fmla="val 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1A6CB-337A-4424-AF83-9E5A0DFF9F2C}"/>
              </a:ext>
            </a:extLst>
          </p:cNvPr>
          <p:cNvSpPr/>
          <p:nvPr/>
        </p:nvSpPr>
        <p:spPr>
          <a:xfrm>
            <a:off x="0" y="0"/>
            <a:ext cx="4305300" cy="6858000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2" name="Isosceles Triangle 181">
            <a:extLst>
              <a:ext uri="{FF2B5EF4-FFF2-40B4-BE49-F238E27FC236}">
                <a16:creationId xmlns:a16="http://schemas.microsoft.com/office/drawing/2014/main" id="{B2CDC741-8BB6-4C80-8DC1-12BCCA3D133C}"/>
              </a:ext>
            </a:extLst>
          </p:cNvPr>
          <p:cNvSpPr/>
          <p:nvPr/>
        </p:nvSpPr>
        <p:spPr>
          <a:xfrm>
            <a:off x="-7849" y="1845732"/>
            <a:ext cx="4313149" cy="5008741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73DAB-D5E5-45FF-BD53-C0ECE691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1759"/>
            <a:ext cx="3352250" cy="1480608"/>
          </a:xfrm>
        </p:spPr>
        <p:txBody>
          <a:bodyPr vert="horz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</a:rPr>
              <a:t>목차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93C5CC-321B-43AA-8AF0-F51AB68F2C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9275" y="2759488"/>
            <a:ext cx="3398822" cy="3184756"/>
            <a:chOff x="346" y="222"/>
            <a:chExt cx="4144" cy="388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ECF8F76-3037-4745-AD65-A32B09BF1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" y="3834"/>
              <a:ext cx="119" cy="240"/>
            </a:xfrm>
            <a:custGeom>
              <a:avLst/>
              <a:gdLst>
                <a:gd name="T0" fmla="*/ 0 w 50"/>
                <a:gd name="T1" fmla="*/ 0 h 101"/>
                <a:gd name="T2" fmla="*/ 0 w 50"/>
                <a:gd name="T3" fmla="*/ 101 h 101"/>
                <a:gd name="T4" fmla="*/ 23 w 50"/>
                <a:gd name="T5" fmla="*/ 101 h 101"/>
                <a:gd name="T6" fmla="*/ 23 w 50"/>
                <a:gd name="T7" fmla="*/ 69 h 101"/>
                <a:gd name="T8" fmla="*/ 50 w 50"/>
                <a:gd name="T9" fmla="*/ 0 h 101"/>
                <a:gd name="T10" fmla="*/ 0 w 50"/>
                <a:gd name="T1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101">
                  <a:moveTo>
                    <a:pt x="0" y="0"/>
                  </a:moveTo>
                  <a:cubicBezTo>
                    <a:pt x="0" y="101"/>
                    <a:pt x="0" y="101"/>
                    <a:pt x="0" y="101"/>
                  </a:cubicBezTo>
                  <a:cubicBezTo>
                    <a:pt x="23" y="101"/>
                    <a:pt x="23" y="101"/>
                    <a:pt x="23" y="101"/>
                  </a:cubicBezTo>
                  <a:cubicBezTo>
                    <a:pt x="23" y="101"/>
                    <a:pt x="21" y="81"/>
                    <a:pt x="23" y="69"/>
                  </a:cubicBezTo>
                  <a:cubicBezTo>
                    <a:pt x="25" y="57"/>
                    <a:pt x="50" y="27"/>
                    <a:pt x="5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E1E160D-FE4A-42DF-A851-84933005F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834"/>
              <a:ext cx="121" cy="240"/>
            </a:xfrm>
            <a:custGeom>
              <a:avLst/>
              <a:gdLst>
                <a:gd name="T0" fmla="*/ 0 w 51"/>
                <a:gd name="T1" fmla="*/ 0 h 101"/>
                <a:gd name="T2" fmla="*/ 0 w 51"/>
                <a:gd name="T3" fmla="*/ 101 h 101"/>
                <a:gd name="T4" fmla="*/ 23 w 51"/>
                <a:gd name="T5" fmla="*/ 101 h 101"/>
                <a:gd name="T6" fmla="*/ 23 w 51"/>
                <a:gd name="T7" fmla="*/ 69 h 101"/>
                <a:gd name="T8" fmla="*/ 50 w 51"/>
                <a:gd name="T9" fmla="*/ 0 h 101"/>
                <a:gd name="T10" fmla="*/ 0 w 51"/>
                <a:gd name="T1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01">
                  <a:moveTo>
                    <a:pt x="0" y="0"/>
                  </a:moveTo>
                  <a:cubicBezTo>
                    <a:pt x="0" y="101"/>
                    <a:pt x="0" y="101"/>
                    <a:pt x="0" y="101"/>
                  </a:cubicBezTo>
                  <a:cubicBezTo>
                    <a:pt x="23" y="101"/>
                    <a:pt x="23" y="101"/>
                    <a:pt x="23" y="101"/>
                  </a:cubicBezTo>
                  <a:cubicBezTo>
                    <a:pt x="23" y="101"/>
                    <a:pt x="21" y="81"/>
                    <a:pt x="23" y="69"/>
                  </a:cubicBezTo>
                  <a:cubicBezTo>
                    <a:pt x="26" y="57"/>
                    <a:pt x="51" y="27"/>
                    <a:pt x="5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2F238DA6-B694-4BA8-A724-367ED2FE1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" y="3834"/>
              <a:ext cx="121" cy="240"/>
            </a:xfrm>
            <a:custGeom>
              <a:avLst/>
              <a:gdLst>
                <a:gd name="T0" fmla="*/ 51 w 51"/>
                <a:gd name="T1" fmla="*/ 0 h 101"/>
                <a:gd name="T2" fmla="*/ 51 w 51"/>
                <a:gd name="T3" fmla="*/ 101 h 101"/>
                <a:gd name="T4" fmla="*/ 27 w 51"/>
                <a:gd name="T5" fmla="*/ 101 h 101"/>
                <a:gd name="T6" fmla="*/ 27 w 51"/>
                <a:gd name="T7" fmla="*/ 69 h 101"/>
                <a:gd name="T8" fmla="*/ 1 w 51"/>
                <a:gd name="T9" fmla="*/ 0 h 101"/>
                <a:gd name="T10" fmla="*/ 51 w 51"/>
                <a:gd name="T1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01">
                  <a:moveTo>
                    <a:pt x="51" y="0"/>
                  </a:moveTo>
                  <a:cubicBezTo>
                    <a:pt x="51" y="101"/>
                    <a:pt x="51" y="101"/>
                    <a:pt x="51" y="10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7" y="101"/>
                    <a:pt x="30" y="81"/>
                    <a:pt x="27" y="69"/>
                  </a:cubicBezTo>
                  <a:cubicBezTo>
                    <a:pt x="25" y="57"/>
                    <a:pt x="0" y="27"/>
                    <a:pt x="1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0DA85292-6E0E-49BB-8112-56C33A5EA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3834"/>
              <a:ext cx="121" cy="240"/>
            </a:xfrm>
            <a:custGeom>
              <a:avLst/>
              <a:gdLst>
                <a:gd name="T0" fmla="*/ 51 w 51"/>
                <a:gd name="T1" fmla="*/ 0 h 101"/>
                <a:gd name="T2" fmla="*/ 51 w 51"/>
                <a:gd name="T3" fmla="*/ 101 h 101"/>
                <a:gd name="T4" fmla="*/ 28 w 51"/>
                <a:gd name="T5" fmla="*/ 101 h 101"/>
                <a:gd name="T6" fmla="*/ 28 w 51"/>
                <a:gd name="T7" fmla="*/ 69 h 101"/>
                <a:gd name="T8" fmla="*/ 1 w 51"/>
                <a:gd name="T9" fmla="*/ 0 h 101"/>
                <a:gd name="T10" fmla="*/ 51 w 51"/>
                <a:gd name="T1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01">
                  <a:moveTo>
                    <a:pt x="51" y="0"/>
                  </a:moveTo>
                  <a:cubicBezTo>
                    <a:pt x="51" y="101"/>
                    <a:pt x="51" y="101"/>
                    <a:pt x="51" y="101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8" y="101"/>
                    <a:pt x="30" y="81"/>
                    <a:pt x="28" y="69"/>
                  </a:cubicBezTo>
                  <a:cubicBezTo>
                    <a:pt x="26" y="57"/>
                    <a:pt x="0" y="27"/>
                    <a:pt x="1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97E795A0-D273-4ED6-AB69-3B68E7C3A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2659"/>
              <a:ext cx="1318" cy="118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B9495FAB-B11C-4DAF-88B6-274586D34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2659"/>
              <a:ext cx="353" cy="1185"/>
            </a:xfrm>
            <a:custGeom>
              <a:avLst/>
              <a:gdLst>
                <a:gd name="T0" fmla="*/ 0 w 353"/>
                <a:gd name="T1" fmla="*/ 0 h 1185"/>
                <a:gd name="T2" fmla="*/ 9 w 353"/>
                <a:gd name="T3" fmla="*/ 1185 h 1185"/>
                <a:gd name="T4" fmla="*/ 353 w 353"/>
                <a:gd name="T5" fmla="*/ 1185 h 1185"/>
                <a:gd name="T6" fmla="*/ 353 w 353"/>
                <a:gd name="T7" fmla="*/ 0 h 1185"/>
                <a:gd name="T8" fmla="*/ 0 w 353"/>
                <a:gd name="T9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1185">
                  <a:moveTo>
                    <a:pt x="0" y="0"/>
                  </a:moveTo>
                  <a:lnTo>
                    <a:pt x="9" y="1185"/>
                  </a:lnTo>
                  <a:lnTo>
                    <a:pt x="353" y="1185"/>
                  </a:lnTo>
                  <a:lnTo>
                    <a:pt x="3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C0863698-1D90-40D4-939E-EC169FBD0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747"/>
              <a:ext cx="845" cy="301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8F737439-C2FC-4779-9C16-D5737E4E9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3108"/>
              <a:ext cx="845" cy="301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40D80F15-2B4A-4811-BB3A-9DA65A84A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3469"/>
              <a:ext cx="845" cy="301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F6D68868-2F5A-48B5-AF37-636811ADF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2319"/>
              <a:ext cx="508" cy="340"/>
            </a:xfrm>
            <a:custGeom>
              <a:avLst/>
              <a:gdLst>
                <a:gd name="T0" fmla="*/ 38 w 508"/>
                <a:gd name="T1" fmla="*/ 0 h 340"/>
                <a:gd name="T2" fmla="*/ 0 w 508"/>
                <a:gd name="T3" fmla="*/ 340 h 340"/>
                <a:gd name="T4" fmla="*/ 468 w 508"/>
                <a:gd name="T5" fmla="*/ 340 h 340"/>
                <a:gd name="T6" fmla="*/ 508 w 508"/>
                <a:gd name="T7" fmla="*/ 0 h 340"/>
                <a:gd name="T8" fmla="*/ 38 w 508"/>
                <a:gd name="T9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8" h="340">
                  <a:moveTo>
                    <a:pt x="38" y="0"/>
                  </a:moveTo>
                  <a:lnTo>
                    <a:pt x="0" y="340"/>
                  </a:lnTo>
                  <a:lnTo>
                    <a:pt x="468" y="340"/>
                  </a:lnTo>
                  <a:lnTo>
                    <a:pt x="508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8A052EEB-07D7-4DB7-A08F-580C9ED56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2319"/>
              <a:ext cx="508" cy="340"/>
            </a:xfrm>
            <a:custGeom>
              <a:avLst/>
              <a:gdLst>
                <a:gd name="T0" fmla="*/ 38 w 508"/>
                <a:gd name="T1" fmla="*/ 0 h 340"/>
                <a:gd name="T2" fmla="*/ 0 w 508"/>
                <a:gd name="T3" fmla="*/ 340 h 340"/>
                <a:gd name="T4" fmla="*/ 468 w 508"/>
                <a:gd name="T5" fmla="*/ 340 h 340"/>
                <a:gd name="T6" fmla="*/ 508 w 508"/>
                <a:gd name="T7" fmla="*/ 0 h 340"/>
                <a:gd name="T8" fmla="*/ 38 w 508"/>
                <a:gd name="T9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8" h="340">
                  <a:moveTo>
                    <a:pt x="38" y="0"/>
                  </a:moveTo>
                  <a:lnTo>
                    <a:pt x="0" y="340"/>
                  </a:lnTo>
                  <a:lnTo>
                    <a:pt x="468" y="340"/>
                  </a:lnTo>
                  <a:lnTo>
                    <a:pt x="508" y="0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31DD2B11-473A-4E9D-9E5B-C0FEDB9F9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343"/>
              <a:ext cx="455" cy="297"/>
            </a:xfrm>
            <a:custGeom>
              <a:avLst/>
              <a:gdLst>
                <a:gd name="T0" fmla="*/ 35 w 455"/>
                <a:gd name="T1" fmla="*/ 0 h 297"/>
                <a:gd name="T2" fmla="*/ 0 w 455"/>
                <a:gd name="T3" fmla="*/ 297 h 297"/>
                <a:gd name="T4" fmla="*/ 422 w 455"/>
                <a:gd name="T5" fmla="*/ 297 h 297"/>
                <a:gd name="T6" fmla="*/ 455 w 455"/>
                <a:gd name="T7" fmla="*/ 0 h 297"/>
                <a:gd name="T8" fmla="*/ 35 w 455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297">
                  <a:moveTo>
                    <a:pt x="35" y="0"/>
                  </a:moveTo>
                  <a:lnTo>
                    <a:pt x="0" y="297"/>
                  </a:lnTo>
                  <a:lnTo>
                    <a:pt x="422" y="297"/>
                  </a:lnTo>
                  <a:lnTo>
                    <a:pt x="45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498CA821-CD0B-4F41-8E4D-0CC72036A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343"/>
              <a:ext cx="455" cy="297"/>
            </a:xfrm>
            <a:custGeom>
              <a:avLst/>
              <a:gdLst>
                <a:gd name="T0" fmla="*/ 35 w 455"/>
                <a:gd name="T1" fmla="*/ 0 h 297"/>
                <a:gd name="T2" fmla="*/ 0 w 455"/>
                <a:gd name="T3" fmla="*/ 297 h 297"/>
                <a:gd name="T4" fmla="*/ 422 w 455"/>
                <a:gd name="T5" fmla="*/ 297 h 297"/>
                <a:gd name="T6" fmla="*/ 455 w 455"/>
                <a:gd name="T7" fmla="*/ 0 h 297"/>
                <a:gd name="T8" fmla="*/ 35 w 455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5" h="297">
                  <a:moveTo>
                    <a:pt x="35" y="0"/>
                  </a:moveTo>
                  <a:lnTo>
                    <a:pt x="0" y="297"/>
                  </a:lnTo>
                  <a:lnTo>
                    <a:pt x="422" y="297"/>
                  </a:lnTo>
                  <a:lnTo>
                    <a:pt x="45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25847377-A580-44B4-9A27-DED352C4E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" y="2393"/>
              <a:ext cx="280" cy="197"/>
            </a:xfrm>
            <a:custGeom>
              <a:avLst/>
              <a:gdLst>
                <a:gd name="T0" fmla="*/ 23 w 280"/>
                <a:gd name="T1" fmla="*/ 0 h 197"/>
                <a:gd name="T2" fmla="*/ 0 w 280"/>
                <a:gd name="T3" fmla="*/ 197 h 197"/>
                <a:gd name="T4" fmla="*/ 268 w 280"/>
                <a:gd name="T5" fmla="*/ 197 h 197"/>
                <a:gd name="T6" fmla="*/ 280 w 280"/>
                <a:gd name="T7" fmla="*/ 0 h 197"/>
                <a:gd name="T8" fmla="*/ 23 w 280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197">
                  <a:moveTo>
                    <a:pt x="23" y="0"/>
                  </a:moveTo>
                  <a:lnTo>
                    <a:pt x="0" y="197"/>
                  </a:lnTo>
                  <a:lnTo>
                    <a:pt x="268" y="197"/>
                  </a:lnTo>
                  <a:lnTo>
                    <a:pt x="28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4A8849D8-3726-4944-83D7-55D1B98C4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466"/>
              <a:ext cx="119" cy="193"/>
            </a:xfrm>
            <a:custGeom>
              <a:avLst/>
              <a:gdLst>
                <a:gd name="T0" fmla="*/ 21 w 119"/>
                <a:gd name="T1" fmla="*/ 0 h 193"/>
                <a:gd name="T2" fmla="*/ 119 w 119"/>
                <a:gd name="T3" fmla="*/ 193 h 193"/>
                <a:gd name="T4" fmla="*/ 0 w 119"/>
                <a:gd name="T5" fmla="*/ 193 h 193"/>
                <a:gd name="T6" fmla="*/ 21 w 119"/>
                <a:gd name="T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93">
                  <a:moveTo>
                    <a:pt x="21" y="0"/>
                  </a:moveTo>
                  <a:lnTo>
                    <a:pt x="119" y="193"/>
                  </a:lnTo>
                  <a:lnTo>
                    <a:pt x="0" y="19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12484F0E-8F7B-412C-B042-A5F151149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466"/>
              <a:ext cx="119" cy="193"/>
            </a:xfrm>
            <a:custGeom>
              <a:avLst/>
              <a:gdLst>
                <a:gd name="T0" fmla="*/ 21 w 119"/>
                <a:gd name="T1" fmla="*/ 0 h 193"/>
                <a:gd name="T2" fmla="*/ 119 w 119"/>
                <a:gd name="T3" fmla="*/ 193 h 193"/>
                <a:gd name="T4" fmla="*/ 0 w 119"/>
                <a:gd name="T5" fmla="*/ 193 h 193"/>
                <a:gd name="T6" fmla="*/ 21 w 119"/>
                <a:gd name="T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93">
                  <a:moveTo>
                    <a:pt x="21" y="0"/>
                  </a:moveTo>
                  <a:lnTo>
                    <a:pt x="119" y="193"/>
                  </a:lnTo>
                  <a:lnTo>
                    <a:pt x="0" y="193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2" name="Oval 21">
              <a:extLst>
                <a:ext uri="{FF2B5EF4-FFF2-40B4-BE49-F238E27FC236}">
                  <a16:creationId xmlns:a16="http://schemas.microsoft.com/office/drawing/2014/main" id="{340D80E4-3D8F-4722-B85B-F63A19CA6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" y="2882"/>
              <a:ext cx="61" cy="62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3" name="Oval 22">
              <a:extLst>
                <a:ext uri="{FF2B5EF4-FFF2-40B4-BE49-F238E27FC236}">
                  <a16:creationId xmlns:a16="http://schemas.microsoft.com/office/drawing/2014/main" id="{A183511E-E999-496A-88A0-60F79A381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" y="3248"/>
              <a:ext cx="61" cy="61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4" name="Oval 23">
              <a:extLst>
                <a:ext uri="{FF2B5EF4-FFF2-40B4-BE49-F238E27FC236}">
                  <a16:creationId xmlns:a16="http://schemas.microsoft.com/office/drawing/2014/main" id="{44DD451F-C810-46D2-84DC-E99530B49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" y="3611"/>
              <a:ext cx="61" cy="62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B8343C92-BFCE-4E58-BA83-4FD038F3C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" y="728"/>
              <a:ext cx="770" cy="976"/>
            </a:xfrm>
            <a:custGeom>
              <a:avLst/>
              <a:gdLst>
                <a:gd name="T0" fmla="*/ 748 w 770"/>
                <a:gd name="T1" fmla="*/ 7 h 976"/>
                <a:gd name="T2" fmla="*/ 0 w 770"/>
                <a:gd name="T3" fmla="*/ 0 h 976"/>
                <a:gd name="T4" fmla="*/ 22 w 770"/>
                <a:gd name="T5" fmla="*/ 974 h 976"/>
                <a:gd name="T6" fmla="*/ 770 w 770"/>
                <a:gd name="T7" fmla="*/ 976 h 976"/>
                <a:gd name="T8" fmla="*/ 748 w 770"/>
                <a:gd name="T9" fmla="*/ 7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976">
                  <a:moveTo>
                    <a:pt x="748" y="7"/>
                  </a:moveTo>
                  <a:lnTo>
                    <a:pt x="0" y="0"/>
                  </a:lnTo>
                  <a:lnTo>
                    <a:pt x="22" y="974"/>
                  </a:lnTo>
                  <a:lnTo>
                    <a:pt x="770" y="976"/>
                  </a:lnTo>
                  <a:lnTo>
                    <a:pt x="748" y="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3ACA7200-58F1-46A1-AC3A-5E6564C5E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761"/>
              <a:ext cx="672" cy="893"/>
            </a:xfrm>
            <a:custGeom>
              <a:avLst/>
              <a:gdLst>
                <a:gd name="T0" fmla="*/ 656 w 672"/>
                <a:gd name="T1" fmla="*/ 19 h 893"/>
                <a:gd name="T2" fmla="*/ 0 w 672"/>
                <a:gd name="T3" fmla="*/ 0 h 893"/>
                <a:gd name="T4" fmla="*/ 19 w 672"/>
                <a:gd name="T5" fmla="*/ 884 h 893"/>
                <a:gd name="T6" fmla="*/ 672 w 672"/>
                <a:gd name="T7" fmla="*/ 893 h 893"/>
                <a:gd name="T8" fmla="*/ 656 w 672"/>
                <a:gd name="T9" fmla="*/ 19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2" h="893">
                  <a:moveTo>
                    <a:pt x="656" y="19"/>
                  </a:moveTo>
                  <a:lnTo>
                    <a:pt x="0" y="0"/>
                  </a:lnTo>
                  <a:lnTo>
                    <a:pt x="19" y="884"/>
                  </a:lnTo>
                  <a:lnTo>
                    <a:pt x="672" y="893"/>
                  </a:lnTo>
                  <a:lnTo>
                    <a:pt x="656" y="19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6A4C974F-0605-4E45-B1D1-D60521E28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904"/>
              <a:ext cx="446" cy="617"/>
            </a:xfrm>
            <a:custGeom>
              <a:avLst/>
              <a:gdLst>
                <a:gd name="T0" fmla="*/ 434 w 446"/>
                <a:gd name="T1" fmla="*/ 7 h 617"/>
                <a:gd name="T2" fmla="*/ 0 w 446"/>
                <a:gd name="T3" fmla="*/ 0 h 617"/>
                <a:gd name="T4" fmla="*/ 11 w 446"/>
                <a:gd name="T5" fmla="*/ 617 h 617"/>
                <a:gd name="T6" fmla="*/ 446 w 446"/>
                <a:gd name="T7" fmla="*/ 608 h 617"/>
                <a:gd name="T8" fmla="*/ 434 w 446"/>
                <a:gd name="T9" fmla="*/ 7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617">
                  <a:moveTo>
                    <a:pt x="434" y="7"/>
                  </a:moveTo>
                  <a:lnTo>
                    <a:pt x="0" y="0"/>
                  </a:lnTo>
                  <a:lnTo>
                    <a:pt x="11" y="617"/>
                  </a:lnTo>
                  <a:lnTo>
                    <a:pt x="446" y="608"/>
                  </a:lnTo>
                  <a:lnTo>
                    <a:pt x="434" y="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F85F7B19-F7B0-4AC8-A073-85FB87DBE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904"/>
              <a:ext cx="439" cy="617"/>
            </a:xfrm>
            <a:custGeom>
              <a:avLst/>
              <a:gdLst>
                <a:gd name="T0" fmla="*/ 11 w 439"/>
                <a:gd name="T1" fmla="*/ 617 h 617"/>
                <a:gd name="T2" fmla="*/ 439 w 439"/>
                <a:gd name="T3" fmla="*/ 292 h 617"/>
                <a:gd name="T4" fmla="*/ 0 w 439"/>
                <a:gd name="T5" fmla="*/ 0 h 617"/>
                <a:gd name="T6" fmla="*/ 11 w 439"/>
                <a:gd name="T7" fmla="*/ 617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617">
                  <a:moveTo>
                    <a:pt x="11" y="617"/>
                  </a:moveTo>
                  <a:lnTo>
                    <a:pt x="439" y="292"/>
                  </a:lnTo>
                  <a:lnTo>
                    <a:pt x="0" y="0"/>
                  </a:lnTo>
                  <a:lnTo>
                    <a:pt x="11" y="61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94AEDD60-A129-44D4-BA86-DCD73A6F1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2"/>
              <a:ext cx="672" cy="857"/>
            </a:xfrm>
            <a:custGeom>
              <a:avLst/>
              <a:gdLst>
                <a:gd name="T0" fmla="*/ 655 w 672"/>
                <a:gd name="T1" fmla="*/ 7 h 857"/>
                <a:gd name="T2" fmla="*/ 0 w 672"/>
                <a:gd name="T3" fmla="*/ 0 h 857"/>
                <a:gd name="T4" fmla="*/ 17 w 672"/>
                <a:gd name="T5" fmla="*/ 855 h 857"/>
                <a:gd name="T6" fmla="*/ 672 w 672"/>
                <a:gd name="T7" fmla="*/ 857 h 857"/>
                <a:gd name="T8" fmla="*/ 655 w 672"/>
                <a:gd name="T9" fmla="*/ 7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2" h="857">
                  <a:moveTo>
                    <a:pt x="655" y="7"/>
                  </a:moveTo>
                  <a:lnTo>
                    <a:pt x="0" y="0"/>
                  </a:lnTo>
                  <a:lnTo>
                    <a:pt x="17" y="855"/>
                  </a:lnTo>
                  <a:lnTo>
                    <a:pt x="672" y="857"/>
                  </a:lnTo>
                  <a:lnTo>
                    <a:pt x="655" y="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F549C95B-5D48-4BBC-93C4-00753A2EC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50"/>
              <a:ext cx="591" cy="784"/>
            </a:xfrm>
            <a:custGeom>
              <a:avLst/>
              <a:gdLst>
                <a:gd name="T0" fmla="*/ 575 w 591"/>
                <a:gd name="T1" fmla="*/ 17 h 784"/>
                <a:gd name="T2" fmla="*/ 0 w 591"/>
                <a:gd name="T3" fmla="*/ 0 h 784"/>
                <a:gd name="T4" fmla="*/ 17 w 591"/>
                <a:gd name="T5" fmla="*/ 777 h 784"/>
                <a:gd name="T6" fmla="*/ 591 w 591"/>
                <a:gd name="T7" fmla="*/ 784 h 784"/>
                <a:gd name="T8" fmla="*/ 575 w 591"/>
                <a:gd name="T9" fmla="*/ 17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784">
                  <a:moveTo>
                    <a:pt x="575" y="17"/>
                  </a:moveTo>
                  <a:lnTo>
                    <a:pt x="0" y="0"/>
                  </a:lnTo>
                  <a:lnTo>
                    <a:pt x="17" y="777"/>
                  </a:lnTo>
                  <a:lnTo>
                    <a:pt x="591" y="784"/>
                  </a:lnTo>
                  <a:lnTo>
                    <a:pt x="575" y="17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943C4EF2-73AC-4E9D-A148-712A5567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76"/>
              <a:ext cx="392" cy="542"/>
            </a:xfrm>
            <a:custGeom>
              <a:avLst/>
              <a:gdLst>
                <a:gd name="T0" fmla="*/ 382 w 392"/>
                <a:gd name="T1" fmla="*/ 5 h 542"/>
                <a:gd name="T2" fmla="*/ 0 w 392"/>
                <a:gd name="T3" fmla="*/ 0 h 542"/>
                <a:gd name="T4" fmla="*/ 12 w 392"/>
                <a:gd name="T5" fmla="*/ 542 h 542"/>
                <a:gd name="T6" fmla="*/ 392 w 392"/>
                <a:gd name="T7" fmla="*/ 532 h 542"/>
                <a:gd name="T8" fmla="*/ 382 w 392"/>
                <a:gd name="T9" fmla="*/ 5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542">
                  <a:moveTo>
                    <a:pt x="382" y="5"/>
                  </a:moveTo>
                  <a:lnTo>
                    <a:pt x="0" y="0"/>
                  </a:lnTo>
                  <a:lnTo>
                    <a:pt x="12" y="542"/>
                  </a:lnTo>
                  <a:lnTo>
                    <a:pt x="392" y="532"/>
                  </a:lnTo>
                  <a:lnTo>
                    <a:pt x="382" y="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FACDCCF9-C838-473A-941D-CD40BEEF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76"/>
              <a:ext cx="387" cy="542"/>
            </a:xfrm>
            <a:custGeom>
              <a:avLst/>
              <a:gdLst>
                <a:gd name="T0" fmla="*/ 12 w 387"/>
                <a:gd name="T1" fmla="*/ 542 h 542"/>
                <a:gd name="T2" fmla="*/ 387 w 387"/>
                <a:gd name="T3" fmla="*/ 254 h 542"/>
                <a:gd name="T4" fmla="*/ 0 w 387"/>
                <a:gd name="T5" fmla="*/ 0 h 542"/>
                <a:gd name="T6" fmla="*/ 12 w 387"/>
                <a:gd name="T7" fmla="*/ 542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7" h="542">
                  <a:moveTo>
                    <a:pt x="12" y="542"/>
                  </a:moveTo>
                  <a:lnTo>
                    <a:pt x="387" y="254"/>
                  </a:lnTo>
                  <a:lnTo>
                    <a:pt x="0" y="0"/>
                  </a:lnTo>
                  <a:lnTo>
                    <a:pt x="12" y="54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B4AB60EE-3D56-412E-AF12-ED906D42B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3440"/>
              <a:ext cx="166" cy="380"/>
            </a:xfrm>
            <a:custGeom>
              <a:avLst/>
              <a:gdLst>
                <a:gd name="T0" fmla="*/ 1 w 70"/>
                <a:gd name="T1" fmla="*/ 0 h 160"/>
                <a:gd name="T2" fmla="*/ 41 w 70"/>
                <a:gd name="T3" fmla="*/ 160 h 160"/>
                <a:gd name="T4" fmla="*/ 70 w 70"/>
                <a:gd name="T5" fmla="*/ 154 h 160"/>
                <a:gd name="T6" fmla="*/ 31 w 70"/>
                <a:gd name="T7" fmla="*/ 0 h 160"/>
                <a:gd name="T8" fmla="*/ 1 w 70"/>
                <a:gd name="T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60">
                  <a:moveTo>
                    <a:pt x="1" y="0"/>
                  </a:moveTo>
                  <a:cubicBezTo>
                    <a:pt x="0" y="4"/>
                    <a:pt x="41" y="160"/>
                    <a:pt x="41" y="160"/>
                  </a:cubicBezTo>
                  <a:cubicBezTo>
                    <a:pt x="70" y="154"/>
                    <a:pt x="70" y="154"/>
                    <a:pt x="70" y="154"/>
                  </a:cubicBezTo>
                  <a:cubicBezTo>
                    <a:pt x="31" y="0"/>
                    <a:pt x="31" y="0"/>
                    <a:pt x="3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3E83D2C2-2E49-46F8-8A5E-0BE7A4984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3388"/>
              <a:ext cx="207" cy="432"/>
            </a:xfrm>
            <a:custGeom>
              <a:avLst/>
              <a:gdLst>
                <a:gd name="T0" fmla="*/ 133 w 207"/>
                <a:gd name="T1" fmla="*/ 0 h 432"/>
                <a:gd name="T2" fmla="*/ 0 w 207"/>
                <a:gd name="T3" fmla="*/ 432 h 432"/>
                <a:gd name="T4" fmla="*/ 79 w 207"/>
                <a:gd name="T5" fmla="*/ 432 h 432"/>
                <a:gd name="T6" fmla="*/ 207 w 207"/>
                <a:gd name="T7" fmla="*/ 31 h 432"/>
                <a:gd name="T8" fmla="*/ 133 w 207"/>
                <a:gd name="T9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432">
                  <a:moveTo>
                    <a:pt x="133" y="0"/>
                  </a:moveTo>
                  <a:lnTo>
                    <a:pt x="0" y="432"/>
                  </a:lnTo>
                  <a:lnTo>
                    <a:pt x="79" y="432"/>
                  </a:lnTo>
                  <a:lnTo>
                    <a:pt x="207" y="31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6284DFEE-E4EE-4841-B082-03D1FBB3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3319"/>
              <a:ext cx="228" cy="501"/>
            </a:xfrm>
            <a:custGeom>
              <a:avLst/>
              <a:gdLst>
                <a:gd name="T0" fmla="*/ 155 w 228"/>
                <a:gd name="T1" fmla="*/ 0 h 501"/>
                <a:gd name="T2" fmla="*/ 0 w 228"/>
                <a:gd name="T3" fmla="*/ 501 h 501"/>
                <a:gd name="T4" fmla="*/ 79 w 228"/>
                <a:gd name="T5" fmla="*/ 501 h 501"/>
                <a:gd name="T6" fmla="*/ 228 w 228"/>
                <a:gd name="T7" fmla="*/ 31 h 501"/>
                <a:gd name="T8" fmla="*/ 155 w 228"/>
                <a:gd name="T9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8" h="501">
                  <a:moveTo>
                    <a:pt x="155" y="0"/>
                  </a:moveTo>
                  <a:lnTo>
                    <a:pt x="0" y="501"/>
                  </a:lnTo>
                  <a:lnTo>
                    <a:pt x="79" y="501"/>
                  </a:lnTo>
                  <a:lnTo>
                    <a:pt x="228" y="31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6685287C-CDDB-40C3-A0CB-F03A87F3D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789"/>
              <a:ext cx="546" cy="271"/>
            </a:xfrm>
            <a:custGeom>
              <a:avLst/>
              <a:gdLst>
                <a:gd name="T0" fmla="*/ 0 w 546"/>
                <a:gd name="T1" fmla="*/ 0 h 271"/>
                <a:gd name="T2" fmla="*/ 78 w 546"/>
                <a:gd name="T3" fmla="*/ 271 h 271"/>
                <a:gd name="T4" fmla="*/ 472 w 546"/>
                <a:gd name="T5" fmla="*/ 271 h 271"/>
                <a:gd name="T6" fmla="*/ 546 w 546"/>
                <a:gd name="T7" fmla="*/ 0 h 271"/>
                <a:gd name="T8" fmla="*/ 0 w 546"/>
                <a:gd name="T9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271">
                  <a:moveTo>
                    <a:pt x="0" y="0"/>
                  </a:moveTo>
                  <a:lnTo>
                    <a:pt x="78" y="271"/>
                  </a:lnTo>
                  <a:lnTo>
                    <a:pt x="472" y="271"/>
                  </a:lnTo>
                  <a:lnTo>
                    <a:pt x="5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E4A1E26C-9200-4C28-A494-71074E94B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3231"/>
              <a:ext cx="195" cy="558"/>
            </a:xfrm>
            <a:custGeom>
              <a:avLst/>
              <a:gdLst>
                <a:gd name="T0" fmla="*/ 82 w 82"/>
                <a:gd name="T1" fmla="*/ 235 h 235"/>
                <a:gd name="T2" fmla="*/ 82 w 82"/>
                <a:gd name="T3" fmla="*/ 234 h 235"/>
                <a:gd name="T4" fmla="*/ 81 w 82"/>
                <a:gd name="T5" fmla="*/ 230 h 235"/>
                <a:gd name="T6" fmla="*/ 78 w 82"/>
                <a:gd name="T7" fmla="*/ 217 h 235"/>
                <a:gd name="T8" fmla="*/ 66 w 82"/>
                <a:gd name="T9" fmla="*/ 167 h 235"/>
                <a:gd name="T10" fmla="*/ 29 w 82"/>
                <a:gd name="T11" fmla="*/ 1 h 235"/>
                <a:gd name="T12" fmla="*/ 30 w 82"/>
                <a:gd name="T13" fmla="*/ 2 h 235"/>
                <a:gd name="T14" fmla="*/ 15 w 82"/>
                <a:gd name="T15" fmla="*/ 2 h 235"/>
                <a:gd name="T16" fmla="*/ 1 w 82"/>
                <a:gd name="T17" fmla="*/ 2 h 235"/>
                <a:gd name="T18" fmla="*/ 2 w 82"/>
                <a:gd name="T19" fmla="*/ 0 h 235"/>
                <a:gd name="T20" fmla="*/ 39 w 82"/>
                <a:gd name="T21" fmla="*/ 167 h 235"/>
                <a:gd name="T22" fmla="*/ 50 w 82"/>
                <a:gd name="T23" fmla="*/ 217 h 235"/>
                <a:gd name="T24" fmla="*/ 53 w 82"/>
                <a:gd name="T25" fmla="*/ 230 h 235"/>
                <a:gd name="T26" fmla="*/ 54 w 82"/>
                <a:gd name="T27" fmla="*/ 234 h 235"/>
                <a:gd name="T28" fmla="*/ 54 w 82"/>
                <a:gd name="T29" fmla="*/ 235 h 235"/>
                <a:gd name="T30" fmla="*/ 54 w 82"/>
                <a:gd name="T31" fmla="*/ 234 h 235"/>
                <a:gd name="T32" fmla="*/ 53 w 82"/>
                <a:gd name="T33" fmla="*/ 230 h 235"/>
                <a:gd name="T34" fmla="*/ 50 w 82"/>
                <a:gd name="T35" fmla="*/ 217 h 235"/>
                <a:gd name="T36" fmla="*/ 38 w 82"/>
                <a:gd name="T37" fmla="*/ 167 h 235"/>
                <a:gd name="T38" fmla="*/ 0 w 82"/>
                <a:gd name="T39" fmla="*/ 1 h 235"/>
                <a:gd name="T40" fmla="*/ 0 w 82"/>
                <a:gd name="T41" fmla="*/ 0 h 235"/>
                <a:gd name="T42" fmla="*/ 1 w 82"/>
                <a:gd name="T43" fmla="*/ 0 h 235"/>
                <a:gd name="T44" fmla="*/ 15 w 82"/>
                <a:gd name="T45" fmla="*/ 0 h 235"/>
                <a:gd name="T46" fmla="*/ 30 w 82"/>
                <a:gd name="T47" fmla="*/ 0 h 235"/>
                <a:gd name="T48" fmla="*/ 31 w 82"/>
                <a:gd name="T49" fmla="*/ 0 h 235"/>
                <a:gd name="T50" fmla="*/ 31 w 82"/>
                <a:gd name="T51" fmla="*/ 0 h 235"/>
                <a:gd name="T52" fmla="*/ 68 w 82"/>
                <a:gd name="T53" fmla="*/ 167 h 235"/>
                <a:gd name="T54" fmla="*/ 78 w 82"/>
                <a:gd name="T55" fmla="*/ 217 h 235"/>
                <a:gd name="T56" fmla="*/ 81 w 82"/>
                <a:gd name="T57" fmla="*/ 230 h 235"/>
                <a:gd name="T58" fmla="*/ 82 w 82"/>
                <a:gd name="T59" fmla="*/ 234 h 235"/>
                <a:gd name="T60" fmla="*/ 82 w 82"/>
                <a:gd name="T61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2" h="235">
                  <a:moveTo>
                    <a:pt x="82" y="235"/>
                  </a:moveTo>
                  <a:cubicBezTo>
                    <a:pt x="82" y="235"/>
                    <a:pt x="82" y="235"/>
                    <a:pt x="82" y="234"/>
                  </a:cubicBezTo>
                  <a:cubicBezTo>
                    <a:pt x="81" y="233"/>
                    <a:pt x="81" y="232"/>
                    <a:pt x="81" y="230"/>
                  </a:cubicBezTo>
                  <a:cubicBezTo>
                    <a:pt x="80" y="227"/>
                    <a:pt x="79" y="223"/>
                    <a:pt x="78" y="217"/>
                  </a:cubicBezTo>
                  <a:cubicBezTo>
                    <a:pt x="75" y="205"/>
                    <a:pt x="71" y="188"/>
                    <a:pt x="66" y="167"/>
                  </a:cubicBezTo>
                  <a:cubicBezTo>
                    <a:pt x="57" y="125"/>
                    <a:pt x="44" y="66"/>
                    <a:pt x="29" y="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5" y="2"/>
                    <a:pt x="20" y="2"/>
                    <a:pt x="15" y="2"/>
                  </a:cubicBezTo>
                  <a:cubicBezTo>
                    <a:pt x="10" y="2"/>
                    <a:pt x="5" y="2"/>
                    <a:pt x="1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7" y="66"/>
                    <a:pt x="30" y="124"/>
                    <a:pt x="39" y="167"/>
                  </a:cubicBezTo>
                  <a:cubicBezTo>
                    <a:pt x="44" y="188"/>
                    <a:pt x="48" y="205"/>
                    <a:pt x="50" y="217"/>
                  </a:cubicBezTo>
                  <a:cubicBezTo>
                    <a:pt x="52" y="223"/>
                    <a:pt x="53" y="227"/>
                    <a:pt x="53" y="230"/>
                  </a:cubicBezTo>
                  <a:cubicBezTo>
                    <a:pt x="54" y="232"/>
                    <a:pt x="54" y="233"/>
                    <a:pt x="54" y="234"/>
                  </a:cubicBezTo>
                  <a:cubicBezTo>
                    <a:pt x="54" y="235"/>
                    <a:pt x="54" y="235"/>
                    <a:pt x="54" y="235"/>
                  </a:cubicBezTo>
                  <a:cubicBezTo>
                    <a:pt x="54" y="235"/>
                    <a:pt x="54" y="235"/>
                    <a:pt x="54" y="234"/>
                  </a:cubicBezTo>
                  <a:cubicBezTo>
                    <a:pt x="54" y="233"/>
                    <a:pt x="53" y="232"/>
                    <a:pt x="53" y="230"/>
                  </a:cubicBezTo>
                  <a:cubicBezTo>
                    <a:pt x="52" y="227"/>
                    <a:pt x="51" y="223"/>
                    <a:pt x="50" y="217"/>
                  </a:cubicBezTo>
                  <a:cubicBezTo>
                    <a:pt x="47" y="205"/>
                    <a:pt x="43" y="188"/>
                    <a:pt x="38" y="167"/>
                  </a:cubicBezTo>
                  <a:cubicBezTo>
                    <a:pt x="28" y="125"/>
                    <a:pt x="15" y="66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20" y="0"/>
                    <a:pt x="25" y="0"/>
                    <a:pt x="3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66"/>
                    <a:pt x="58" y="124"/>
                    <a:pt x="68" y="167"/>
                  </a:cubicBezTo>
                  <a:cubicBezTo>
                    <a:pt x="72" y="188"/>
                    <a:pt x="76" y="205"/>
                    <a:pt x="78" y="217"/>
                  </a:cubicBezTo>
                  <a:cubicBezTo>
                    <a:pt x="80" y="223"/>
                    <a:pt x="80" y="227"/>
                    <a:pt x="81" y="230"/>
                  </a:cubicBezTo>
                  <a:cubicBezTo>
                    <a:pt x="81" y="232"/>
                    <a:pt x="82" y="233"/>
                    <a:pt x="82" y="234"/>
                  </a:cubicBezTo>
                  <a:cubicBezTo>
                    <a:pt x="82" y="235"/>
                    <a:pt x="82" y="235"/>
                    <a:pt x="82" y="235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8" name="Oval 37">
              <a:extLst>
                <a:ext uri="{FF2B5EF4-FFF2-40B4-BE49-F238E27FC236}">
                  <a16:creationId xmlns:a16="http://schemas.microsoft.com/office/drawing/2014/main" id="{FFC3EDF5-0993-4C85-A3A0-F168743B9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" y="4069"/>
              <a:ext cx="4028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8D2EDAD2-0665-4DF5-A927-4942F5897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474"/>
              <a:ext cx="676" cy="1154"/>
            </a:xfrm>
            <a:custGeom>
              <a:avLst/>
              <a:gdLst>
                <a:gd name="T0" fmla="*/ 243 w 285"/>
                <a:gd name="T1" fmla="*/ 8 h 486"/>
                <a:gd name="T2" fmla="*/ 185 w 285"/>
                <a:gd name="T3" fmla="*/ 144 h 486"/>
                <a:gd name="T4" fmla="*/ 167 w 285"/>
                <a:gd name="T5" fmla="*/ 148 h 486"/>
                <a:gd name="T6" fmla="*/ 123 w 285"/>
                <a:gd name="T7" fmla="*/ 134 h 486"/>
                <a:gd name="T8" fmla="*/ 134 w 285"/>
                <a:gd name="T9" fmla="*/ 241 h 486"/>
                <a:gd name="T10" fmla="*/ 124 w 285"/>
                <a:gd name="T11" fmla="*/ 260 h 486"/>
                <a:gd name="T12" fmla="*/ 70 w 285"/>
                <a:gd name="T13" fmla="*/ 235 h 486"/>
                <a:gd name="T14" fmla="*/ 71 w 285"/>
                <a:gd name="T15" fmla="*/ 325 h 486"/>
                <a:gd name="T16" fmla="*/ 70 w 285"/>
                <a:gd name="T17" fmla="*/ 345 h 486"/>
                <a:gd name="T18" fmla="*/ 31 w 285"/>
                <a:gd name="T19" fmla="*/ 314 h 486"/>
                <a:gd name="T20" fmla="*/ 2 w 285"/>
                <a:gd name="T21" fmla="*/ 331 h 486"/>
                <a:gd name="T22" fmla="*/ 64 w 285"/>
                <a:gd name="T23" fmla="*/ 464 h 486"/>
                <a:gd name="T24" fmla="*/ 105 w 285"/>
                <a:gd name="T25" fmla="*/ 481 h 486"/>
                <a:gd name="T26" fmla="*/ 240 w 285"/>
                <a:gd name="T27" fmla="*/ 424 h 486"/>
                <a:gd name="T28" fmla="*/ 231 w 285"/>
                <a:gd name="T29" fmla="*/ 392 h 486"/>
                <a:gd name="T30" fmla="*/ 181 w 285"/>
                <a:gd name="T31" fmla="*/ 388 h 486"/>
                <a:gd name="T32" fmla="*/ 193 w 285"/>
                <a:gd name="T33" fmla="*/ 373 h 486"/>
                <a:gd name="T34" fmla="*/ 255 w 285"/>
                <a:gd name="T35" fmla="*/ 306 h 486"/>
                <a:gd name="T36" fmla="*/ 197 w 285"/>
                <a:gd name="T37" fmla="*/ 289 h 486"/>
                <a:gd name="T38" fmla="*/ 203 w 285"/>
                <a:gd name="T39" fmla="*/ 268 h 486"/>
                <a:gd name="T40" fmla="*/ 283 w 285"/>
                <a:gd name="T41" fmla="*/ 196 h 486"/>
                <a:gd name="T42" fmla="*/ 250 w 285"/>
                <a:gd name="T43" fmla="*/ 177 h 486"/>
                <a:gd name="T44" fmla="*/ 231 w 285"/>
                <a:gd name="T45" fmla="*/ 162 h 486"/>
                <a:gd name="T46" fmla="*/ 279 w 285"/>
                <a:gd name="T47" fmla="*/ 42 h 486"/>
                <a:gd name="T48" fmla="*/ 266 w 285"/>
                <a:gd name="T49" fmla="*/ 2 h 486"/>
                <a:gd name="T50" fmla="*/ 280 w 285"/>
                <a:gd name="T51" fmla="*/ 42 h 486"/>
                <a:gd name="T52" fmla="*/ 232 w 285"/>
                <a:gd name="T53" fmla="*/ 169 h 486"/>
                <a:gd name="T54" fmla="*/ 265 w 285"/>
                <a:gd name="T55" fmla="*/ 175 h 486"/>
                <a:gd name="T56" fmla="*/ 277 w 285"/>
                <a:gd name="T57" fmla="*/ 212 h 486"/>
                <a:gd name="T58" fmla="*/ 197 w 285"/>
                <a:gd name="T59" fmla="*/ 276 h 486"/>
                <a:gd name="T60" fmla="*/ 198 w 285"/>
                <a:gd name="T61" fmla="*/ 287 h 486"/>
                <a:gd name="T62" fmla="*/ 256 w 285"/>
                <a:gd name="T63" fmla="*/ 305 h 486"/>
                <a:gd name="T64" fmla="*/ 194 w 285"/>
                <a:gd name="T65" fmla="*/ 375 h 486"/>
                <a:gd name="T66" fmla="*/ 183 w 285"/>
                <a:gd name="T67" fmla="*/ 387 h 486"/>
                <a:gd name="T68" fmla="*/ 231 w 285"/>
                <a:gd name="T69" fmla="*/ 390 h 486"/>
                <a:gd name="T70" fmla="*/ 242 w 285"/>
                <a:gd name="T71" fmla="*/ 425 h 486"/>
                <a:gd name="T72" fmla="*/ 105 w 285"/>
                <a:gd name="T73" fmla="*/ 483 h 486"/>
                <a:gd name="T74" fmla="*/ 79 w 285"/>
                <a:gd name="T75" fmla="*/ 486 h 486"/>
                <a:gd name="T76" fmla="*/ 3 w 285"/>
                <a:gd name="T77" fmla="*/ 356 h 486"/>
                <a:gd name="T78" fmla="*/ 21 w 285"/>
                <a:gd name="T79" fmla="*/ 307 h 486"/>
                <a:gd name="T80" fmla="*/ 68 w 285"/>
                <a:gd name="T81" fmla="*/ 342 h 486"/>
                <a:gd name="T82" fmla="*/ 72 w 285"/>
                <a:gd name="T83" fmla="*/ 337 h 486"/>
                <a:gd name="T84" fmla="*/ 61 w 285"/>
                <a:gd name="T85" fmla="*/ 239 h 486"/>
                <a:gd name="T86" fmla="*/ 117 w 285"/>
                <a:gd name="T87" fmla="*/ 253 h 486"/>
                <a:gd name="T88" fmla="*/ 134 w 285"/>
                <a:gd name="T89" fmla="*/ 256 h 486"/>
                <a:gd name="T90" fmla="*/ 122 w 285"/>
                <a:gd name="T91" fmla="*/ 186 h 486"/>
                <a:gd name="T92" fmla="*/ 144 w 285"/>
                <a:gd name="T93" fmla="*/ 126 h 486"/>
                <a:gd name="T94" fmla="*/ 173 w 285"/>
                <a:gd name="T95" fmla="*/ 150 h 486"/>
                <a:gd name="T96" fmla="*/ 207 w 285"/>
                <a:gd name="T97" fmla="*/ 73 h 486"/>
                <a:gd name="T98" fmla="*/ 264 w 285"/>
                <a:gd name="T99" fmla="*/ 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5" h="486">
                  <a:moveTo>
                    <a:pt x="267" y="2"/>
                  </a:moveTo>
                  <a:cubicBezTo>
                    <a:pt x="267" y="2"/>
                    <a:pt x="266" y="2"/>
                    <a:pt x="264" y="1"/>
                  </a:cubicBezTo>
                  <a:cubicBezTo>
                    <a:pt x="262" y="1"/>
                    <a:pt x="259" y="1"/>
                    <a:pt x="255" y="1"/>
                  </a:cubicBezTo>
                  <a:cubicBezTo>
                    <a:pt x="252" y="2"/>
                    <a:pt x="247" y="4"/>
                    <a:pt x="243" y="8"/>
                  </a:cubicBezTo>
                  <a:cubicBezTo>
                    <a:pt x="238" y="11"/>
                    <a:pt x="234" y="17"/>
                    <a:pt x="230" y="23"/>
                  </a:cubicBezTo>
                  <a:cubicBezTo>
                    <a:pt x="222" y="35"/>
                    <a:pt x="215" y="53"/>
                    <a:pt x="208" y="73"/>
                  </a:cubicBezTo>
                  <a:cubicBezTo>
                    <a:pt x="200" y="93"/>
                    <a:pt x="192" y="117"/>
                    <a:pt x="185" y="143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4" y="146"/>
                    <a:pt x="182" y="148"/>
                    <a:pt x="181" y="149"/>
                  </a:cubicBezTo>
                  <a:cubicBezTo>
                    <a:pt x="179" y="151"/>
                    <a:pt x="176" y="152"/>
                    <a:pt x="173" y="152"/>
                  </a:cubicBezTo>
                  <a:cubicBezTo>
                    <a:pt x="171" y="151"/>
                    <a:pt x="168" y="150"/>
                    <a:pt x="167" y="148"/>
                  </a:cubicBezTo>
                  <a:cubicBezTo>
                    <a:pt x="165" y="146"/>
                    <a:pt x="163" y="144"/>
                    <a:pt x="161" y="142"/>
                  </a:cubicBezTo>
                  <a:cubicBezTo>
                    <a:pt x="158" y="139"/>
                    <a:pt x="154" y="135"/>
                    <a:pt x="150" y="132"/>
                  </a:cubicBezTo>
                  <a:cubicBezTo>
                    <a:pt x="146" y="128"/>
                    <a:pt x="141" y="125"/>
                    <a:pt x="136" y="126"/>
                  </a:cubicBezTo>
                  <a:cubicBezTo>
                    <a:pt x="131" y="127"/>
                    <a:pt x="126" y="130"/>
                    <a:pt x="123" y="134"/>
                  </a:cubicBezTo>
                  <a:cubicBezTo>
                    <a:pt x="120" y="139"/>
                    <a:pt x="119" y="145"/>
                    <a:pt x="119" y="150"/>
                  </a:cubicBezTo>
                  <a:cubicBezTo>
                    <a:pt x="118" y="162"/>
                    <a:pt x="121" y="173"/>
                    <a:pt x="123" y="185"/>
                  </a:cubicBezTo>
                  <a:cubicBezTo>
                    <a:pt x="126" y="197"/>
                    <a:pt x="128" y="210"/>
                    <a:pt x="130" y="222"/>
                  </a:cubicBezTo>
                  <a:cubicBezTo>
                    <a:pt x="131" y="228"/>
                    <a:pt x="133" y="235"/>
                    <a:pt x="134" y="241"/>
                  </a:cubicBezTo>
                  <a:cubicBezTo>
                    <a:pt x="134" y="244"/>
                    <a:pt x="135" y="247"/>
                    <a:pt x="136" y="251"/>
                  </a:cubicBezTo>
                  <a:cubicBezTo>
                    <a:pt x="136" y="254"/>
                    <a:pt x="137" y="258"/>
                    <a:pt x="134" y="261"/>
                  </a:cubicBezTo>
                  <a:cubicBezTo>
                    <a:pt x="133" y="263"/>
                    <a:pt x="131" y="263"/>
                    <a:pt x="129" y="263"/>
                  </a:cubicBezTo>
                  <a:cubicBezTo>
                    <a:pt x="127" y="262"/>
                    <a:pt x="126" y="261"/>
                    <a:pt x="124" y="260"/>
                  </a:cubicBezTo>
                  <a:cubicBezTo>
                    <a:pt x="122" y="258"/>
                    <a:pt x="119" y="256"/>
                    <a:pt x="116" y="254"/>
                  </a:cubicBezTo>
                  <a:cubicBezTo>
                    <a:pt x="111" y="250"/>
                    <a:pt x="105" y="246"/>
                    <a:pt x="99" y="243"/>
                  </a:cubicBezTo>
                  <a:cubicBezTo>
                    <a:pt x="93" y="239"/>
                    <a:pt x="87" y="236"/>
                    <a:pt x="80" y="235"/>
                  </a:cubicBezTo>
                  <a:cubicBezTo>
                    <a:pt x="77" y="234"/>
                    <a:pt x="74" y="234"/>
                    <a:pt x="70" y="235"/>
                  </a:cubicBezTo>
                  <a:cubicBezTo>
                    <a:pt x="67" y="236"/>
                    <a:pt x="64" y="238"/>
                    <a:pt x="62" y="241"/>
                  </a:cubicBezTo>
                  <a:cubicBezTo>
                    <a:pt x="58" y="246"/>
                    <a:pt x="57" y="253"/>
                    <a:pt x="57" y="261"/>
                  </a:cubicBezTo>
                  <a:cubicBezTo>
                    <a:pt x="57" y="268"/>
                    <a:pt x="57" y="275"/>
                    <a:pt x="59" y="282"/>
                  </a:cubicBezTo>
                  <a:cubicBezTo>
                    <a:pt x="61" y="297"/>
                    <a:pt x="66" y="311"/>
                    <a:pt x="71" y="325"/>
                  </a:cubicBezTo>
                  <a:cubicBezTo>
                    <a:pt x="72" y="329"/>
                    <a:pt x="74" y="332"/>
                    <a:pt x="74" y="336"/>
                  </a:cubicBezTo>
                  <a:cubicBezTo>
                    <a:pt x="75" y="338"/>
                    <a:pt x="74" y="341"/>
                    <a:pt x="73" y="343"/>
                  </a:cubicBezTo>
                  <a:cubicBezTo>
                    <a:pt x="73" y="343"/>
                    <a:pt x="72" y="343"/>
                    <a:pt x="72" y="344"/>
                  </a:cubicBezTo>
                  <a:cubicBezTo>
                    <a:pt x="71" y="344"/>
                    <a:pt x="71" y="344"/>
                    <a:pt x="70" y="345"/>
                  </a:cubicBezTo>
                  <a:cubicBezTo>
                    <a:pt x="69" y="345"/>
                    <a:pt x="68" y="344"/>
                    <a:pt x="67" y="344"/>
                  </a:cubicBezTo>
                  <a:cubicBezTo>
                    <a:pt x="63" y="342"/>
                    <a:pt x="60" y="339"/>
                    <a:pt x="58" y="337"/>
                  </a:cubicBezTo>
                  <a:cubicBezTo>
                    <a:pt x="55" y="334"/>
                    <a:pt x="52" y="331"/>
                    <a:pt x="49" y="329"/>
                  </a:cubicBezTo>
                  <a:cubicBezTo>
                    <a:pt x="43" y="323"/>
                    <a:pt x="37" y="318"/>
                    <a:pt x="31" y="314"/>
                  </a:cubicBezTo>
                  <a:cubicBezTo>
                    <a:pt x="27" y="312"/>
                    <a:pt x="24" y="310"/>
                    <a:pt x="20" y="309"/>
                  </a:cubicBezTo>
                  <a:cubicBezTo>
                    <a:pt x="17" y="308"/>
                    <a:pt x="13" y="308"/>
                    <a:pt x="10" y="311"/>
                  </a:cubicBezTo>
                  <a:cubicBezTo>
                    <a:pt x="6" y="313"/>
                    <a:pt x="4" y="316"/>
                    <a:pt x="4" y="320"/>
                  </a:cubicBezTo>
                  <a:cubicBezTo>
                    <a:pt x="3" y="324"/>
                    <a:pt x="2" y="327"/>
                    <a:pt x="2" y="331"/>
                  </a:cubicBezTo>
                  <a:cubicBezTo>
                    <a:pt x="2" y="339"/>
                    <a:pt x="3" y="347"/>
                    <a:pt x="5" y="355"/>
                  </a:cubicBezTo>
                  <a:cubicBezTo>
                    <a:pt x="9" y="371"/>
                    <a:pt x="15" y="387"/>
                    <a:pt x="22" y="401"/>
                  </a:cubicBezTo>
                  <a:cubicBezTo>
                    <a:pt x="30" y="416"/>
                    <a:pt x="39" y="431"/>
                    <a:pt x="48" y="444"/>
                  </a:cubicBezTo>
                  <a:cubicBezTo>
                    <a:pt x="53" y="451"/>
                    <a:pt x="59" y="458"/>
                    <a:pt x="64" y="464"/>
                  </a:cubicBezTo>
                  <a:cubicBezTo>
                    <a:pt x="69" y="471"/>
                    <a:pt x="75" y="478"/>
                    <a:pt x="80" y="484"/>
                  </a:cubicBezTo>
                  <a:cubicBezTo>
                    <a:pt x="80" y="485"/>
                    <a:pt x="80" y="485"/>
                    <a:pt x="80" y="485"/>
                  </a:cubicBezTo>
                  <a:cubicBezTo>
                    <a:pt x="79" y="484"/>
                    <a:pt x="79" y="484"/>
                    <a:pt x="79" y="484"/>
                  </a:cubicBezTo>
                  <a:cubicBezTo>
                    <a:pt x="88" y="483"/>
                    <a:pt x="96" y="482"/>
                    <a:pt x="105" y="481"/>
                  </a:cubicBezTo>
                  <a:cubicBezTo>
                    <a:pt x="113" y="479"/>
                    <a:pt x="122" y="478"/>
                    <a:pt x="130" y="476"/>
                  </a:cubicBezTo>
                  <a:cubicBezTo>
                    <a:pt x="146" y="472"/>
                    <a:pt x="163" y="468"/>
                    <a:pt x="178" y="462"/>
                  </a:cubicBezTo>
                  <a:cubicBezTo>
                    <a:pt x="193" y="456"/>
                    <a:pt x="208" y="449"/>
                    <a:pt x="222" y="439"/>
                  </a:cubicBezTo>
                  <a:cubicBezTo>
                    <a:pt x="229" y="435"/>
                    <a:pt x="235" y="430"/>
                    <a:pt x="240" y="424"/>
                  </a:cubicBezTo>
                  <a:cubicBezTo>
                    <a:pt x="243" y="421"/>
                    <a:pt x="245" y="418"/>
                    <a:pt x="247" y="414"/>
                  </a:cubicBezTo>
                  <a:cubicBezTo>
                    <a:pt x="249" y="411"/>
                    <a:pt x="250" y="407"/>
                    <a:pt x="249" y="403"/>
                  </a:cubicBezTo>
                  <a:cubicBezTo>
                    <a:pt x="248" y="400"/>
                    <a:pt x="245" y="397"/>
                    <a:pt x="242" y="395"/>
                  </a:cubicBezTo>
                  <a:cubicBezTo>
                    <a:pt x="238" y="393"/>
                    <a:pt x="235" y="392"/>
                    <a:pt x="231" y="392"/>
                  </a:cubicBezTo>
                  <a:cubicBezTo>
                    <a:pt x="223" y="390"/>
                    <a:pt x="215" y="390"/>
                    <a:pt x="207" y="390"/>
                  </a:cubicBezTo>
                  <a:cubicBezTo>
                    <a:pt x="203" y="390"/>
                    <a:pt x="200" y="390"/>
                    <a:pt x="196" y="390"/>
                  </a:cubicBezTo>
                  <a:cubicBezTo>
                    <a:pt x="192" y="390"/>
                    <a:pt x="188" y="390"/>
                    <a:pt x="184" y="389"/>
                  </a:cubicBezTo>
                  <a:cubicBezTo>
                    <a:pt x="183" y="389"/>
                    <a:pt x="182" y="389"/>
                    <a:pt x="181" y="388"/>
                  </a:cubicBezTo>
                  <a:cubicBezTo>
                    <a:pt x="180" y="387"/>
                    <a:pt x="180" y="387"/>
                    <a:pt x="180" y="386"/>
                  </a:cubicBezTo>
                  <a:cubicBezTo>
                    <a:pt x="180" y="385"/>
                    <a:pt x="180" y="385"/>
                    <a:pt x="180" y="384"/>
                  </a:cubicBezTo>
                  <a:cubicBezTo>
                    <a:pt x="180" y="382"/>
                    <a:pt x="182" y="380"/>
                    <a:pt x="183" y="379"/>
                  </a:cubicBezTo>
                  <a:cubicBezTo>
                    <a:pt x="186" y="376"/>
                    <a:pt x="190" y="375"/>
                    <a:pt x="193" y="373"/>
                  </a:cubicBezTo>
                  <a:cubicBezTo>
                    <a:pt x="207" y="366"/>
                    <a:pt x="220" y="358"/>
                    <a:pt x="231" y="349"/>
                  </a:cubicBezTo>
                  <a:cubicBezTo>
                    <a:pt x="237" y="345"/>
                    <a:pt x="243" y="340"/>
                    <a:pt x="247" y="335"/>
                  </a:cubicBezTo>
                  <a:cubicBezTo>
                    <a:pt x="252" y="329"/>
                    <a:pt x="256" y="323"/>
                    <a:pt x="257" y="316"/>
                  </a:cubicBezTo>
                  <a:cubicBezTo>
                    <a:pt x="257" y="313"/>
                    <a:pt x="256" y="309"/>
                    <a:pt x="255" y="306"/>
                  </a:cubicBezTo>
                  <a:cubicBezTo>
                    <a:pt x="253" y="304"/>
                    <a:pt x="250" y="301"/>
                    <a:pt x="247" y="300"/>
                  </a:cubicBezTo>
                  <a:cubicBezTo>
                    <a:pt x="241" y="296"/>
                    <a:pt x="234" y="294"/>
                    <a:pt x="228" y="293"/>
                  </a:cubicBezTo>
                  <a:cubicBezTo>
                    <a:pt x="221" y="291"/>
                    <a:pt x="214" y="290"/>
                    <a:pt x="208" y="290"/>
                  </a:cubicBezTo>
                  <a:cubicBezTo>
                    <a:pt x="204" y="289"/>
                    <a:pt x="201" y="289"/>
                    <a:pt x="197" y="289"/>
                  </a:cubicBezTo>
                  <a:cubicBezTo>
                    <a:pt x="196" y="289"/>
                    <a:pt x="194" y="288"/>
                    <a:pt x="192" y="287"/>
                  </a:cubicBezTo>
                  <a:cubicBezTo>
                    <a:pt x="191" y="287"/>
                    <a:pt x="189" y="284"/>
                    <a:pt x="190" y="283"/>
                  </a:cubicBezTo>
                  <a:cubicBezTo>
                    <a:pt x="190" y="279"/>
                    <a:pt x="193" y="276"/>
                    <a:pt x="196" y="274"/>
                  </a:cubicBezTo>
                  <a:cubicBezTo>
                    <a:pt x="198" y="272"/>
                    <a:pt x="201" y="270"/>
                    <a:pt x="203" y="268"/>
                  </a:cubicBezTo>
                  <a:cubicBezTo>
                    <a:pt x="209" y="264"/>
                    <a:pt x="214" y="260"/>
                    <a:pt x="219" y="257"/>
                  </a:cubicBezTo>
                  <a:cubicBezTo>
                    <a:pt x="229" y="249"/>
                    <a:pt x="239" y="241"/>
                    <a:pt x="249" y="234"/>
                  </a:cubicBezTo>
                  <a:cubicBezTo>
                    <a:pt x="258" y="226"/>
                    <a:pt x="268" y="220"/>
                    <a:pt x="276" y="211"/>
                  </a:cubicBezTo>
                  <a:cubicBezTo>
                    <a:pt x="279" y="207"/>
                    <a:pt x="282" y="202"/>
                    <a:pt x="283" y="196"/>
                  </a:cubicBezTo>
                  <a:cubicBezTo>
                    <a:pt x="284" y="191"/>
                    <a:pt x="283" y="185"/>
                    <a:pt x="279" y="181"/>
                  </a:cubicBezTo>
                  <a:cubicBezTo>
                    <a:pt x="278" y="180"/>
                    <a:pt x="275" y="178"/>
                    <a:pt x="273" y="178"/>
                  </a:cubicBezTo>
                  <a:cubicBezTo>
                    <a:pt x="270" y="177"/>
                    <a:pt x="268" y="177"/>
                    <a:pt x="265" y="176"/>
                  </a:cubicBezTo>
                  <a:cubicBezTo>
                    <a:pt x="260" y="176"/>
                    <a:pt x="255" y="176"/>
                    <a:pt x="250" y="177"/>
                  </a:cubicBezTo>
                  <a:cubicBezTo>
                    <a:pt x="247" y="177"/>
                    <a:pt x="244" y="177"/>
                    <a:pt x="242" y="177"/>
                  </a:cubicBezTo>
                  <a:cubicBezTo>
                    <a:pt x="239" y="177"/>
                    <a:pt x="237" y="177"/>
                    <a:pt x="234" y="176"/>
                  </a:cubicBezTo>
                  <a:cubicBezTo>
                    <a:pt x="232" y="174"/>
                    <a:pt x="231" y="171"/>
                    <a:pt x="231" y="169"/>
                  </a:cubicBezTo>
                  <a:cubicBezTo>
                    <a:pt x="230" y="166"/>
                    <a:pt x="230" y="164"/>
                    <a:pt x="231" y="162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1"/>
                    <a:pt x="231" y="161"/>
                    <a:pt x="231" y="161"/>
                  </a:cubicBezTo>
                  <a:cubicBezTo>
                    <a:pt x="244" y="137"/>
                    <a:pt x="254" y="114"/>
                    <a:pt x="262" y="94"/>
                  </a:cubicBezTo>
                  <a:cubicBezTo>
                    <a:pt x="270" y="74"/>
                    <a:pt x="277" y="57"/>
                    <a:pt x="279" y="42"/>
                  </a:cubicBezTo>
                  <a:cubicBezTo>
                    <a:pt x="280" y="35"/>
                    <a:pt x="281" y="28"/>
                    <a:pt x="280" y="23"/>
                  </a:cubicBezTo>
                  <a:cubicBezTo>
                    <a:pt x="279" y="17"/>
                    <a:pt x="277" y="13"/>
                    <a:pt x="275" y="9"/>
                  </a:cubicBezTo>
                  <a:cubicBezTo>
                    <a:pt x="273" y="6"/>
                    <a:pt x="271" y="4"/>
                    <a:pt x="269" y="3"/>
                  </a:cubicBezTo>
                  <a:cubicBezTo>
                    <a:pt x="267" y="2"/>
                    <a:pt x="266" y="2"/>
                    <a:pt x="266" y="2"/>
                  </a:cubicBezTo>
                  <a:cubicBezTo>
                    <a:pt x="266" y="2"/>
                    <a:pt x="267" y="2"/>
                    <a:pt x="269" y="3"/>
                  </a:cubicBezTo>
                  <a:cubicBezTo>
                    <a:pt x="271" y="4"/>
                    <a:pt x="273" y="6"/>
                    <a:pt x="275" y="9"/>
                  </a:cubicBezTo>
                  <a:cubicBezTo>
                    <a:pt x="278" y="12"/>
                    <a:pt x="280" y="17"/>
                    <a:pt x="280" y="23"/>
                  </a:cubicBezTo>
                  <a:cubicBezTo>
                    <a:pt x="281" y="28"/>
                    <a:pt x="281" y="35"/>
                    <a:pt x="280" y="42"/>
                  </a:cubicBezTo>
                  <a:cubicBezTo>
                    <a:pt x="277" y="57"/>
                    <a:pt x="271" y="75"/>
                    <a:pt x="263" y="95"/>
                  </a:cubicBezTo>
                  <a:cubicBezTo>
                    <a:pt x="254" y="115"/>
                    <a:pt x="245" y="137"/>
                    <a:pt x="232" y="162"/>
                  </a:cubicBezTo>
                  <a:cubicBezTo>
                    <a:pt x="232" y="162"/>
                    <a:pt x="232" y="162"/>
                    <a:pt x="232" y="162"/>
                  </a:cubicBezTo>
                  <a:cubicBezTo>
                    <a:pt x="232" y="164"/>
                    <a:pt x="231" y="167"/>
                    <a:pt x="232" y="169"/>
                  </a:cubicBezTo>
                  <a:cubicBezTo>
                    <a:pt x="232" y="171"/>
                    <a:pt x="233" y="173"/>
                    <a:pt x="235" y="175"/>
                  </a:cubicBezTo>
                  <a:cubicBezTo>
                    <a:pt x="237" y="176"/>
                    <a:pt x="239" y="176"/>
                    <a:pt x="242" y="176"/>
                  </a:cubicBezTo>
                  <a:cubicBezTo>
                    <a:pt x="244" y="176"/>
                    <a:pt x="247" y="176"/>
                    <a:pt x="249" y="176"/>
                  </a:cubicBezTo>
                  <a:cubicBezTo>
                    <a:pt x="254" y="175"/>
                    <a:pt x="260" y="175"/>
                    <a:pt x="265" y="175"/>
                  </a:cubicBezTo>
                  <a:cubicBezTo>
                    <a:pt x="268" y="175"/>
                    <a:pt x="270" y="175"/>
                    <a:pt x="273" y="176"/>
                  </a:cubicBezTo>
                  <a:cubicBezTo>
                    <a:pt x="276" y="177"/>
                    <a:pt x="278" y="178"/>
                    <a:pt x="280" y="181"/>
                  </a:cubicBezTo>
                  <a:cubicBezTo>
                    <a:pt x="284" y="185"/>
                    <a:pt x="285" y="191"/>
                    <a:pt x="284" y="197"/>
                  </a:cubicBezTo>
                  <a:cubicBezTo>
                    <a:pt x="283" y="202"/>
                    <a:pt x="280" y="208"/>
                    <a:pt x="277" y="212"/>
                  </a:cubicBezTo>
                  <a:cubicBezTo>
                    <a:pt x="269" y="221"/>
                    <a:pt x="259" y="228"/>
                    <a:pt x="250" y="235"/>
                  </a:cubicBezTo>
                  <a:cubicBezTo>
                    <a:pt x="240" y="243"/>
                    <a:pt x="230" y="250"/>
                    <a:pt x="220" y="258"/>
                  </a:cubicBezTo>
                  <a:cubicBezTo>
                    <a:pt x="215" y="262"/>
                    <a:pt x="210" y="266"/>
                    <a:pt x="205" y="270"/>
                  </a:cubicBezTo>
                  <a:cubicBezTo>
                    <a:pt x="202" y="272"/>
                    <a:pt x="199" y="274"/>
                    <a:pt x="197" y="276"/>
                  </a:cubicBezTo>
                  <a:cubicBezTo>
                    <a:pt x="195" y="277"/>
                    <a:pt x="194" y="277"/>
                    <a:pt x="193" y="279"/>
                  </a:cubicBezTo>
                  <a:cubicBezTo>
                    <a:pt x="192" y="280"/>
                    <a:pt x="191" y="281"/>
                    <a:pt x="191" y="283"/>
                  </a:cubicBezTo>
                  <a:cubicBezTo>
                    <a:pt x="191" y="284"/>
                    <a:pt x="192" y="285"/>
                    <a:pt x="193" y="286"/>
                  </a:cubicBezTo>
                  <a:cubicBezTo>
                    <a:pt x="194" y="287"/>
                    <a:pt x="196" y="287"/>
                    <a:pt x="198" y="287"/>
                  </a:cubicBezTo>
                  <a:cubicBezTo>
                    <a:pt x="201" y="287"/>
                    <a:pt x="204" y="288"/>
                    <a:pt x="208" y="288"/>
                  </a:cubicBezTo>
                  <a:cubicBezTo>
                    <a:pt x="214" y="289"/>
                    <a:pt x="221" y="290"/>
                    <a:pt x="228" y="291"/>
                  </a:cubicBezTo>
                  <a:cubicBezTo>
                    <a:pt x="235" y="292"/>
                    <a:pt x="242" y="294"/>
                    <a:pt x="248" y="298"/>
                  </a:cubicBezTo>
                  <a:cubicBezTo>
                    <a:pt x="251" y="300"/>
                    <a:pt x="254" y="302"/>
                    <a:pt x="256" y="305"/>
                  </a:cubicBezTo>
                  <a:cubicBezTo>
                    <a:pt x="258" y="309"/>
                    <a:pt x="259" y="312"/>
                    <a:pt x="259" y="316"/>
                  </a:cubicBezTo>
                  <a:cubicBezTo>
                    <a:pt x="258" y="324"/>
                    <a:pt x="254" y="330"/>
                    <a:pt x="249" y="336"/>
                  </a:cubicBezTo>
                  <a:cubicBezTo>
                    <a:pt x="244" y="341"/>
                    <a:pt x="238" y="346"/>
                    <a:pt x="233" y="351"/>
                  </a:cubicBezTo>
                  <a:cubicBezTo>
                    <a:pt x="221" y="360"/>
                    <a:pt x="208" y="367"/>
                    <a:pt x="194" y="375"/>
                  </a:cubicBezTo>
                  <a:cubicBezTo>
                    <a:pt x="191" y="376"/>
                    <a:pt x="187" y="378"/>
                    <a:pt x="185" y="380"/>
                  </a:cubicBezTo>
                  <a:cubicBezTo>
                    <a:pt x="183" y="381"/>
                    <a:pt x="182" y="383"/>
                    <a:pt x="182" y="384"/>
                  </a:cubicBezTo>
                  <a:cubicBezTo>
                    <a:pt x="182" y="385"/>
                    <a:pt x="182" y="385"/>
                    <a:pt x="182" y="386"/>
                  </a:cubicBezTo>
                  <a:cubicBezTo>
                    <a:pt x="183" y="387"/>
                    <a:pt x="183" y="387"/>
                    <a:pt x="183" y="387"/>
                  </a:cubicBezTo>
                  <a:cubicBezTo>
                    <a:pt x="183" y="387"/>
                    <a:pt x="184" y="387"/>
                    <a:pt x="184" y="388"/>
                  </a:cubicBezTo>
                  <a:cubicBezTo>
                    <a:pt x="188" y="388"/>
                    <a:pt x="192" y="388"/>
                    <a:pt x="196" y="388"/>
                  </a:cubicBezTo>
                  <a:cubicBezTo>
                    <a:pt x="200" y="388"/>
                    <a:pt x="203" y="388"/>
                    <a:pt x="207" y="388"/>
                  </a:cubicBezTo>
                  <a:cubicBezTo>
                    <a:pt x="215" y="388"/>
                    <a:pt x="223" y="388"/>
                    <a:pt x="231" y="390"/>
                  </a:cubicBezTo>
                  <a:cubicBezTo>
                    <a:pt x="235" y="390"/>
                    <a:pt x="239" y="391"/>
                    <a:pt x="243" y="393"/>
                  </a:cubicBezTo>
                  <a:cubicBezTo>
                    <a:pt x="246" y="395"/>
                    <a:pt x="250" y="398"/>
                    <a:pt x="251" y="403"/>
                  </a:cubicBezTo>
                  <a:cubicBezTo>
                    <a:pt x="252" y="407"/>
                    <a:pt x="251" y="411"/>
                    <a:pt x="249" y="415"/>
                  </a:cubicBezTo>
                  <a:cubicBezTo>
                    <a:pt x="247" y="419"/>
                    <a:pt x="244" y="422"/>
                    <a:pt x="242" y="425"/>
                  </a:cubicBezTo>
                  <a:cubicBezTo>
                    <a:pt x="236" y="431"/>
                    <a:pt x="230" y="437"/>
                    <a:pt x="223" y="441"/>
                  </a:cubicBezTo>
                  <a:cubicBezTo>
                    <a:pt x="209" y="451"/>
                    <a:pt x="194" y="458"/>
                    <a:pt x="179" y="464"/>
                  </a:cubicBezTo>
                  <a:cubicBezTo>
                    <a:pt x="163" y="470"/>
                    <a:pt x="147" y="474"/>
                    <a:pt x="130" y="478"/>
                  </a:cubicBezTo>
                  <a:cubicBezTo>
                    <a:pt x="122" y="480"/>
                    <a:pt x="114" y="481"/>
                    <a:pt x="105" y="483"/>
                  </a:cubicBezTo>
                  <a:cubicBezTo>
                    <a:pt x="97" y="484"/>
                    <a:pt x="88" y="485"/>
                    <a:pt x="80" y="486"/>
                  </a:cubicBezTo>
                  <a:cubicBezTo>
                    <a:pt x="79" y="486"/>
                    <a:pt x="79" y="486"/>
                    <a:pt x="79" y="486"/>
                  </a:cubicBezTo>
                  <a:cubicBezTo>
                    <a:pt x="79" y="486"/>
                    <a:pt x="79" y="486"/>
                    <a:pt x="79" y="486"/>
                  </a:cubicBezTo>
                  <a:cubicBezTo>
                    <a:pt x="79" y="486"/>
                    <a:pt x="79" y="486"/>
                    <a:pt x="79" y="486"/>
                  </a:cubicBezTo>
                  <a:cubicBezTo>
                    <a:pt x="73" y="479"/>
                    <a:pt x="68" y="472"/>
                    <a:pt x="62" y="466"/>
                  </a:cubicBezTo>
                  <a:cubicBezTo>
                    <a:pt x="57" y="459"/>
                    <a:pt x="51" y="453"/>
                    <a:pt x="47" y="446"/>
                  </a:cubicBezTo>
                  <a:cubicBezTo>
                    <a:pt x="37" y="432"/>
                    <a:pt x="28" y="417"/>
                    <a:pt x="21" y="402"/>
                  </a:cubicBezTo>
                  <a:cubicBezTo>
                    <a:pt x="13" y="387"/>
                    <a:pt x="7" y="372"/>
                    <a:pt x="3" y="356"/>
                  </a:cubicBezTo>
                  <a:cubicBezTo>
                    <a:pt x="1" y="348"/>
                    <a:pt x="0" y="340"/>
                    <a:pt x="0" y="331"/>
                  </a:cubicBezTo>
                  <a:cubicBezTo>
                    <a:pt x="0" y="327"/>
                    <a:pt x="1" y="323"/>
                    <a:pt x="2" y="319"/>
                  </a:cubicBezTo>
                  <a:cubicBezTo>
                    <a:pt x="3" y="315"/>
                    <a:pt x="5" y="311"/>
                    <a:pt x="8" y="309"/>
                  </a:cubicBezTo>
                  <a:cubicBezTo>
                    <a:pt x="12" y="306"/>
                    <a:pt x="17" y="306"/>
                    <a:pt x="21" y="307"/>
                  </a:cubicBezTo>
                  <a:cubicBezTo>
                    <a:pt x="25" y="308"/>
                    <a:pt x="28" y="310"/>
                    <a:pt x="32" y="312"/>
                  </a:cubicBezTo>
                  <a:cubicBezTo>
                    <a:pt x="39" y="317"/>
                    <a:pt x="45" y="322"/>
                    <a:pt x="50" y="327"/>
                  </a:cubicBezTo>
                  <a:cubicBezTo>
                    <a:pt x="53" y="330"/>
                    <a:pt x="56" y="332"/>
                    <a:pt x="59" y="335"/>
                  </a:cubicBezTo>
                  <a:cubicBezTo>
                    <a:pt x="62" y="338"/>
                    <a:pt x="65" y="340"/>
                    <a:pt x="68" y="342"/>
                  </a:cubicBezTo>
                  <a:cubicBezTo>
                    <a:pt x="68" y="343"/>
                    <a:pt x="69" y="343"/>
                    <a:pt x="70" y="343"/>
                  </a:cubicBezTo>
                  <a:cubicBezTo>
                    <a:pt x="71" y="342"/>
                    <a:pt x="71" y="342"/>
                    <a:pt x="71" y="342"/>
                  </a:cubicBezTo>
                  <a:cubicBezTo>
                    <a:pt x="71" y="341"/>
                    <a:pt x="71" y="341"/>
                    <a:pt x="71" y="341"/>
                  </a:cubicBezTo>
                  <a:cubicBezTo>
                    <a:pt x="72" y="340"/>
                    <a:pt x="73" y="338"/>
                    <a:pt x="72" y="337"/>
                  </a:cubicBezTo>
                  <a:cubicBezTo>
                    <a:pt x="72" y="333"/>
                    <a:pt x="70" y="330"/>
                    <a:pt x="69" y="326"/>
                  </a:cubicBezTo>
                  <a:cubicBezTo>
                    <a:pt x="64" y="312"/>
                    <a:pt x="60" y="297"/>
                    <a:pt x="57" y="283"/>
                  </a:cubicBezTo>
                  <a:cubicBezTo>
                    <a:pt x="56" y="275"/>
                    <a:pt x="55" y="268"/>
                    <a:pt x="55" y="260"/>
                  </a:cubicBezTo>
                  <a:cubicBezTo>
                    <a:pt x="55" y="253"/>
                    <a:pt x="56" y="245"/>
                    <a:pt x="61" y="239"/>
                  </a:cubicBezTo>
                  <a:cubicBezTo>
                    <a:pt x="63" y="236"/>
                    <a:pt x="66" y="234"/>
                    <a:pt x="70" y="233"/>
                  </a:cubicBezTo>
                  <a:cubicBezTo>
                    <a:pt x="73" y="232"/>
                    <a:pt x="77" y="232"/>
                    <a:pt x="81" y="233"/>
                  </a:cubicBezTo>
                  <a:cubicBezTo>
                    <a:pt x="88" y="235"/>
                    <a:pt x="94" y="238"/>
                    <a:pt x="100" y="241"/>
                  </a:cubicBezTo>
                  <a:cubicBezTo>
                    <a:pt x="106" y="245"/>
                    <a:pt x="112" y="249"/>
                    <a:pt x="117" y="253"/>
                  </a:cubicBezTo>
                  <a:cubicBezTo>
                    <a:pt x="120" y="255"/>
                    <a:pt x="123" y="257"/>
                    <a:pt x="125" y="259"/>
                  </a:cubicBezTo>
                  <a:cubicBezTo>
                    <a:pt x="127" y="260"/>
                    <a:pt x="128" y="261"/>
                    <a:pt x="130" y="261"/>
                  </a:cubicBezTo>
                  <a:cubicBezTo>
                    <a:pt x="131" y="261"/>
                    <a:pt x="132" y="261"/>
                    <a:pt x="133" y="260"/>
                  </a:cubicBezTo>
                  <a:cubicBezTo>
                    <a:pt x="134" y="259"/>
                    <a:pt x="134" y="257"/>
                    <a:pt x="134" y="256"/>
                  </a:cubicBezTo>
                  <a:cubicBezTo>
                    <a:pt x="135" y="254"/>
                    <a:pt x="134" y="253"/>
                    <a:pt x="134" y="251"/>
                  </a:cubicBezTo>
                  <a:cubicBezTo>
                    <a:pt x="133" y="248"/>
                    <a:pt x="133" y="245"/>
                    <a:pt x="132" y="241"/>
                  </a:cubicBezTo>
                  <a:cubicBezTo>
                    <a:pt x="131" y="235"/>
                    <a:pt x="130" y="229"/>
                    <a:pt x="129" y="222"/>
                  </a:cubicBezTo>
                  <a:cubicBezTo>
                    <a:pt x="126" y="210"/>
                    <a:pt x="124" y="198"/>
                    <a:pt x="122" y="186"/>
                  </a:cubicBezTo>
                  <a:cubicBezTo>
                    <a:pt x="120" y="174"/>
                    <a:pt x="117" y="162"/>
                    <a:pt x="117" y="150"/>
                  </a:cubicBezTo>
                  <a:cubicBezTo>
                    <a:pt x="118" y="144"/>
                    <a:pt x="119" y="139"/>
                    <a:pt x="122" y="134"/>
                  </a:cubicBezTo>
                  <a:cubicBezTo>
                    <a:pt x="125" y="129"/>
                    <a:pt x="130" y="125"/>
                    <a:pt x="136" y="124"/>
                  </a:cubicBezTo>
                  <a:cubicBezTo>
                    <a:pt x="139" y="124"/>
                    <a:pt x="142" y="125"/>
                    <a:pt x="144" y="126"/>
                  </a:cubicBezTo>
                  <a:cubicBezTo>
                    <a:pt x="147" y="127"/>
                    <a:pt x="149" y="129"/>
                    <a:pt x="151" y="131"/>
                  </a:cubicBezTo>
                  <a:cubicBezTo>
                    <a:pt x="155" y="134"/>
                    <a:pt x="159" y="138"/>
                    <a:pt x="162" y="142"/>
                  </a:cubicBezTo>
                  <a:cubicBezTo>
                    <a:pt x="164" y="143"/>
                    <a:pt x="166" y="145"/>
                    <a:pt x="167" y="147"/>
                  </a:cubicBezTo>
                  <a:cubicBezTo>
                    <a:pt x="169" y="149"/>
                    <a:pt x="171" y="150"/>
                    <a:pt x="173" y="150"/>
                  </a:cubicBezTo>
                  <a:cubicBezTo>
                    <a:pt x="176" y="151"/>
                    <a:pt x="178" y="150"/>
                    <a:pt x="180" y="148"/>
                  </a:cubicBezTo>
                  <a:cubicBezTo>
                    <a:pt x="181" y="147"/>
                    <a:pt x="183" y="145"/>
                    <a:pt x="184" y="143"/>
                  </a:cubicBezTo>
                  <a:cubicBezTo>
                    <a:pt x="184" y="143"/>
                    <a:pt x="184" y="143"/>
                    <a:pt x="184" y="143"/>
                  </a:cubicBezTo>
                  <a:cubicBezTo>
                    <a:pt x="191" y="116"/>
                    <a:pt x="199" y="93"/>
                    <a:pt x="207" y="73"/>
                  </a:cubicBezTo>
                  <a:cubicBezTo>
                    <a:pt x="214" y="52"/>
                    <a:pt x="221" y="35"/>
                    <a:pt x="229" y="22"/>
                  </a:cubicBezTo>
                  <a:cubicBezTo>
                    <a:pt x="234" y="16"/>
                    <a:pt x="238" y="11"/>
                    <a:pt x="242" y="8"/>
                  </a:cubicBezTo>
                  <a:cubicBezTo>
                    <a:pt x="247" y="4"/>
                    <a:pt x="251" y="2"/>
                    <a:pt x="255" y="1"/>
                  </a:cubicBezTo>
                  <a:cubicBezTo>
                    <a:pt x="259" y="0"/>
                    <a:pt x="262" y="1"/>
                    <a:pt x="264" y="1"/>
                  </a:cubicBezTo>
                  <a:cubicBezTo>
                    <a:pt x="266" y="2"/>
                    <a:pt x="267" y="2"/>
                    <a:pt x="267" y="2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C9312FEB-A183-4550-AFDE-BD064F886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1609"/>
              <a:ext cx="451" cy="1171"/>
            </a:xfrm>
            <a:custGeom>
              <a:avLst/>
              <a:gdLst>
                <a:gd name="T0" fmla="*/ 190 w 190"/>
                <a:gd name="T1" fmla="*/ 0 h 493"/>
                <a:gd name="T2" fmla="*/ 189 w 190"/>
                <a:gd name="T3" fmla="*/ 1 h 493"/>
                <a:gd name="T4" fmla="*/ 188 w 190"/>
                <a:gd name="T5" fmla="*/ 5 h 493"/>
                <a:gd name="T6" fmla="*/ 183 w 190"/>
                <a:gd name="T7" fmla="*/ 19 h 493"/>
                <a:gd name="T8" fmla="*/ 162 w 190"/>
                <a:gd name="T9" fmla="*/ 72 h 493"/>
                <a:gd name="T10" fmla="*/ 96 w 190"/>
                <a:gd name="T11" fmla="*/ 246 h 493"/>
                <a:gd name="T12" fmla="*/ 29 w 190"/>
                <a:gd name="T13" fmla="*/ 421 h 493"/>
                <a:gd name="T14" fmla="*/ 8 w 190"/>
                <a:gd name="T15" fmla="*/ 473 h 493"/>
                <a:gd name="T16" fmla="*/ 2 w 190"/>
                <a:gd name="T17" fmla="*/ 488 h 493"/>
                <a:gd name="T18" fmla="*/ 0 w 190"/>
                <a:gd name="T19" fmla="*/ 491 h 493"/>
                <a:gd name="T20" fmla="*/ 0 w 190"/>
                <a:gd name="T21" fmla="*/ 493 h 493"/>
                <a:gd name="T22" fmla="*/ 0 w 190"/>
                <a:gd name="T23" fmla="*/ 491 h 493"/>
                <a:gd name="T24" fmla="*/ 2 w 190"/>
                <a:gd name="T25" fmla="*/ 487 h 493"/>
                <a:gd name="T26" fmla="*/ 7 w 190"/>
                <a:gd name="T27" fmla="*/ 473 h 493"/>
                <a:gd name="T28" fmla="*/ 27 w 190"/>
                <a:gd name="T29" fmla="*/ 420 h 493"/>
                <a:gd name="T30" fmla="*/ 94 w 190"/>
                <a:gd name="T31" fmla="*/ 246 h 493"/>
                <a:gd name="T32" fmla="*/ 161 w 190"/>
                <a:gd name="T33" fmla="*/ 71 h 493"/>
                <a:gd name="T34" fmla="*/ 182 w 190"/>
                <a:gd name="T35" fmla="*/ 19 h 493"/>
                <a:gd name="T36" fmla="*/ 188 w 190"/>
                <a:gd name="T37" fmla="*/ 4 h 493"/>
                <a:gd name="T38" fmla="*/ 189 w 190"/>
                <a:gd name="T39" fmla="*/ 1 h 493"/>
                <a:gd name="T40" fmla="*/ 190 w 190"/>
                <a:gd name="T41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0" h="493">
                  <a:moveTo>
                    <a:pt x="190" y="0"/>
                  </a:moveTo>
                  <a:cubicBezTo>
                    <a:pt x="190" y="0"/>
                    <a:pt x="190" y="0"/>
                    <a:pt x="189" y="1"/>
                  </a:cubicBezTo>
                  <a:cubicBezTo>
                    <a:pt x="189" y="2"/>
                    <a:pt x="189" y="3"/>
                    <a:pt x="188" y="5"/>
                  </a:cubicBezTo>
                  <a:cubicBezTo>
                    <a:pt x="187" y="8"/>
                    <a:pt x="185" y="13"/>
                    <a:pt x="183" y="19"/>
                  </a:cubicBezTo>
                  <a:cubicBezTo>
                    <a:pt x="178" y="32"/>
                    <a:pt x="171" y="50"/>
                    <a:pt x="162" y="72"/>
                  </a:cubicBezTo>
                  <a:cubicBezTo>
                    <a:pt x="145" y="117"/>
                    <a:pt x="122" y="178"/>
                    <a:pt x="96" y="246"/>
                  </a:cubicBezTo>
                  <a:cubicBezTo>
                    <a:pt x="70" y="315"/>
                    <a:pt x="46" y="376"/>
                    <a:pt x="29" y="421"/>
                  </a:cubicBezTo>
                  <a:cubicBezTo>
                    <a:pt x="20" y="443"/>
                    <a:pt x="13" y="461"/>
                    <a:pt x="8" y="473"/>
                  </a:cubicBezTo>
                  <a:cubicBezTo>
                    <a:pt x="5" y="479"/>
                    <a:pt x="3" y="484"/>
                    <a:pt x="2" y="488"/>
                  </a:cubicBezTo>
                  <a:cubicBezTo>
                    <a:pt x="1" y="489"/>
                    <a:pt x="1" y="490"/>
                    <a:pt x="0" y="491"/>
                  </a:cubicBezTo>
                  <a:cubicBezTo>
                    <a:pt x="0" y="492"/>
                    <a:pt x="0" y="493"/>
                    <a:pt x="0" y="493"/>
                  </a:cubicBezTo>
                  <a:cubicBezTo>
                    <a:pt x="0" y="492"/>
                    <a:pt x="0" y="492"/>
                    <a:pt x="0" y="491"/>
                  </a:cubicBezTo>
                  <a:cubicBezTo>
                    <a:pt x="1" y="490"/>
                    <a:pt x="1" y="489"/>
                    <a:pt x="2" y="487"/>
                  </a:cubicBezTo>
                  <a:cubicBezTo>
                    <a:pt x="3" y="484"/>
                    <a:pt x="5" y="479"/>
                    <a:pt x="7" y="473"/>
                  </a:cubicBezTo>
                  <a:cubicBezTo>
                    <a:pt x="12" y="460"/>
                    <a:pt x="19" y="442"/>
                    <a:pt x="27" y="420"/>
                  </a:cubicBezTo>
                  <a:cubicBezTo>
                    <a:pt x="44" y="375"/>
                    <a:pt x="68" y="314"/>
                    <a:pt x="94" y="246"/>
                  </a:cubicBezTo>
                  <a:cubicBezTo>
                    <a:pt x="120" y="177"/>
                    <a:pt x="143" y="116"/>
                    <a:pt x="161" y="71"/>
                  </a:cubicBezTo>
                  <a:cubicBezTo>
                    <a:pt x="170" y="49"/>
                    <a:pt x="177" y="31"/>
                    <a:pt x="182" y="19"/>
                  </a:cubicBezTo>
                  <a:cubicBezTo>
                    <a:pt x="184" y="13"/>
                    <a:pt x="186" y="8"/>
                    <a:pt x="188" y="4"/>
                  </a:cubicBezTo>
                  <a:cubicBezTo>
                    <a:pt x="188" y="3"/>
                    <a:pt x="189" y="2"/>
                    <a:pt x="189" y="1"/>
                  </a:cubicBezTo>
                  <a:cubicBezTo>
                    <a:pt x="190" y="0"/>
                    <a:pt x="190" y="0"/>
                    <a:pt x="190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F6A347C6-43A6-4407-A902-C9AF7FD89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934"/>
              <a:ext cx="167" cy="91"/>
            </a:xfrm>
            <a:custGeom>
              <a:avLst/>
              <a:gdLst>
                <a:gd name="T0" fmla="*/ 70 w 70"/>
                <a:gd name="T1" fmla="*/ 1 h 38"/>
                <a:gd name="T2" fmla="*/ 60 w 70"/>
                <a:gd name="T3" fmla="*/ 7 h 38"/>
                <a:gd name="T4" fmla="*/ 36 w 70"/>
                <a:gd name="T5" fmla="*/ 20 h 38"/>
                <a:gd name="T6" fmla="*/ 11 w 70"/>
                <a:gd name="T7" fmla="*/ 33 h 38"/>
                <a:gd name="T8" fmla="*/ 0 w 70"/>
                <a:gd name="T9" fmla="*/ 38 h 38"/>
                <a:gd name="T10" fmla="*/ 10 w 70"/>
                <a:gd name="T11" fmla="*/ 32 h 38"/>
                <a:gd name="T12" fmla="*/ 35 w 70"/>
                <a:gd name="T13" fmla="*/ 18 h 38"/>
                <a:gd name="T14" fmla="*/ 59 w 70"/>
                <a:gd name="T15" fmla="*/ 5 h 38"/>
                <a:gd name="T16" fmla="*/ 70 w 70"/>
                <a:gd name="T17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38">
                  <a:moveTo>
                    <a:pt x="70" y="1"/>
                  </a:moveTo>
                  <a:cubicBezTo>
                    <a:pt x="70" y="1"/>
                    <a:pt x="66" y="3"/>
                    <a:pt x="60" y="7"/>
                  </a:cubicBezTo>
                  <a:cubicBezTo>
                    <a:pt x="53" y="10"/>
                    <a:pt x="45" y="15"/>
                    <a:pt x="36" y="20"/>
                  </a:cubicBezTo>
                  <a:cubicBezTo>
                    <a:pt x="26" y="26"/>
                    <a:pt x="17" y="30"/>
                    <a:pt x="11" y="33"/>
                  </a:cubicBezTo>
                  <a:cubicBezTo>
                    <a:pt x="4" y="37"/>
                    <a:pt x="0" y="38"/>
                    <a:pt x="0" y="38"/>
                  </a:cubicBezTo>
                  <a:cubicBezTo>
                    <a:pt x="0" y="38"/>
                    <a:pt x="4" y="36"/>
                    <a:pt x="10" y="32"/>
                  </a:cubicBezTo>
                  <a:cubicBezTo>
                    <a:pt x="17" y="28"/>
                    <a:pt x="25" y="24"/>
                    <a:pt x="35" y="18"/>
                  </a:cubicBezTo>
                  <a:cubicBezTo>
                    <a:pt x="44" y="13"/>
                    <a:pt x="53" y="8"/>
                    <a:pt x="59" y="5"/>
                  </a:cubicBezTo>
                  <a:cubicBezTo>
                    <a:pt x="66" y="2"/>
                    <a:pt x="70" y="0"/>
                    <a:pt x="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4D836F37-670F-4700-982C-56E52BBC6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823"/>
              <a:ext cx="97" cy="197"/>
            </a:xfrm>
            <a:custGeom>
              <a:avLst/>
              <a:gdLst>
                <a:gd name="T0" fmla="*/ 41 w 41"/>
                <a:gd name="T1" fmla="*/ 83 h 83"/>
                <a:gd name="T2" fmla="*/ 20 w 41"/>
                <a:gd name="T3" fmla="*/ 42 h 83"/>
                <a:gd name="T4" fmla="*/ 0 w 41"/>
                <a:gd name="T5" fmla="*/ 1 h 83"/>
                <a:gd name="T6" fmla="*/ 22 w 41"/>
                <a:gd name="T7" fmla="*/ 41 h 83"/>
                <a:gd name="T8" fmla="*/ 41 w 4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83">
                  <a:moveTo>
                    <a:pt x="41" y="83"/>
                  </a:moveTo>
                  <a:cubicBezTo>
                    <a:pt x="40" y="83"/>
                    <a:pt x="31" y="65"/>
                    <a:pt x="20" y="42"/>
                  </a:cubicBezTo>
                  <a:cubicBezTo>
                    <a:pt x="8" y="20"/>
                    <a:pt x="0" y="1"/>
                    <a:pt x="0" y="1"/>
                  </a:cubicBezTo>
                  <a:cubicBezTo>
                    <a:pt x="1" y="0"/>
                    <a:pt x="10" y="19"/>
                    <a:pt x="22" y="41"/>
                  </a:cubicBezTo>
                  <a:cubicBezTo>
                    <a:pt x="33" y="64"/>
                    <a:pt x="41" y="82"/>
                    <a:pt x="41" y="8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EF751B03-8C9C-4E29-B899-1CF70221A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2124"/>
              <a:ext cx="126" cy="148"/>
            </a:xfrm>
            <a:custGeom>
              <a:avLst/>
              <a:gdLst>
                <a:gd name="T0" fmla="*/ 53 w 53"/>
                <a:gd name="T1" fmla="*/ 62 h 62"/>
                <a:gd name="T2" fmla="*/ 44 w 53"/>
                <a:gd name="T3" fmla="*/ 54 h 62"/>
                <a:gd name="T4" fmla="*/ 25 w 53"/>
                <a:gd name="T5" fmla="*/ 33 h 62"/>
                <a:gd name="T6" fmla="*/ 7 w 53"/>
                <a:gd name="T7" fmla="*/ 10 h 62"/>
                <a:gd name="T8" fmla="*/ 1 w 53"/>
                <a:gd name="T9" fmla="*/ 0 h 62"/>
                <a:gd name="T10" fmla="*/ 8 w 53"/>
                <a:gd name="T11" fmla="*/ 10 h 62"/>
                <a:gd name="T12" fmla="*/ 26 w 53"/>
                <a:gd name="T13" fmla="*/ 32 h 62"/>
                <a:gd name="T14" fmla="*/ 45 w 53"/>
                <a:gd name="T15" fmla="*/ 53 h 62"/>
                <a:gd name="T16" fmla="*/ 53 w 53"/>
                <a:gd name="T1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62">
                  <a:moveTo>
                    <a:pt x="53" y="62"/>
                  </a:moveTo>
                  <a:cubicBezTo>
                    <a:pt x="53" y="62"/>
                    <a:pt x="49" y="59"/>
                    <a:pt x="44" y="54"/>
                  </a:cubicBezTo>
                  <a:cubicBezTo>
                    <a:pt x="39" y="49"/>
                    <a:pt x="32" y="42"/>
                    <a:pt x="25" y="33"/>
                  </a:cubicBezTo>
                  <a:cubicBezTo>
                    <a:pt x="17" y="25"/>
                    <a:pt x="11" y="16"/>
                    <a:pt x="7" y="10"/>
                  </a:cubicBezTo>
                  <a:cubicBezTo>
                    <a:pt x="3" y="4"/>
                    <a:pt x="0" y="1"/>
                    <a:pt x="1" y="0"/>
                  </a:cubicBezTo>
                  <a:cubicBezTo>
                    <a:pt x="1" y="0"/>
                    <a:pt x="4" y="4"/>
                    <a:pt x="8" y="10"/>
                  </a:cubicBezTo>
                  <a:cubicBezTo>
                    <a:pt x="13" y="15"/>
                    <a:pt x="19" y="23"/>
                    <a:pt x="26" y="32"/>
                  </a:cubicBezTo>
                  <a:cubicBezTo>
                    <a:pt x="34" y="40"/>
                    <a:pt x="40" y="48"/>
                    <a:pt x="45" y="53"/>
                  </a:cubicBezTo>
                  <a:cubicBezTo>
                    <a:pt x="50" y="59"/>
                    <a:pt x="53" y="62"/>
                    <a:pt x="53" y="62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E23B04CD-CF90-4D64-9D53-CDD731884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31"/>
              <a:ext cx="173" cy="41"/>
            </a:xfrm>
            <a:custGeom>
              <a:avLst/>
              <a:gdLst>
                <a:gd name="T0" fmla="*/ 73 w 73"/>
                <a:gd name="T1" fmla="*/ 0 h 17"/>
                <a:gd name="T2" fmla="*/ 63 w 73"/>
                <a:gd name="T3" fmla="*/ 3 h 17"/>
                <a:gd name="T4" fmla="*/ 37 w 73"/>
                <a:gd name="T5" fmla="*/ 9 h 17"/>
                <a:gd name="T6" fmla="*/ 11 w 73"/>
                <a:gd name="T7" fmla="*/ 15 h 17"/>
                <a:gd name="T8" fmla="*/ 0 w 73"/>
                <a:gd name="T9" fmla="*/ 16 h 17"/>
                <a:gd name="T10" fmla="*/ 11 w 73"/>
                <a:gd name="T11" fmla="*/ 13 h 17"/>
                <a:gd name="T12" fmla="*/ 36 w 73"/>
                <a:gd name="T13" fmla="*/ 7 h 17"/>
                <a:gd name="T14" fmla="*/ 62 w 73"/>
                <a:gd name="T15" fmla="*/ 2 h 17"/>
                <a:gd name="T16" fmla="*/ 73 w 73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7">
                  <a:moveTo>
                    <a:pt x="73" y="0"/>
                  </a:moveTo>
                  <a:cubicBezTo>
                    <a:pt x="73" y="0"/>
                    <a:pt x="69" y="2"/>
                    <a:pt x="63" y="3"/>
                  </a:cubicBezTo>
                  <a:cubicBezTo>
                    <a:pt x="56" y="5"/>
                    <a:pt x="47" y="7"/>
                    <a:pt x="37" y="9"/>
                  </a:cubicBezTo>
                  <a:cubicBezTo>
                    <a:pt x="27" y="11"/>
                    <a:pt x="17" y="13"/>
                    <a:pt x="11" y="15"/>
                  </a:cubicBezTo>
                  <a:cubicBezTo>
                    <a:pt x="4" y="16"/>
                    <a:pt x="0" y="17"/>
                    <a:pt x="0" y="16"/>
                  </a:cubicBezTo>
                  <a:cubicBezTo>
                    <a:pt x="0" y="16"/>
                    <a:pt x="4" y="15"/>
                    <a:pt x="11" y="13"/>
                  </a:cubicBezTo>
                  <a:cubicBezTo>
                    <a:pt x="17" y="12"/>
                    <a:pt x="26" y="9"/>
                    <a:pt x="36" y="7"/>
                  </a:cubicBezTo>
                  <a:cubicBezTo>
                    <a:pt x="46" y="5"/>
                    <a:pt x="56" y="3"/>
                    <a:pt x="62" y="2"/>
                  </a:cubicBezTo>
                  <a:cubicBezTo>
                    <a:pt x="69" y="0"/>
                    <a:pt x="73" y="0"/>
                    <a:pt x="73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2EEF4010-F6EF-4F51-8CCE-930424FAF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" y="2464"/>
              <a:ext cx="223" cy="47"/>
            </a:xfrm>
            <a:custGeom>
              <a:avLst/>
              <a:gdLst>
                <a:gd name="T0" fmla="*/ 94 w 94"/>
                <a:gd name="T1" fmla="*/ 0 h 20"/>
                <a:gd name="T2" fmla="*/ 81 w 94"/>
                <a:gd name="T3" fmla="*/ 4 h 20"/>
                <a:gd name="T4" fmla="*/ 47 w 94"/>
                <a:gd name="T5" fmla="*/ 11 h 20"/>
                <a:gd name="T6" fmla="*/ 14 w 94"/>
                <a:gd name="T7" fmla="*/ 18 h 20"/>
                <a:gd name="T8" fmla="*/ 0 w 94"/>
                <a:gd name="T9" fmla="*/ 20 h 20"/>
                <a:gd name="T10" fmla="*/ 14 w 94"/>
                <a:gd name="T11" fmla="*/ 16 h 20"/>
                <a:gd name="T12" fmla="*/ 47 w 94"/>
                <a:gd name="T13" fmla="*/ 9 h 20"/>
                <a:gd name="T14" fmla="*/ 80 w 94"/>
                <a:gd name="T15" fmla="*/ 2 h 20"/>
                <a:gd name="T16" fmla="*/ 94 w 94"/>
                <a:gd name="T1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20">
                  <a:moveTo>
                    <a:pt x="94" y="0"/>
                  </a:moveTo>
                  <a:cubicBezTo>
                    <a:pt x="94" y="0"/>
                    <a:pt x="89" y="2"/>
                    <a:pt x="81" y="4"/>
                  </a:cubicBezTo>
                  <a:cubicBezTo>
                    <a:pt x="72" y="6"/>
                    <a:pt x="60" y="8"/>
                    <a:pt x="47" y="11"/>
                  </a:cubicBezTo>
                  <a:cubicBezTo>
                    <a:pt x="34" y="14"/>
                    <a:pt x="23" y="16"/>
                    <a:pt x="14" y="18"/>
                  </a:cubicBezTo>
                  <a:cubicBezTo>
                    <a:pt x="6" y="19"/>
                    <a:pt x="0" y="20"/>
                    <a:pt x="0" y="20"/>
                  </a:cubicBezTo>
                  <a:cubicBezTo>
                    <a:pt x="0" y="20"/>
                    <a:pt x="5" y="18"/>
                    <a:pt x="14" y="16"/>
                  </a:cubicBezTo>
                  <a:cubicBezTo>
                    <a:pt x="22" y="14"/>
                    <a:pt x="34" y="12"/>
                    <a:pt x="47" y="9"/>
                  </a:cubicBezTo>
                  <a:cubicBezTo>
                    <a:pt x="60" y="6"/>
                    <a:pt x="72" y="4"/>
                    <a:pt x="80" y="2"/>
                  </a:cubicBezTo>
                  <a:cubicBezTo>
                    <a:pt x="89" y="1"/>
                    <a:pt x="94" y="0"/>
                    <a:pt x="94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82F3CF97-5B5B-4F73-AE82-BE115170F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2319"/>
              <a:ext cx="154" cy="190"/>
            </a:xfrm>
            <a:custGeom>
              <a:avLst/>
              <a:gdLst>
                <a:gd name="T0" fmla="*/ 64 w 65"/>
                <a:gd name="T1" fmla="*/ 80 h 80"/>
                <a:gd name="T2" fmla="*/ 61 w 65"/>
                <a:gd name="T3" fmla="*/ 77 h 80"/>
                <a:gd name="T4" fmla="*/ 54 w 65"/>
                <a:gd name="T5" fmla="*/ 69 h 80"/>
                <a:gd name="T6" fmla="*/ 30 w 65"/>
                <a:gd name="T7" fmla="*/ 41 h 80"/>
                <a:gd name="T8" fmla="*/ 8 w 65"/>
                <a:gd name="T9" fmla="*/ 12 h 80"/>
                <a:gd name="T10" fmla="*/ 2 w 65"/>
                <a:gd name="T11" fmla="*/ 3 h 80"/>
                <a:gd name="T12" fmla="*/ 0 w 65"/>
                <a:gd name="T13" fmla="*/ 0 h 80"/>
                <a:gd name="T14" fmla="*/ 3 w 65"/>
                <a:gd name="T15" fmla="*/ 3 h 80"/>
                <a:gd name="T16" fmla="*/ 10 w 65"/>
                <a:gd name="T17" fmla="*/ 11 h 80"/>
                <a:gd name="T18" fmla="*/ 32 w 65"/>
                <a:gd name="T19" fmla="*/ 40 h 80"/>
                <a:gd name="T20" fmla="*/ 55 w 65"/>
                <a:gd name="T21" fmla="*/ 68 h 80"/>
                <a:gd name="T22" fmla="*/ 64 w 65"/>
                <a:gd name="T2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5" h="80">
                  <a:moveTo>
                    <a:pt x="64" y="80"/>
                  </a:moveTo>
                  <a:cubicBezTo>
                    <a:pt x="64" y="80"/>
                    <a:pt x="63" y="79"/>
                    <a:pt x="61" y="77"/>
                  </a:cubicBezTo>
                  <a:cubicBezTo>
                    <a:pt x="60" y="75"/>
                    <a:pt x="57" y="72"/>
                    <a:pt x="54" y="69"/>
                  </a:cubicBezTo>
                  <a:cubicBezTo>
                    <a:pt x="48" y="62"/>
                    <a:pt x="39" y="52"/>
                    <a:pt x="30" y="41"/>
                  </a:cubicBezTo>
                  <a:cubicBezTo>
                    <a:pt x="21" y="30"/>
                    <a:pt x="14" y="20"/>
                    <a:pt x="8" y="12"/>
                  </a:cubicBezTo>
                  <a:cubicBezTo>
                    <a:pt x="6" y="8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3" y="3"/>
                  </a:cubicBezTo>
                  <a:cubicBezTo>
                    <a:pt x="5" y="5"/>
                    <a:pt x="7" y="8"/>
                    <a:pt x="10" y="11"/>
                  </a:cubicBezTo>
                  <a:cubicBezTo>
                    <a:pt x="15" y="19"/>
                    <a:pt x="23" y="29"/>
                    <a:pt x="32" y="40"/>
                  </a:cubicBezTo>
                  <a:cubicBezTo>
                    <a:pt x="41" y="51"/>
                    <a:pt x="49" y="61"/>
                    <a:pt x="55" y="68"/>
                  </a:cubicBezTo>
                  <a:cubicBezTo>
                    <a:pt x="61" y="75"/>
                    <a:pt x="65" y="80"/>
                    <a:pt x="64" y="8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D11416AE-38F2-4884-8A33-E8AC09C62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1991"/>
              <a:ext cx="995" cy="1200"/>
            </a:xfrm>
            <a:custGeom>
              <a:avLst/>
              <a:gdLst>
                <a:gd name="T0" fmla="*/ 79 w 419"/>
                <a:gd name="T1" fmla="*/ 486 h 505"/>
                <a:gd name="T2" fmla="*/ 9 w 419"/>
                <a:gd name="T3" fmla="*/ 249 h 505"/>
                <a:gd name="T4" fmla="*/ 17 w 419"/>
                <a:gd name="T5" fmla="*/ 208 h 505"/>
                <a:gd name="T6" fmla="*/ 53 w 419"/>
                <a:gd name="T7" fmla="*/ 195 h 505"/>
                <a:gd name="T8" fmla="*/ 72 w 419"/>
                <a:gd name="T9" fmla="*/ 224 h 505"/>
                <a:gd name="T10" fmla="*/ 104 w 419"/>
                <a:gd name="T11" fmla="*/ 258 h 505"/>
                <a:gd name="T12" fmla="*/ 133 w 419"/>
                <a:gd name="T13" fmla="*/ 263 h 505"/>
                <a:gd name="T14" fmla="*/ 149 w 419"/>
                <a:gd name="T15" fmla="*/ 226 h 505"/>
                <a:gd name="T16" fmla="*/ 154 w 419"/>
                <a:gd name="T17" fmla="*/ 147 h 505"/>
                <a:gd name="T18" fmla="*/ 161 w 419"/>
                <a:gd name="T19" fmla="*/ 105 h 505"/>
                <a:gd name="T20" fmla="*/ 190 w 419"/>
                <a:gd name="T21" fmla="*/ 78 h 505"/>
                <a:gd name="T22" fmla="*/ 222 w 419"/>
                <a:gd name="T23" fmla="*/ 98 h 505"/>
                <a:gd name="T24" fmla="*/ 221 w 419"/>
                <a:gd name="T25" fmla="*/ 115 h 505"/>
                <a:gd name="T26" fmla="*/ 229 w 419"/>
                <a:gd name="T27" fmla="*/ 130 h 505"/>
                <a:gd name="T28" fmla="*/ 245 w 419"/>
                <a:gd name="T29" fmla="*/ 125 h 505"/>
                <a:gd name="T30" fmla="*/ 282 w 419"/>
                <a:gd name="T31" fmla="*/ 76 h 505"/>
                <a:gd name="T32" fmla="*/ 317 w 419"/>
                <a:gd name="T33" fmla="*/ 26 h 505"/>
                <a:gd name="T34" fmla="*/ 371 w 419"/>
                <a:gd name="T35" fmla="*/ 0 h 505"/>
                <a:gd name="T36" fmla="*/ 416 w 419"/>
                <a:gd name="T37" fmla="*/ 35 h 505"/>
                <a:gd name="T38" fmla="*/ 393 w 419"/>
                <a:gd name="T39" fmla="*/ 89 h 505"/>
                <a:gd name="T40" fmla="*/ 323 w 419"/>
                <a:gd name="T41" fmla="*/ 148 h 505"/>
                <a:gd name="T42" fmla="*/ 311 w 419"/>
                <a:gd name="T43" fmla="*/ 159 h 505"/>
                <a:gd name="T44" fmla="*/ 325 w 419"/>
                <a:gd name="T45" fmla="*/ 181 h 505"/>
                <a:gd name="T46" fmla="*/ 357 w 419"/>
                <a:gd name="T47" fmla="*/ 187 h 505"/>
                <a:gd name="T48" fmla="*/ 383 w 419"/>
                <a:gd name="T49" fmla="*/ 206 h 505"/>
                <a:gd name="T50" fmla="*/ 362 w 419"/>
                <a:gd name="T51" fmla="*/ 244 h 505"/>
                <a:gd name="T52" fmla="*/ 279 w 419"/>
                <a:gd name="T53" fmla="*/ 285 h 505"/>
                <a:gd name="T54" fmla="*/ 249 w 419"/>
                <a:gd name="T55" fmla="*/ 297 h 505"/>
                <a:gd name="T56" fmla="*/ 238 w 419"/>
                <a:gd name="T57" fmla="*/ 326 h 505"/>
                <a:gd name="T58" fmla="*/ 266 w 419"/>
                <a:gd name="T59" fmla="*/ 340 h 505"/>
                <a:gd name="T60" fmla="*/ 298 w 419"/>
                <a:gd name="T61" fmla="*/ 330 h 505"/>
                <a:gd name="T62" fmla="*/ 354 w 419"/>
                <a:gd name="T63" fmla="*/ 345 h 505"/>
                <a:gd name="T64" fmla="*/ 356 w 419"/>
                <a:gd name="T65" fmla="*/ 384 h 505"/>
                <a:gd name="T66" fmla="*/ 333 w 419"/>
                <a:gd name="T67" fmla="*/ 418 h 505"/>
                <a:gd name="T68" fmla="*/ 211 w 419"/>
                <a:gd name="T69" fmla="*/ 491 h 505"/>
                <a:gd name="T70" fmla="*/ 79 w 419"/>
                <a:gd name="T71" fmla="*/ 486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19" h="505">
                  <a:moveTo>
                    <a:pt x="79" y="486"/>
                  </a:moveTo>
                  <a:cubicBezTo>
                    <a:pt x="10" y="430"/>
                    <a:pt x="0" y="334"/>
                    <a:pt x="9" y="249"/>
                  </a:cubicBezTo>
                  <a:cubicBezTo>
                    <a:pt x="10" y="235"/>
                    <a:pt x="9" y="220"/>
                    <a:pt x="17" y="208"/>
                  </a:cubicBezTo>
                  <a:cubicBezTo>
                    <a:pt x="25" y="196"/>
                    <a:pt x="41" y="189"/>
                    <a:pt x="53" y="195"/>
                  </a:cubicBezTo>
                  <a:cubicBezTo>
                    <a:pt x="64" y="201"/>
                    <a:pt x="67" y="214"/>
                    <a:pt x="72" y="224"/>
                  </a:cubicBezTo>
                  <a:cubicBezTo>
                    <a:pt x="79" y="238"/>
                    <a:pt x="90" y="250"/>
                    <a:pt x="104" y="258"/>
                  </a:cubicBezTo>
                  <a:cubicBezTo>
                    <a:pt x="112" y="264"/>
                    <a:pt x="123" y="267"/>
                    <a:pt x="133" y="263"/>
                  </a:cubicBezTo>
                  <a:cubicBezTo>
                    <a:pt x="145" y="257"/>
                    <a:pt x="148" y="240"/>
                    <a:pt x="149" y="226"/>
                  </a:cubicBezTo>
                  <a:cubicBezTo>
                    <a:pt x="150" y="200"/>
                    <a:pt x="152" y="173"/>
                    <a:pt x="154" y="147"/>
                  </a:cubicBezTo>
                  <a:cubicBezTo>
                    <a:pt x="155" y="133"/>
                    <a:pt x="156" y="119"/>
                    <a:pt x="161" y="105"/>
                  </a:cubicBezTo>
                  <a:cubicBezTo>
                    <a:pt x="166" y="92"/>
                    <a:pt x="177" y="81"/>
                    <a:pt x="190" y="78"/>
                  </a:cubicBezTo>
                  <a:cubicBezTo>
                    <a:pt x="204" y="75"/>
                    <a:pt x="220" y="84"/>
                    <a:pt x="222" y="98"/>
                  </a:cubicBezTo>
                  <a:cubicBezTo>
                    <a:pt x="223" y="104"/>
                    <a:pt x="221" y="109"/>
                    <a:pt x="221" y="115"/>
                  </a:cubicBezTo>
                  <a:cubicBezTo>
                    <a:pt x="221" y="121"/>
                    <a:pt x="224" y="128"/>
                    <a:pt x="229" y="130"/>
                  </a:cubicBezTo>
                  <a:cubicBezTo>
                    <a:pt x="234" y="132"/>
                    <a:pt x="240" y="128"/>
                    <a:pt x="245" y="125"/>
                  </a:cubicBezTo>
                  <a:cubicBezTo>
                    <a:pt x="260" y="111"/>
                    <a:pt x="272" y="94"/>
                    <a:pt x="282" y="76"/>
                  </a:cubicBezTo>
                  <a:cubicBezTo>
                    <a:pt x="293" y="58"/>
                    <a:pt x="303" y="40"/>
                    <a:pt x="317" y="26"/>
                  </a:cubicBezTo>
                  <a:cubicBezTo>
                    <a:pt x="331" y="11"/>
                    <a:pt x="351" y="0"/>
                    <a:pt x="371" y="0"/>
                  </a:cubicBezTo>
                  <a:cubicBezTo>
                    <a:pt x="391" y="0"/>
                    <a:pt x="412" y="14"/>
                    <a:pt x="416" y="35"/>
                  </a:cubicBezTo>
                  <a:cubicBezTo>
                    <a:pt x="419" y="55"/>
                    <a:pt x="406" y="74"/>
                    <a:pt x="393" y="89"/>
                  </a:cubicBezTo>
                  <a:cubicBezTo>
                    <a:pt x="372" y="112"/>
                    <a:pt x="349" y="132"/>
                    <a:pt x="323" y="148"/>
                  </a:cubicBezTo>
                  <a:cubicBezTo>
                    <a:pt x="318" y="150"/>
                    <a:pt x="313" y="153"/>
                    <a:pt x="311" y="159"/>
                  </a:cubicBezTo>
                  <a:cubicBezTo>
                    <a:pt x="307" y="168"/>
                    <a:pt x="315" y="178"/>
                    <a:pt x="325" y="181"/>
                  </a:cubicBezTo>
                  <a:cubicBezTo>
                    <a:pt x="335" y="186"/>
                    <a:pt x="346" y="185"/>
                    <a:pt x="357" y="187"/>
                  </a:cubicBezTo>
                  <a:cubicBezTo>
                    <a:pt x="368" y="189"/>
                    <a:pt x="380" y="195"/>
                    <a:pt x="383" y="206"/>
                  </a:cubicBezTo>
                  <a:cubicBezTo>
                    <a:pt x="388" y="221"/>
                    <a:pt x="375" y="235"/>
                    <a:pt x="362" y="244"/>
                  </a:cubicBezTo>
                  <a:cubicBezTo>
                    <a:pt x="337" y="262"/>
                    <a:pt x="309" y="276"/>
                    <a:pt x="279" y="285"/>
                  </a:cubicBezTo>
                  <a:cubicBezTo>
                    <a:pt x="269" y="288"/>
                    <a:pt x="257" y="290"/>
                    <a:pt x="249" y="297"/>
                  </a:cubicBezTo>
                  <a:cubicBezTo>
                    <a:pt x="240" y="304"/>
                    <a:pt x="234" y="316"/>
                    <a:pt x="238" y="326"/>
                  </a:cubicBezTo>
                  <a:cubicBezTo>
                    <a:pt x="243" y="337"/>
                    <a:pt x="255" y="341"/>
                    <a:pt x="266" y="340"/>
                  </a:cubicBezTo>
                  <a:cubicBezTo>
                    <a:pt x="277" y="338"/>
                    <a:pt x="288" y="333"/>
                    <a:pt x="298" y="330"/>
                  </a:cubicBezTo>
                  <a:cubicBezTo>
                    <a:pt x="318" y="324"/>
                    <a:pt x="343" y="327"/>
                    <a:pt x="354" y="345"/>
                  </a:cubicBezTo>
                  <a:cubicBezTo>
                    <a:pt x="362" y="356"/>
                    <a:pt x="361" y="371"/>
                    <a:pt x="356" y="384"/>
                  </a:cubicBezTo>
                  <a:cubicBezTo>
                    <a:pt x="351" y="397"/>
                    <a:pt x="342" y="408"/>
                    <a:pt x="333" y="418"/>
                  </a:cubicBezTo>
                  <a:cubicBezTo>
                    <a:pt x="299" y="452"/>
                    <a:pt x="257" y="479"/>
                    <a:pt x="211" y="491"/>
                  </a:cubicBezTo>
                  <a:cubicBezTo>
                    <a:pt x="165" y="504"/>
                    <a:pt x="123" y="505"/>
                    <a:pt x="79" y="486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5E05F228-7F09-47CD-8B83-59ECA718F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91"/>
              <a:ext cx="760" cy="1190"/>
            </a:xfrm>
            <a:custGeom>
              <a:avLst/>
              <a:gdLst>
                <a:gd name="T0" fmla="*/ 274 w 320"/>
                <a:gd name="T1" fmla="*/ 0 h 501"/>
                <a:gd name="T2" fmla="*/ 221 w 320"/>
                <a:gd name="T3" fmla="*/ 26 h 501"/>
                <a:gd name="T4" fmla="*/ 186 w 320"/>
                <a:gd name="T5" fmla="*/ 76 h 501"/>
                <a:gd name="T6" fmla="*/ 178 w 320"/>
                <a:gd name="T7" fmla="*/ 89 h 501"/>
                <a:gd name="T8" fmla="*/ 177 w 320"/>
                <a:gd name="T9" fmla="*/ 91 h 501"/>
                <a:gd name="T10" fmla="*/ 149 w 320"/>
                <a:gd name="T11" fmla="*/ 125 h 501"/>
                <a:gd name="T12" fmla="*/ 136 w 320"/>
                <a:gd name="T13" fmla="*/ 131 h 501"/>
                <a:gd name="T14" fmla="*/ 133 w 320"/>
                <a:gd name="T15" fmla="*/ 130 h 501"/>
                <a:gd name="T16" fmla="*/ 125 w 320"/>
                <a:gd name="T17" fmla="*/ 115 h 501"/>
                <a:gd name="T18" fmla="*/ 125 w 320"/>
                <a:gd name="T19" fmla="*/ 115 h 501"/>
                <a:gd name="T20" fmla="*/ 125 w 320"/>
                <a:gd name="T21" fmla="*/ 115 h 501"/>
                <a:gd name="T22" fmla="*/ 126 w 320"/>
                <a:gd name="T23" fmla="*/ 101 h 501"/>
                <a:gd name="T24" fmla="*/ 126 w 320"/>
                <a:gd name="T25" fmla="*/ 98 h 501"/>
                <a:gd name="T26" fmla="*/ 100 w 320"/>
                <a:gd name="T27" fmla="*/ 77 h 501"/>
                <a:gd name="T28" fmla="*/ 94 w 320"/>
                <a:gd name="T29" fmla="*/ 78 h 501"/>
                <a:gd name="T30" fmla="*/ 67 w 320"/>
                <a:gd name="T31" fmla="*/ 101 h 501"/>
                <a:gd name="T32" fmla="*/ 65 w 320"/>
                <a:gd name="T33" fmla="*/ 105 h 501"/>
                <a:gd name="T34" fmla="*/ 62 w 320"/>
                <a:gd name="T35" fmla="*/ 114 h 501"/>
                <a:gd name="T36" fmla="*/ 58 w 320"/>
                <a:gd name="T37" fmla="*/ 147 h 501"/>
                <a:gd name="T38" fmla="*/ 53 w 320"/>
                <a:gd name="T39" fmla="*/ 226 h 501"/>
                <a:gd name="T40" fmla="*/ 37 w 320"/>
                <a:gd name="T41" fmla="*/ 263 h 501"/>
                <a:gd name="T42" fmla="*/ 28 w 320"/>
                <a:gd name="T43" fmla="*/ 265 h 501"/>
                <a:gd name="T44" fmla="*/ 25 w 320"/>
                <a:gd name="T45" fmla="*/ 265 h 501"/>
                <a:gd name="T46" fmla="*/ 19 w 320"/>
                <a:gd name="T47" fmla="*/ 264 h 501"/>
                <a:gd name="T48" fmla="*/ 8 w 320"/>
                <a:gd name="T49" fmla="*/ 258 h 501"/>
                <a:gd name="T50" fmla="*/ 7 w 320"/>
                <a:gd name="T51" fmla="*/ 258 h 501"/>
                <a:gd name="T52" fmla="*/ 5 w 320"/>
                <a:gd name="T53" fmla="*/ 257 h 501"/>
                <a:gd name="T54" fmla="*/ 0 w 320"/>
                <a:gd name="T55" fmla="*/ 253 h 501"/>
                <a:gd name="T56" fmla="*/ 0 w 320"/>
                <a:gd name="T57" fmla="*/ 492 h 501"/>
                <a:gd name="T58" fmla="*/ 53 w 320"/>
                <a:gd name="T59" fmla="*/ 501 h 501"/>
                <a:gd name="T60" fmla="*/ 115 w 320"/>
                <a:gd name="T61" fmla="*/ 491 h 501"/>
                <a:gd name="T62" fmla="*/ 237 w 320"/>
                <a:gd name="T63" fmla="*/ 418 h 501"/>
                <a:gd name="T64" fmla="*/ 260 w 320"/>
                <a:gd name="T65" fmla="*/ 384 h 501"/>
                <a:gd name="T66" fmla="*/ 264 w 320"/>
                <a:gd name="T67" fmla="*/ 365 h 501"/>
                <a:gd name="T68" fmla="*/ 258 w 320"/>
                <a:gd name="T69" fmla="*/ 345 h 501"/>
                <a:gd name="T70" fmla="*/ 221 w 320"/>
                <a:gd name="T71" fmla="*/ 327 h 501"/>
                <a:gd name="T72" fmla="*/ 202 w 320"/>
                <a:gd name="T73" fmla="*/ 330 h 501"/>
                <a:gd name="T74" fmla="*/ 170 w 320"/>
                <a:gd name="T75" fmla="*/ 340 h 501"/>
                <a:gd name="T76" fmla="*/ 166 w 320"/>
                <a:gd name="T77" fmla="*/ 340 h 501"/>
                <a:gd name="T78" fmla="*/ 142 w 320"/>
                <a:gd name="T79" fmla="*/ 326 h 501"/>
                <a:gd name="T80" fmla="*/ 141 w 320"/>
                <a:gd name="T81" fmla="*/ 319 h 501"/>
                <a:gd name="T82" fmla="*/ 153 w 320"/>
                <a:gd name="T83" fmla="*/ 297 h 501"/>
                <a:gd name="T84" fmla="*/ 183 w 320"/>
                <a:gd name="T85" fmla="*/ 285 h 501"/>
                <a:gd name="T86" fmla="*/ 266 w 320"/>
                <a:gd name="T87" fmla="*/ 244 h 501"/>
                <a:gd name="T88" fmla="*/ 288 w 320"/>
                <a:gd name="T89" fmla="*/ 212 h 501"/>
                <a:gd name="T90" fmla="*/ 287 w 320"/>
                <a:gd name="T91" fmla="*/ 206 h 501"/>
                <a:gd name="T92" fmla="*/ 261 w 320"/>
                <a:gd name="T93" fmla="*/ 187 h 501"/>
                <a:gd name="T94" fmla="*/ 229 w 320"/>
                <a:gd name="T95" fmla="*/ 181 h 501"/>
                <a:gd name="T96" fmla="*/ 214 w 320"/>
                <a:gd name="T97" fmla="*/ 163 h 501"/>
                <a:gd name="T98" fmla="*/ 215 w 320"/>
                <a:gd name="T99" fmla="*/ 159 h 501"/>
                <a:gd name="T100" fmla="*/ 227 w 320"/>
                <a:gd name="T101" fmla="*/ 148 h 501"/>
                <a:gd name="T102" fmla="*/ 297 w 320"/>
                <a:gd name="T103" fmla="*/ 89 h 501"/>
                <a:gd name="T104" fmla="*/ 320 w 320"/>
                <a:gd name="T105" fmla="*/ 42 h 501"/>
                <a:gd name="T106" fmla="*/ 320 w 320"/>
                <a:gd name="T107" fmla="*/ 35 h 501"/>
                <a:gd name="T108" fmla="*/ 275 w 320"/>
                <a:gd name="T109" fmla="*/ 0 h 501"/>
                <a:gd name="T110" fmla="*/ 274 w 320"/>
                <a:gd name="T111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0" h="501">
                  <a:moveTo>
                    <a:pt x="274" y="0"/>
                  </a:moveTo>
                  <a:cubicBezTo>
                    <a:pt x="254" y="0"/>
                    <a:pt x="235" y="11"/>
                    <a:pt x="221" y="26"/>
                  </a:cubicBezTo>
                  <a:cubicBezTo>
                    <a:pt x="207" y="40"/>
                    <a:pt x="197" y="58"/>
                    <a:pt x="186" y="76"/>
                  </a:cubicBezTo>
                  <a:cubicBezTo>
                    <a:pt x="183" y="80"/>
                    <a:pt x="181" y="85"/>
                    <a:pt x="178" y="89"/>
                  </a:cubicBezTo>
                  <a:cubicBezTo>
                    <a:pt x="178" y="90"/>
                    <a:pt x="177" y="90"/>
                    <a:pt x="177" y="91"/>
                  </a:cubicBezTo>
                  <a:cubicBezTo>
                    <a:pt x="169" y="103"/>
                    <a:pt x="160" y="115"/>
                    <a:pt x="149" y="125"/>
                  </a:cubicBezTo>
                  <a:cubicBezTo>
                    <a:pt x="145" y="128"/>
                    <a:pt x="141" y="131"/>
                    <a:pt x="136" y="131"/>
                  </a:cubicBezTo>
                  <a:cubicBezTo>
                    <a:pt x="135" y="131"/>
                    <a:pt x="134" y="130"/>
                    <a:pt x="133" y="130"/>
                  </a:cubicBezTo>
                  <a:cubicBezTo>
                    <a:pt x="128" y="128"/>
                    <a:pt x="125" y="121"/>
                    <a:pt x="125" y="115"/>
                  </a:cubicBezTo>
                  <a:cubicBezTo>
                    <a:pt x="125" y="115"/>
                    <a:pt x="125" y="115"/>
                    <a:pt x="125" y="115"/>
                  </a:cubicBezTo>
                  <a:cubicBezTo>
                    <a:pt x="125" y="115"/>
                    <a:pt x="125" y="115"/>
                    <a:pt x="125" y="115"/>
                  </a:cubicBezTo>
                  <a:cubicBezTo>
                    <a:pt x="125" y="111"/>
                    <a:pt x="126" y="106"/>
                    <a:pt x="126" y="101"/>
                  </a:cubicBezTo>
                  <a:cubicBezTo>
                    <a:pt x="126" y="100"/>
                    <a:pt x="126" y="99"/>
                    <a:pt x="126" y="98"/>
                  </a:cubicBezTo>
                  <a:cubicBezTo>
                    <a:pt x="124" y="86"/>
                    <a:pt x="112" y="77"/>
                    <a:pt x="100" y="77"/>
                  </a:cubicBezTo>
                  <a:cubicBezTo>
                    <a:pt x="98" y="77"/>
                    <a:pt x="96" y="77"/>
                    <a:pt x="94" y="78"/>
                  </a:cubicBezTo>
                  <a:cubicBezTo>
                    <a:pt x="82" y="80"/>
                    <a:pt x="73" y="89"/>
                    <a:pt x="67" y="101"/>
                  </a:cubicBezTo>
                  <a:cubicBezTo>
                    <a:pt x="66" y="102"/>
                    <a:pt x="66" y="104"/>
                    <a:pt x="65" y="105"/>
                  </a:cubicBezTo>
                  <a:cubicBezTo>
                    <a:pt x="64" y="108"/>
                    <a:pt x="63" y="111"/>
                    <a:pt x="62" y="114"/>
                  </a:cubicBezTo>
                  <a:cubicBezTo>
                    <a:pt x="59" y="125"/>
                    <a:pt x="58" y="136"/>
                    <a:pt x="58" y="147"/>
                  </a:cubicBezTo>
                  <a:cubicBezTo>
                    <a:pt x="56" y="173"/>
                    <a:pt x="54" y="200"/>
                    <a:pt x="53" y="226"/>
                  </a:cubicBezTo>
                  <a:cubicBezTo>
                    <a:pt x="52" y="240"/>
                    <a:pt x="49" y="257"/>
                    <a:pt x="37" y="263"/>
                  </a:cubicBezTo>
                  <a:cubicBezTo>
                    <a:pt x="34" y="264"/>
                    <a:pt x="31" y="265"/>
                    <a:pt x="28" y="265"/>
                  </a:cubicBezTo>
                  <a:cubicBezTo>
                    <a:pt x="27" y="265"/>
                    <a:pt x="26" y="265"/>
                    <a:pt x="25" y="265"/>
                  </a:cubicBezTo>
                  <a:cubicBezTo>
                    <a:pt x="23" y="265"/>
                    <a:pt x="21" y="264"/>
                    <a:pt x="19" y="264"/>
                  </a:cubicBezTo>
                  <a:cubicBezTo>
                    <a:pt x="15" y="262"/>
                    <a:pt x="11" y="260"/>
                    <a:pt x="8" y="258"/>
                  </a:cubicBezTo>
                  <a:cubicBezTo>
                    <a:pt x="7" y="258"/>
                    <a:pt x="7" y="258"/>
                    <a:pt x="7" y="258"/>
                  </a:cubicBezTo>
                  <a:cubicBezTo>
                    <a:pt x="6" y="257"/>
                    <a:pt x="6" y="257"/>
                    <a:pt x="5" y="257"/>
                  </a:cubicBezTo>
                  <a:cubicBezTo>
                    <a:pt x="3" y="256"/>
                    <a:pt x="1" y="254"/>
                    <a:pt x="0" y="253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17" y="498"/>
                    <a:pt x="35" y="501"/>
                    <a:pt x="53" y="501"/>
                  </a:cubicBezTo>
                  <a:cubicBezTo>
                    <a:pt x="73" y="501"/>
                    <a:pt x="94" y="497"/>
                    <a:pt x="115" y="491"/>
                  </a:cubicBezTo>
                  <a:cubicBezTo>
                    <a:pt x="161" y="479"/>
                    <a:pt x="203" y="452"/>
                    <a:pt x="237" y="418"/>
                  </a:cubicBezTo>
                  <a:cubicBezTo>
                    <a:pt x="246" y="408"/>
                    <a:pt x="255" y="397"/>
                    <a:pt x="260" y="384"/>
                  </a:cubicBezTo>
                  <a:cubicBezTo>
                    <a:pt x="263" y="378"/>
                    <a:pt x="264" y="372"/>
                    <a:pt x="264" y="365"/>
                  </a:cubicBezTo>
                  <a:cubicBezTo>
                    <a:pt x="264" y="358"/>
                    <a:pt x="262" y="351"/>
                    <a:pt x="258" y="345"/>
                  </a:cubicBezTo>
                  <a:cubicBezTo>
                    <a:pt x="250" y="332"/>
                    <a:pt x="236" y="327"/>
                    <a:pt x="221" y="327"/>
                  </a:cubicBezTo>
                  <a:cubicBezTo>
                    <a:pt x="215" y="327"/>
                    <a:pt x="208" y="328"/>
                    <a:pt x="202" y="330"/>
                  </a:cubicBezTo>
                  <a:cubicBezTo>
                    <a:pt x="192" y="333"/>
                    <a:pt x="181" y="338"/>
                    <a:pt x="170" y="340"/>
                  </a:cubicBezTo>
                  <a:cubicBezTo>
                    <a:pt x="169" y="340"/>
                    <a:pt x="168" y="340"/>
                    <a:pt x="166" y="340"/>
                  </a:cubicBezTo>
                  <a:cubicBezTo>
                    <a:pt x="156" y="340"/>
                    <a:pt x="146" y="336"/>
                    <a:pt x="142" y="326"/>
                  </a:cubicBezTo>
                  <a:cubicBezTo>
                    <a:pt x="141" y="324"/>
                    <a:pt x="141" y="322"/>
                    <a:pt x="141" y="319"/>
                  </a:cubicBezTo>
                  <a:cubicBezTo>
                    <a:pt x="141" y="311"/>
                    <a:pt x="146" y="302"/>
                    <a:pt x="153" y="297"/>
                  </a:cubicBezTo>
                  <a:cubicBezTo>
                    <a:pt x="161" y="290"/>
                    <a:pt x="173" y="288"/>
                    <a:pt x="183" y="285"/>
                  </a:cubicBezTo>
                  <a:cubicBezTo>
                    <a:pt x="213" y="276"/>
                    <a:pt x="241" y="262"/>
                    <a:pt x="266" y="244"/>
                  </a:cubicBezTo>
                  <a:cubicBezTo>
                    <a:pt x="277" y="236"/>
                    <a:pt x="288" y="225"/>
                    <a:pt x="288" y="212"/>
                  </a:cubicBezTo>
                  <a:cubicBezTo>
                    <a:pt x="288" y="210"/>
                    <a:pt x="288" y="208"/>
                    <a:pt x="287" y="206"/>
                  </a:cubicBezTo>
                  <a:cubicBezTo>
                    <a:pt x="284" y="195"/>
                    <a:pt x="272" y="189"/>
                    <a:pt x="261" y="187"/>
                  </a:cubicBezTo>
                  <a:cubicBezTo>
                    <a:pt x="250" y="185"/>
                    <a:pt x="239" y="186"/>
                    <a:pt x="229" y="181"/>
                  </a:cubicBezTo>
                  <a:cubicBezTo>
                    <a:pt x="221" y="178"/>
                    <a:pt x="214" y="171"/>
                    <a:pt x="214" y="163"/>
                  </a:cubicBezTo>
                  <a:cubicBezTo>
                    <a:pt x="214" y="162"/>
                    <a:pt x="214" y="160"/>
                    <a:pt x="215" y="159"/>
                  </a:cubicBezTo>
                  <a:cubicBezTo>
                    <a:pt x="217" y="153"/>
                    <a:pt x="222" y="150"/>
                    <a:pt x="227" y="148"/>
                  </a:cubicBezTo>
                  <a:cubicBezTo>
                    <a:pt x="253" y="132"/>
                    <a:pt x="276" y="112"/>
                    <a:pt x="297" y="89"/>
                  </a:cubicBezTo>
                  <a:cubicBezTo>
                    <a:pt x="309" y="76"/>
                    <a:pt x="320" y="59"/>
                    <a:pt x="320" y="42"/>
                  </a:cubicBezTo>
                  <a:cubicBezTo>
                    <a:pt x="320" y="39"/>
                    <a:pt x="320" y="37"/>
                    <a:pt x="320" y="35"/>
                  </a:cubicBezTo>
                  <a:cubicBezTo>
                    <a:pt x="316" y="14"/>
                    <a:pt x="295" y="0"/>
                    <a:pt x="275" y="0"/>
                  </a:cubicBezTo>
                  <a:cubicBezTo>
                    <a:pt x="275" y="0"/>
                    <a:pt x="274" y="0"/>
                    <a:pt x="274" y="0"/>
                  </a:cubicBezTo>
                </a:path>
              </a:pathLst>
            </a:custGeom>
            <a:solidFill>
              <a:srgbClr val="D04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0ECC4AAE-B558-4773-9E48-6799D25C5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025"/>
              <a:ext cx="767" cy="1270"/>
            </a:xfrm>
            <a:custGeom>
              <a:avLst/>
              <a:gdLst>
                <a:gd name="T0" fmla="*/ 0 w 323"/>
                <a:gd name="T1" fmla="*/ 535 h 535"/>
                <a:gd name="T2" fmla="*/ 31 w 323"/>
                <a:gd name="T3" fmla="*/ 420 h 535"/>
                <a:gd name="T4" fmla="*/ 91 w 323"/>
                <a:gd name="T5" fmla="*/ 287 h 535"/>
                <a:gd name="T6" fmla="*/ 108 w 323"/>
                <a:gd name="T7" fmla="*/ 253 h 535"/>
                <a:gd name="T8" fmla="*/ 126 w 323"/>
                <a:gd name="T9" fmla="*/ 221 h 535"/>
                <a:gd name="T10" fmla="*/ 165 w 323"/>
                <a:gd name="T11" fmla="*/ 162 h 535"/>
                <a:gd name="T12" fmla="*/ 204 w 323"/>
                <a:gd name="T13" fmla="*/ 113 h 535"/>
                <a:gd name="T14" fmla="*/ 240 w 323"/>
                <a:gd name="T15" fmla="*/ 71 h 535"/>
                <a:gd name="T16" fmla="*/ 299 w 323"/>
                <a:gd name="T17" fmla="*/ 17 h 535"/>
                <a:gd name="T18" fmla="*/ 316 w 323"/>
                <a:gd name="T19" fmla="*/ 4 h 535"/>
                <a:gd name="T20" fmla="*/ 321 w 323"/>
                <a:gd name="T21" fmla="*/ 1 h 535"/>
                <a:gd name="T22" fmla="*/ 323 w 323"/>
                <a:gd name="T23" fmla="*/ 0 h 535"/>
                <a:gd name="T24" fmla="*/ 321 w 323"/>
                <a:gd name="T25" fmla="*/ 1 h 535"/>
                <a:gd name="T26" fmla="*/ 317 w 323"/>
                <a:gd name="T27" fmla="*/ 4 h 535"/>
                <a:gd name="T28" fmla="*/ 300 w 323"/>
                <a:gd name="T29" fmla="*/ 18 h 535"/>
                <a:gd name="T30" fmla="*/ 242 w 323"/>
                <a:gd name="T31" fmla="*/ 72 h 535"/>
                <a:gd name="T32" fmla="*/ 206 w 323"/>
                <a:gd name="T33" fmla="*/ 114 h 535"/>
                <a:gd name="T34" fmla="*/ 167 w 323"/>
                <a:gd name="T35" fmla="*/ 164 h 535"/>
                <a:gd name="T36" fmla="*/ 128 w 323"/>
                <a:gd name="T37" fmla="*/ 222 h 535"/>
                <a:gd name="T38" fmla="*/ 110 w 323"/>
                <a:gd name="T39" fmla="*/ 254 h 535"/>
                <a:gd name="T40" fmla="*/ 93 w 323"/>
                <a:gd name="T41" fmla="*/ 288 h 535"/>
                <a:gd name="T42" fmla="*/ 33 w 323"/>
                <a:gd name="T43" fmla="*/ 421 h 535"/>
                <a:gd name="T44" fmla="*/ 2 w 323"/>
                <a:gd name="T4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3" h="535">
                  <a:moveTo>
                    <a:pt x="0" y="535"/>
                  </a:moveTo>
                  <a:cubicBezTo>
                    <a:pt x="5" y="501"/>
                    <a:pt x="15" y="462"/>
                    <a:pt x="31" y="420"/>
                  </a:cubicBezTo>
                  <a:cubicBezTo>
                    <a:pt x="46" y="378"/>
                    <a:pt x="67" y="333"/>
                    <a:pt x="91" y="287"/>
                  </a:cubicBezTo>
                  <a:cubicBezTo>
                    <a:pt x="96" y="276"/>
                    <a:pt x="102" y="264"/>
                    <a:pt x="108" y="253"/>
                  </a:cubicBezTo>
                  <a:cubicBezTo>
                    <a:pt x="114" y="242"/>
                    <a:pt x="119" y="231"/>
                    <a:pt x="126" y="221"/>
                  </a:cubicBezTo>
                  <a:cubicBezTo>
                    <a:pt x="138" y="200"/>
                    <a:pt x="151" y="180"/>
                    <a:pt x="165" y="162"/>
                  </a:cubicBezTo>
                  <a:cubicBezTo>
                    <a:pt x="178" y="145"/>
                    <a:pt x="192" y="128"/>
                    <a:pt x="204" y="113"/>
                  </a:cubicBezTo>
                  <a:cubicBezTo>
                    <a:pt x="217" y="97"/>
                    <a:pt x="229" y="83"/>
                    <a:pt x="240" y="71"/>
                  </a:cubicBezTo>
                  <a:cubicBezTo>
                    <a:pt x="263" y="46"/>
                    <a:pt x="284" y="29"/>
                    <a:pt x="299" y="17"/>
                  </a:cubicBezTo>
                  <a:cubicBezTo>
                    <a:pt x="306" y="11"/>
                    <a:pt x="312" y="7"/>
                    <a:pt x="316" y="4"/>
                  </a:cubicBezTo>
                  <a:cubicBezTo>
                    <a:pt x="318" y="3"/>
                    <a:pt x="320" y="2"/>
                    <a:pt x="321" y="1"/>
                  </a:cubicBezTo>
                  <a:cubicBezTo>
                    <a:pt x="322" y="0"/>
                    <a:pt x="323" y="0"/>
                    <a:pt x="323" y="0"/>
                  </a:cubicBezTo>
                  <a:cubicBezTo>
                    <a:pt x="323" y="0"/>
                    <a:pt x="322" y="0"/>
                    <a:pt x="321" y="1"/>
                  </a:cubicBezTo>
                  <a:cubicBezTo>
                    <a:pt x="320" y="2"/>
                    <a:pt x="318" y="3"/>
                    <a:pt x="317" y="4"/>
                  </a:cubicBezTo>
                  <a:cubicBezTo>
                    <a:pt x="313" y="8"/>
                    <a:pt x="307" y="12"/>
                    <a:pt x="300" y="18"/>
                  </a:cubicBezTo>
                  <a:cubicBezTo>
                    <a:pt x="285" y="30"/>
                    <a:pt x="264" y="48"/>
                    <a:pt x="242" y="72"/>
                  </a:cubicBezTo>
                  <a:cubicBezTo>
                    <a:pt x="230" y="85"/>
                    <a:pt x="218" y="99"/>
                    <a:pt x="206" y="114"/>
                  </a:cubicBezTo>
                  <a:cubicBezTo>
                    <a:pt x="193" y="130"/>
                    <a:pt x="180" y="146"/>
                    <a:pt x="167" y="164"/>
                  </a:cubicBezTo>
                  <a:cubicBezTo>
                    <a:pt x="153" y="182"/>
                    <a:pt x="140" y="201"/>
                    <a:pt x="128" y="222"/>
                  </a:cubicBezTo>
                  <a:cubicBezTo>
                    <a:pt x="122" y="232"/>
                    <a:pt x="116" y="243"/>
                    <a:pt x="110" y="254"/>
                  </a:cubicBezTo>
                  <a:cubicBezTo>
                    <a:pt x="105" y="266"/>
                    <a:pt x="99" y="277"/>
                    <a:pt x="93" y="288"/>
                  </a:cubicBezTo>
                  <a:cubicBezTo>
                    <a:pt x="70" y="334"/>
                    <a:pt x="49" y="379"/>
                    <a:pt x="33" y="421"/>
                  </a:cubicBezTo>
                  <a:cubicBezTo>
                    <a:pt x="18" y="463"/>
                    <a:pt x="7" y="502"/>
                    <a:pt x="2" y="53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E9BA6B63-D45C-4F46-BE2F-114E224B3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177"/>
              <a:ext cx="26" cy="370"/>
            </a:xfrm>
            <a:custGeom>
              <a:avLst/>
              <a:gdLst>
                <a:gd name="T0" fmla="*/ 10 w 11"/>
                <a:gd name="T1" fmla="*/ 156 h 156"/>
                <a:gd name="T2" fmla="*/ 9 w 11"/>
                <a:gd name="T3" fmla="*/ 150 h 156"/>
                <a:gd name="T4" fmla="*/ 8 w 11"/>
                <a:gd name="T5" fmla="*/ 134 h 156"/>
                <a:gd name="T6" fmla="*/ 5 w 11"/>
                <a:gd name="T7" fmla="*/ 78 h 156"/>
                <a:gd name="T8" fmla="*/ 2 w 11"/>
                <a:gd name="T9" fmla="*/ 23 h 156"/>
                <a:gd name="T10" fmla="*/ 1 w 11"/>
                <a:gd name="T11" fmla="*/ 6 h 156"/>
                <a:gd name="T12" fmla="*/ 0 w 11"/>
                <a:gd name="T13" fmla="*/ 0 h 156"/>
                <a:gd name="T14" fmla="*/ 2 w 11"/>
                <a:gd name="T15" fmla="*/ 6 h 156"/>
                <a:gd name="T16" fmla="*/ 4 w 11"/>
                <a:gd name="T17" fmla="*/ 22 h 156"/>
                <a:gd name="T18" fmla="*/ 8 w 11"/>
                <a:gd name="T19" fmla="*/ 78 h 156"/>
                <a:gd name="T20" fmla="*/ 10 w 11"/>
                <a:gd name="T21" fmla="*/ 133 h 156"/>
                <a:gd name="T22" fmla="*/ 10 w 11"/>
                <a:gd name="T23" fmla="*/ 150 h 156"/>
                <a:gd name="T24" fmla="*/ 10 w 11"/>
                <a:gd name="T2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56">
                  <a:moveTo>
                    <a:pt x="10" y="156"/>
                  </a:moveTo>
                  <a:cubicBezTo>
                    <a:pt x="10" y="156"/>
                    <a:pt x="10" y="154"/>
                    <a:pt x="9" y="150"/>
                  </a:cubicBezTo>
                  <a:cubicBezTo>
                    <a:pt x="9" y="146"/>
                    <a:pt x="8" y="141"/>
                    <a:pt x="8" y="134"/>
                  </a:cubicBezTo>
                  <a:cubicBezTo>
                    <a:pt x="7" y="119"/>
                    <a:pt x="6" y="100"/>
                    <a:pt x="5" y="78"/>
                  </a:cubicBezTo>
                  <a:cubicBezTo>
                    <a:pt x="5" y="56"/>
                    <a:pt x="4" y="37"/>
                    <a:pt x="2" y="23"/>
                  </a:cubicBezTo>
                  <a:cubicBezTo>
                    <a:pt x="2" y="16"/>
                    <a:pt x="1" y="10"/>
                    <a:pt x="1" y="6"/>
                  </a:cubicBezTo>
                  <a:cubicBezTo>
                    <a:pt x="0" y="2"/>
                    <a:pt x="0" y="0"/>
                    <a:pt x="0" y="0"/>
                  </a:cubicBezTo>
                  <a:cubicBezTo>
                    <a:pt x="1" y="0"/>
                    <a:pt x="1" y="2"/>
                    <a:pt x="2" y="6"/>
                  </a:cubicBezTo>
                  <a:cubicBezTo>
                    <a:pt x="2" y="10"/>
                    <a:pt x="3" y="15"/>
                    <a:pt x="4" y="22"/>
                  </a:cubicBezTo>
                  <a:cubicBezTo>
                    <a:pt x="6" y="37"/>
                    <a:pt x="7" y="56"/>
                    <a:pt x="8" y="78"/>
                  </a:cubicBezTo>
                  <a:cubicBezTo>
                    <a:pt x="9" y="99"/>
                    <a:pt x="9" y="119"/>
                    <a:pt x="10" y="133"/>
                  </a:cubicBezTo>
                  <a:cubicBezTo>
                    <a:pt x="10" y="140"/>
                    <a:pt x="10" y="146"/>
                    <a:pt x="10" y="150"/>
                  </a:cubicBezTo>
                  <a:cubicBezTo>
                    <a:pt x="11" y="154"/>
                    <a:pt x="11" y="156"/>
                    <a:pt x="10" y="1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FEBFE12B-48B4-4195-89C7-CFE0C8308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2495"/>
              <a:ext cx="437" cy="54"/>
            </a:xfrm>
            <a:custGeom>
              <a:avLst/>
              <a:gdLst>
                <a:gd name="T0" fmla="*/ 184 w 184"/>
                <a:gd name="T1" fmla="*/ 1 h 23"/>
                <a:gd name="T2" fmla="*/ 177 w 184"/>
                <a:gd name="T3" fmla="*/ 1 h 23"/>
                <a:gd name="T4" fmla="*/ 157 w 184"/>
                <a:gd name="T5" fmla="*/ 2 h 23"/>
                <a:gd name="T6" fmla="*/ 92 w 184"/>
                <a:gd name="T7" fmla="*/ 7 h 23"/>
                <a:gd name="T8" fmla="*/ 27 w 184"/>
                <a:gd name="T9" fmla="*/ 17 h 23"/>
                <a:gd name="T10" fmla="*/ 8 w 184"/>
                <a:gd name="T11" fmla="*/ 21 h 23"/>
                <a:gd name="T12" fmla="*/ 0 w 184"/>
                <a:gd name="T13" fmla="*/ 22 h 23"/>
                <a:gd name="T14" fmla="*/ 7 w 184"/>
                <a:gd name="T15" fmla="*/ 20 h 23"/>
                <a:gd name="T16" fmla="*/ 27 w 184"/>
                <a:gd name="T17" fmla="*/ 15 h 23"/>
                <a:gd name="T18" fmla="*/ 91 w 184"/>
                <a:gd name="T19" fmla="*/ 5 h 23"/>
                <a:gd name="T20" fmla="*/ 157 w 184"/>
                <a:gd name="T21" fmla="*/ 0 h 23"/>
                <a:gd name="T22" fmla="*/ 177 w 184"/>
                <a:gd name="T23" fmla="*/ 0 h 23"/>
                <a:gd name="T24" fmla="*/ 184 w 184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4" h="23">
                  <a:moveTo>
                    <a:pt x="184" y="1"/>
                  </a:moveTo>
                  <a:cubicBezTo>
                    <a:pt x="184" y="1"/>
                    <a:pt x="182" y="1"/>
                    <a:pt x="177" y="1"/>
                  </a:cubicBezTo>
                  <a:cubicBezTo>
                    <a:pt x="172" y="1"/>
                    <a:pt x="165" y="2"/>
                    <a:pt x="157" y="2"/>
                  </a:cubicBezTo>
                  <a:cubicBezTo>
                    <a:pt x="140" y="3"/>
                    <a:pt x="117" y="4"/>
                    <a:pt x="92" y="7"/>
                  </a:cubicBezTo>
                  <a:cubicBezTo>
                    <a:pt x="66" y="10"/>
                    <a:pt x="44" y="14"/>
                    <a:pt x="27" y="17"/>
                  </a:cubicBezTo>
                  <a:cubicBezTo>
                    <a:pt x="19" y="19"/>
                    <a:pt x="12" y="20"/>
                    <a:pt x="8" y="21"/>
                  </a:cubicBezTo>
                  <a:cubicBezTo>
                    <a:pt x="3" y="22"/>
                    <a:pt x="0" y="23"/>
                    <a:pt x="0" y="22"/>
                  </a:cubicBezTo>
                  <a:cubicBezTo>
                    <a:pt x="0" y="22"/>
                    <a:pt x="3" y="21"/>
                    <a:pt x="7" y="20"/>
                  </a:cubicBezTo>
                  <a:cubicBezTo>
                    <a:pt x="12" y="19"/>
                    <a:pt x="18" y="17"/>
                    <a:pt x="27" y="15"/>
                  </a:cubicBezTo>
                  <a:cubicBezTo>
                    <a:pt x="43" y="12"/>
                    <a:pt x="66" y="8"/>
                    <a:pt x="91" y="5"/>
                  </a:cubicBezTo>
                  <a:cubicBezTo>
                    <a:pt x="117" y="2"/>
                    <a:pt x="140" y="0"/>
                    <a:pt x="157" y="0"/>
                  </a:cubicBezTo>
                  <a:cubicBezTo>
                    <a:pt x="165" y="0"/>
                    <a:pt x="172" y="0"/>
                    <a:pt x="177" y="0"/>
                  </a:cubicBezTo>
                  <a:cubicBezTo>
                    <a:pt x="182" y="1"/>
                    <a:pt x="184" y="1"/>
                    <a:pt x="1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EBCD8533-D7AD-4893-9987-2072938A6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2450"/>
              <a:ext cx="181" cy="565"/>
            </a:xfrm>
            <a:custGeom>
              <a:avLst/>
              <a:gdLst>
                <a:gd name="T0" fmla="*/ 75 w 76"/>
                <a:gd name="T1" fmla="*/ 238 h 238"/>
                <a:gd name="T2" fmla="*/ 74 w 76"/>
                <a:gd name="T3" fmla="*/ 235 h 238"/>
                <a:gd name="T4" fmla="*/ 72 w 76"/>
                <a:gd name="T5" fmla="*/ 229 h 238"/>
                <a:gd name="T6" fmla="*/ 63 w 76"/>
                <a:gd name="T7" fmla="*/ 203 h 238"/>
                <a:gd name="T8" fmla="*/ 36 w 76"/>
                <a:gd name="T9" fmla="*/ 119 h 238"/>
                <a:gd name="T10" fmla="*/ 11 w 76"/>
                <a:gd name="T11" fmla="*/ 35 h 238"/>
                <a:gd name="T12" fmla="*/ 3 w 76"/>
                <a:gd name="T13" fmla="*/ 9 h 238"/>
                <a:gd name="T14" fmla="*/ 1 w 76"/>
                <a:gd name="T15" fmla="*/ 2 h 238"/>
                <a:gd name="T16" fmla="*/ 0 w 76"/>
                <a:gd name="T17" fmla="*/ 0 h 238"/>
                <a:gd name="T18" fmla="*/ 1 w 76"/>
                <a:gd name="T19" fmla="*/ 2 h 238"/>
                <a:gd name="T20" fmla="*/ 4 w 76"/>
                <a:gd name="T21" fmla="*/ 9 h 238"/>
                <a:gd name="T22" fmla="*/ 13 w 76"/>
                <a:gd name="T23" fmla="*/ 34 h 238"/>
                <a:gd name="T24" fmla="*/ 39 w 76"/>
                <a:gd name="T25" fmla="*/ 118 h 238"/>
                <a:gd name="T26" fmla="*/ 64 w 76"/>
                <a:gd name="T27" fmla="*/ 203 h 238"/>
                <a:gd name="T28" fmla="*/ 73 w 76"/>
                <a:gd name="T29" fmla="*/ 228 h 238"/>
                <a:gd name="T30" fmla="*/ 75 w 76"/>
                <a:gd name="T31" fmla="*/ 235 h 238"/>
                <a:gd name="T32" fmla="*/ 75 w 76"/>
                <a:gd name="T3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" h="238">
                  <a:moveTo>
                    <a:pt x="75" y="238"/>
                  </a:moveTo>
                  <a:cubicBezTo>
                    <a:pt x="75" y="238"/>
                    <a:pt x="75" y="237"/>
                    <a:pt x="74" y="235"/>
                  </a:cubicBezTo>
                  <a:cubicBezTo>
                    <a:pt x="74" y="234"/>
                    <a:pt x="73" y="231"/>
                    <a:pt x="72" y="229"/>
                  </a:cubicBezTo>
                  <a:cubicBezTo>
                    <a:pt x="69" y="223"/>
                    <a:pt x="66" y="214"/>
                    <a:pt x="63" y="203"/>
                  </a:cubicBezTo>
                  <a:cubicBezTo>
                    <a:pt x="55" y="182"/>
                    <a:pt x="46" y="152"/>
                    <a:pt x="36" y="119"/>
                  </a:cubicBezTo>
                  <a:cubicBezTo>
                    <a:pt x="27" y="86"/>
                    <a:pt x="18" y="56"/>
                    <a:pt x="11" y="35"/>
                  </a:cubicBezTo>
                  <a:cubicBezTo>
                    <a:pt x="8" y="24"/>
                    <a:pt x="5" y="15"/>
                    <a:pt x="3" y="9"/>
                  </a:cubicBezTo>
                  <a:cubicBezTo>
                    <a:pt x="2" y="6"/>
                    <a:pt x="1" y="4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1" y="2"/>
                  </a:cubicBezTo>
                  <a:cubicBezTo>
                    <a:pt x="2" y="4"/>
                    <a:pt x="3" y="6"/>
                    <a:pt x="4" y="9"/>
                  </a:cubicBezTo>
                  <a:cubicBezTo>
                    <a:pt x="6" y="15"/>
                    <a:pt x="9" y="23"/>
                    <a:pt x="13" y="34"/>
                  </a:cubicBezTo>
                  <a:cubicBezTo>
                    <a:pt x="20" y="55"/>
                    <a:pt x="29" y="85"/>
                    <a:pt x="39" y="118"/>
                  </a:cubicBezTo>
                  <a:cubicBezTo>
                    <a:pt x="49" y="151"/>
                    <a:pt x="58" y="181"/>
                    <a:pt x="64" y="203"/>
                  </a:cubicBezTo>
                  <a:cubicBezTo>
                    <a:pt x="68" y="213"/>
                    <a:pt x="71" y="222"/>
                    <a:pt x="73" y="228"/>
                  </a:cubicBezTo>
                  <a:cubicBezTo>
                    <a:pt x="74" y="231"/>
                    <a:pt x="74" y="233"/>
                    <a:pt x="75" y="235"/>
                  </a:cubicBezTo>
                  <a:cubicBezTo>
                    <a:pt x="75" y="237"/>
                    <a:pt x="76" y="238"/>
                    <a:pt x="75" y="2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D59FEF08-BDD2-40C4-9361-BDB4C2456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2868"/>
              <a:ext cx="587" cy="147"/>
            </a:xfrm>
            <a:custGeom>
              <a:avLst/>
              <a:gdLst>
                <a:gd name="T0" fmla="*/ 247 w 247"/>
                <a:gd name="T1" fmla="*/ 1 h 62"/>
                <a:gd name="T2" fmla="*/ 245 w 247"/>
                <a:gd name="T3" fmla="*/ 1 h 62"/>
                <a:gd name="T4" fmla="*/ 237 w 247"/>
                <a:gd name="T5" fmla="*/ 3 h 62"/>
                <a:gd name="T6" fmla="*/ 211 w 247"/>
                <a:gd name="T7" fmla="*/ 10 h 62"/>
                <a:gd name="T8" fmla="*/ 124 w 247"/>
                <a:gd name="T9" fmla="*/ 32 h 62"/>
                <a:gd name="T10" fmla="*/ 37 w 247"/>
                <a:gd name="T11" fmla="*/ 54 h 62"/>
                <a:gd name="T12" fmla="*/ 10 w 247"/>
                <a:gd name="T13" fmla="*/ 60 h 62"/>
                <a:gd name="T14" fmla="*/ 3 w 247"/>
                <a:gd name="T15" fmla="*/ 61 h 62"/>
                <a:gd name="T16" fmla="*/ 0 w 247"/>
                <a:gd name="T17" fmla="*/ 62 h 62"/>
                <a:gd name="T18" fmla="*/ 3 w 247"/>
                <a:gd name="T19" fmla="*/ 61 h 62"/>
                <a:gd name="T20" fmla="*/ 10 w 247"/>
                <a:gd name="T21" fmla="*/ 59 h 62"/>
                <a:gd name="T22" fmla="*/ 36 w 247"/>
                <a:gd name="T23" fmla="*/ 52 h 62"/>
                <a:gd name="T24" fmla="*/ 123 w 247"/>
                <a:gd name="T25" fmla="*/ 30 h 62"/>
                <a:gd name="T26" fmla="*/ 211 w 247"/>
                <a:gd name="T27" fmla="*/ 8 h 62"/>
                <a:gd name="T28" fmla="*/ 237 w 247"/>
                <a:gd name="T29" fmla="*/ 2 h 62"/>
                <a:gd name="T30" fmla="*/ 244 w 247"/>
                <a:gd name="T31" fmla="*/ 1 h 62"/>
                <a:gd name="T32" fmla="*/ 247 w 247"/>
                <a:gd name="T33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7" h="62">
                  <a:moveTo>
                    <a:pt x="247" y="1"/>
                  </a:moveTo>
                  <a:cubicBezTo>
                    <a:pt x="247" y="1"/>
                    <a:pt x="246" y="1"/>
                    <a:pt x="245" y="1"/>
                  </a:cubicBezTo>
                  <a:cubicBezTo>
                    <a:pt x="243" y="2"/>
                    <a:pt x="240" y="2"/>
                    <a:pt x="237" y="3"/>
                  </a:cubicBezTo>
                  <a:cubicBezTo>
                    <a:pt x="231" y="5"/>
                    <a:pt x="222" y="7"/>
                    <a:pt x="211" y="10"/>
                  </a:cubicBezTo>
                  <a:cubicBezTo>
                    <a:pt x="189" y="15"/>
                    <a:pt x="158" y="23"/>
                    <a:pt x="124" y="32"/>
                  </a:cubicBezTo>
                  <a:cubicBezTo>
                    <a:pt x="90" y="41"/>
                    <a:pt x="59" y="49"/>
                    <a:pt x="37" y="54"/>
                  </a:cubicBezTo>
                  <a:cubicBezTo>
                    <a:pt x="26" y="57"/>
                    <a:pt x="17" y="59"/>
                    <a:pt x="10" y="60"/>
                  </a:cubicBezTo>
                  <a:cubicBezTo>
                    <a:pt x="7" y="61"/>
                    <a:pt x="5" y="61"/>
                    <a:pt x="3" y="61"/>
                  </a:cubicBezTo>
                  <a:cubicBezTo>
                    <a:pt x="1" y="62"/>
                    <a:pt x="0" y="62"/>
                    <a:pt x="0" y="62"/>
                  </a:cubicBezTo>
                  <a:cubicBezTo>
                    <a:pt x="0" y="62"/>
                    <a:pt x="1" y="61"/>
                    <a:pt x="3" y="61"/>
                  </a:cubicBezTo>
                  <a:cubicBezTo>
                    <a:pt x="5" y="60"/>
                    <a:pt x="7" y="60"/>
                    <a:pt x="10" y="59"/>
                  </a:cubicBezTo>
                  <a:cubicBezTo>
                    <a:pt x="17" y="57"/>
                    <a:pt x="26" y="55"/>
                    <a:pt x="36" y="52"/>
                  </a:cubicBezTo>
                  <a:cubicBezTo>
                    <a:pt x="59" y="47"/>
                    <a:pt x="89" y="39"/>
                    <a:pt x="123" y="30"/>
                  </a:cubicBezTo>
                  <a:cubicBezTo>
                    <a:pt x="157" y="21"/>
                    <a:pt x="188" y="13"/>
                    <a:pt x="211" y="8"/>
                  </a:cubicBezTo>
                  <a:cubicBezTo>
                    <a:pt x="222" y="5"/>
                    <a:pt x="231" y="3"/>
                    <a:pt x="237" y="2"/>
                  </a:cubicBezTo>
                  <a:cubicBezTo>
                    <a:pt x="240" y="2"/>
                    <a:pt x="242" y="1"/>
                    <a:pt x="244" y="1"/>
                  </a:cubicBezTo>
                  <a:cubicBezTo>
                    <a:pt x="246" y="1"/>
                    <a:pt x="247" y="0"/>
                    <a:pt x="2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4" name="Rectangle 53">
              <a:extLst>
                <a:ext uri="{FF2B5EF4-FFF2-40B4-BE49-F238E27FC236}">
                  <a16:creationId xmlns:a16="http://schemas.microsoft.com/office/drawing/2014/main" id="{FFAC3331-8189-4820-9D9D-CA0C69593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3" y="524"/>
              <a:ext cx="2305" cy="3156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5" name="Rectangle 54">
              <a:extLst>
                <a:ext uri="{FF2B5EF4-FFF2-40B4-BE49-F238E27FC236}">
                  <a16:creationId xmlns:a16="http://schemas.microsoft.com/office/drawing/2014/main" id="{E4723B09-21E1-4CC0-9F3E-128B9F9B1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3" y="524"/>
              <a:ext cx="2305" cy="3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D6C5AE56-FE37-456A-9A7B-FEC3A43EB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649"/>
              <a:ext cx="2021" cy="2843"/>
            </a:xfrm>
            <a:custGeom>
              <a:avLst/>
              <a:gdLst>
                <a:gd name="T0" fmla="*/ 2021 w 2021"/>
                <a:gd name="T1" fmla="*/ 2843 h 2843"/>
                <a:gd name="T2" fmla="*/ 1596 w 2021"/>
                <a:gd name="T3" fmla="*/ 2843 h 2843"/>
                <a:gd name="T4" fmla="*/ 0 w 2021"/>
                <a:gd name="T5" fmla="*/ 2843 h 2843"/>
                <a:gd name="T6" fmla="*/ 0 w 2021"/>
                <a:gd name="T7" fmla="*/ 0 h 2843"/>
                <a:gd name="T8" fmla="*/ 2021 w 2021"/>
                <a:gd name="T9" fmla="*/ 0 h 2843"/>
                <a:gd name="T10" fmla="*/ 2021 w 2021"/>
                <a:gd name="T11" fmla="*/ 2489 h 2843"/>
                <a:gd name="T12" fmla="*/ 2021 w 2021"/>
                <a:gd name="T13" fmla="*/ 2843 h 2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1" h="2843">
                  <a:moveTo>
                    <a:pt x="2021" y="2843"/>
                  </a:moveTo>
                  <a:lnTo>
                    <a:pt x="1596" y="2843"/>
                  </a:lnTo>
                  <a:lnTo>
                    <a:pt x="0" y="2843"/>
                  </a:lnTo>
                  <a:lnTo>
                    <a:pt x="0" y="0"/>
                  </a:lnTo>
                  <a:lnTo>
                    <a:pt x="2021" y="0"/>
                  </a:lnTo>
                  <a:lnTo>
                    <a:pt x="2021" y="2489"/>
                  </a:lnTo>
                  <a:lnTo>
                    <a:pt x="2021" y="2843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37E462AD-0AD5-4068-A8E5-A6EDF6A5A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649"/>
              <a:ext cx="2021" cy="2843"/>
            </a:xfrm>
            <a:custGeom>
              <a:avLst/>
              <a:gdLst>
                <a:gd name="T0" fmla="*/ 2021 w 2021"/>
                <a:gd name="T1" fmla="*/ 2843 h 2843"/>
                <a:gd name="T2" fmla="*/ 1596 w 2021"/>
                <a:gd name="T3" fmla="*/ 2843 h 2843"/>
                <a:gd name="T4" fmla="*/ 0 w 2021"/>
                <a:gd name="T5" fmla="*/ 2843 h 2843"/>
                <a:gd name="T6" fmla="*/ 0 w 2021"/>
                <a:gd name="T7" fmla="*/ 0 h 2843"/>
                <a:gd name="T8" fmla="*/ 2021 w 2021"/>
                <a:gd name="T9" fmla="*/ 0 h 2843"/>
                <a:gd name="T10" fmla="*/ 2021 w 2021"/>
                <a:gd name="T11" fmla="*/ 2489 h 2843"/>
                <a:gd name="T12" fmla="*/ 2021 w 2021"/>
                <a:gd name="T13" fmla="*/ 2843 h 2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1" h="2843">
                  <a:moveTo>
                    <a:pt x="2021" y="2843"/>
                  </a:moveTo>
                  <a:lnTo>
                    <a:pt x="1596" y="2843"/>
                  </a:lnTo>
                  <a:lnTo>
                    <a:pt x="0" y="2843"/>
                  </a:lnTo>
                  <a:lnTo>
                    <a:pt x="0" y="0"/>
                  </a:lnTo>
                  <a:lnTo>
                    <a:pt x="2021" y="0"/>
                  </a:lnTo>
                  <a:lnTo>
                    <a:pt x="2021" y="2489"/>
                  </a:lnTo>
                  <a:lnTo>
                    <a:pt x="2021" y="28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A5BC028C-76EA-4D5E-92FF-6A7DAE3F9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1" y="611"/>
              <a:ext cx="2004" cy="2829"/>
            </a:xfrm>
            <a:custGeom>
              <a:avLst/>
              <a:gdLst>
                <a:gd name="T0" fmla="*/ 2004 w 2004"/>
                <a:gd name="T1" fmla="*/ 2829 h 2829"/>
                <a:gd name="T2" fmla="*/ 1581 w 2004"/>
                <a:gd name="T3" fmla="*/ 2829 h 2829"/>
                <a:gd name="T4" fmla="*/ 0 w 2004"/>
                <a:gd name="T5" fmla="*/ 2829 h 2829"/>
                <a:gd name="T6" fmla="*/ 0 w 2004"/>
                <a:gd name="T7" fmla="*/ 0 h 2829"/>
                <a:gd name="T8" fmla="*/ 2004 w 2004"/>
                <a:gd name="T9" fmla="*/ 0 h 2829"/>
                <a:gd name="T10" fmla="*/ 2004 w 2004"/>
                <a:gd name="T11" fmla="*/ 2475 h 2829"/>
                <a:gd name="T12" fmla="*/ 2004 w 2004"/>
                <a:gd name="T13" fmla="*/ 2829 h 2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4" h="2829">
                  <a:moveTo>
                    <a:pt x="2004" y="2829"/>
                  </a:moveTo>
                  <a:lnTo>
                    <a:pt x="1581" y="2829"/>
                  </a:lnTo>
                  <a:lnTo>
                    <a:pt x="0" y="2829"/>
                  </a:lnTo>
                  <a:lnTo>
                    <a:pt x="0" y="0"/>
                  </a:lnTo>
                  <a:lnTo>
                    <a:pt x="2004" y="0"/>
                  </a:lnTo>
                  <a:lnTo>
                    <a:pt x="2004" y="2475"/>
                  </a:lnTo>
                  <a:lnTo>
                    <a:pt x="2004" y="282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DD394344-37D7-4232-8B48-37C5D5321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1" y="611"/>
              <a:ext cx="2004" cy="2829"/>
            </a:xfrm>
            <a:custGeom>
              <a:avLst/>
              <a:gdLst>
                <a:gd name="T0" fmla="*/ 2004 w 2004"/>
                <a:gd name="T1" fmla="*/ 2829 h 2829"/>
                <a:gd name="T2" fmla="*/ 1581 w 2004"/>
                <a:gd name="T3" fmla="*/ 2829 h 2829"/>
                <a:gd name="T4" fmla="*/ 0 w 2004"/>
                <a:gd name="T5" fmla="*/ 2829 h 2829"/>
                <a:gd name="T6" fmla="*/ 0 w 2004"/>
                <a:gd name="T7" fmla="*/ 0 h 2829"/>
                <a:gd name="T8" fmla="*/ 2004 w 2004"/>
                <a:gd name="T9" fmla="*/ 0 h 2829"/>
                <a:gd name="T10" fmla="*/ 2004 w 2004"/>
                <a:gd name="T11" fmla="*/ 2475 h 2829"/>
                <a:gd name="T12" fmla="*/ 2004 w 2004"/>
                <a:gd name="T13" fmla="*/ 2829 h 2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4" h="2829">
                  <a:moveTo>
                    <a:pt x="2004" y="2829"/>
                  </a:moveTo>
                  <a:lnTo>
                    <a:pt x="1581" y="2829"/>
                  </a:lnTo>
                  <a:lnTo>
                    <a:pt x="0" y="2829"/>
                  </a:lnTo>
                  <a:lnTo>
                    <a:pt x="0" y="0"/>
                  </a:lnTo>
                  <a:lnTo>
                    <a:pt x="2004" y="0"/>
                  </a:lnTo>
                  <a:lnTo>
                    <a:pt x="2004" y="2475"/>
                  </a:lnTo>
                  <a:lnTo>
                    <a:pt x="2004" y="28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0" name="Freeform 59">
              <a:extLst>
                <a:ext uri="{FF2B5EF4-FFF2-40B4-BE49-F238E27FC236}">
                  <a16:creationId xmlns:a16="http://schemas.microsoft.com/office/drawing/2014/main" id="{9A26EF6C-79E1-4552-8239-F612170A9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619"/>
              <a:ext cx="2021" cy="2788"/>
            </a:xfrm>
            <a:custGeom>
              <a:avLst/>
              <a:gdLst>
                <a:gd name="T0" fmla="*/ 1824 w 2021"/>
                <a:gd name="T1" fmla="*/ 2600 h 2788"/>
                <a:gd name="T2" fmla="*/ 1593 w 2021"/>
                <a:gd name="T3" fmla="*/ 2788 h 2788"/>
                <a:gd name="T4" fmla="*/ 0 w 2021"/>
                <a:gd name="T5" fmla="*/ 2788 h 2788"/>
                <a:gd name="T6" fmla="*/ 0 w 2021"/>
                <a:gd name="T7" fmla="*/ 0 h 2788"/>
                <a:gd name="T8" fmla="*/ 2021 w 2021"/>
                <a:gd name="T9" fmla="*/ 0 h 2788"/>
                <a:gd name="T10" fmla="*/ 2021 w 2021"/>
                <a:gd name="T11" fmla="*/ 2441 h 2788"/>
                <a:gd name="T12" fmla="*/ 1824 w 2021"/>
                <a:gd name="T13" fmla="*/ 2600 h 2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1" h="2788">
                  <a:moveTo>
                    <a:pt x="1824" y="2600"/>
                  </a:moveTo>
                  <a:lnTo>
                    <a:pt x="1593" y="2788"/>
                  </a:lnTo>
                  <a:lnTo>
                    <a:pt x="0" y="2788"/>
                  </a:lnTo>
                  <a:lnTo>
                    <a:pt x="0" y="0"/>
                  </a:lnTo>
                  <a:lnTo>
                    <a:pt x="2021" y="0"/>
                  </a:lnTo>
                  <a:lnTo>
                    <a:pt x="2021" y="2441"/>
                  </a:lnTo>
                  <a:lnTo>
                    <a:pt x="1824" y="260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1" name="Freeform 60">
              <a:extLst>
                <a:ext uri="{FF2B5EF4-FFF2-40B4-BE49-F238E27FC236}">
                  <a16:creationId xmlns:a16="http://schemas.microsoft.com/office/drawing/2014/main" id="{D032AA27-387D-49E1-8F27-B232F4F5F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619"/>
              <a:ext cx="2021" cy="2788"/>
            </a:xfrm>
            <a:custGeom>
              <a:avLst/>
              <a:gdLst>
                <a:gd name="T0" fmla="*/ 1824 w 2021"/>
                <a:gd name="T1" fmla="*/ 2600 h 2788"/>
                <a:gd name="T2" fmla="*/ 1593 w 2021"/>
                <a:gd name="T3" fmla="*/ 2788 h 2788"/>
                <a:gd name="T4" fmla="*/ 0 w 2021"/>
                <a:gd name="T5" fmla="*/ 2788 h 2788"/>
                <a:gd name="T6" fmla="*/ 0 w 2021"/>
                <a:gd name="T7" fmla="*/ 0 h 2788"/>
                <a:gd name="T8" fmla="*/ 2021 w 2021"/>
                <a:gd name="T9" fmla="*/ 0 h 2788"/>
                <a:gd name="T10" fmla="*/ 2021 w 2021"/>
                <a:gd name="T11" fmla="*/ 2441 h 2788"/>
                <a:gd name="T12" fmla="*/ 1824 w 2021"/>
                <a:gd name="T13" fmla="*/ 2600 h 2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1" h="2788">
                  <a:moveTo>
                    <a:pt x="1824" y="2600"/>
                  </a:moveTo>
                  <a:lnTo>
                    <a:pt x="1593" y="2788"/>
                  </a:lnTo>
                  <a:lnTo>
                    <a:pt x="0" y="2788"/>
                  </a:lnTo>
                  <a:lnTo>
                    <a:pt x="0" y="0"/>
                  </a:lnTo>
                  <a:lnTo>
                    <a:pt x="2021" y="0"/>
                  </a:lnTo>
                  <a:lnTo>
                    <a:pt x="2021" y="2441"/>
                  </a:lnTo>
                  <a:lnTo>
                    <a:pt x="1824" y="260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2" name="Freeform 61">
              <a:extLst>
                <a:ext uri="{FF2B5EF4-FFF2-40B4-BE49-F238E27FC236}">
                  <a16:creationId xmlns:a16="http://schemas.microsoft.com/office/drawing/2014/main" id="{BDDE25F5-0D78-4C14-A4F7-56983F12C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616"/>
              <a:ext cx="2025" cy="2793"/>
            </a:xfrm>
            <a:custGeom>
              <a:avLst/>
              <a:gdLst>
                <a:gd name="T0" fmla="*/ 769 w 853"/>
                <a:gd name="T1" fmla="*/ 1096 h 1176"/>
                <a:gd name="T2" fmla="*/ 774 w 853"/>
                <a:gd name="T3" fmla="*/ 1092 h 1176"/>
                <a:gd name="T4" fmla="*/ 790 w 853"/>
                <a:gd name="T5" fmla="*/ 1079 h 1176"/>
                <a:gd name="T6" fmla="*/ 851 w 853"/>
                <a:gd name="T7" fmla="*/ 1029 h 1176"/>
                <a:gd name="T8" fmla="*/ 851 w 853"/>
                <a:gd name="T9" fmla="*/ 1029 h 1176"/>
                <a:gd name="T10" fmla="*/ 851 w 853"/>
                <a:gd name="T11" fmla="*/ 1 h 1176"/>
                <a:gd name="T12" fmla="*/ 852 w 853"/>
                <a:gd name="T13" fmla="*/ 2 h 1176"/>
                <a:gd name="T14" fmla="*/ 8 w 853"/>
                <a:gd name="T15" fmla="*/ 3 h 1176"/>
                <a:gd name="T16" fmla="*/ 1 w 853"/>
                <a:gd name="T17" fmla="*/ 3 h 1176"/>
                <a:gd name="T18" fmla="*/ 2 w 853"/>
                <a:gd name="T19" fmla="*/ 1 h 1176"/>
                <a:gd name="T20" fmla="*/ 2 w 853"/>
                <a:gd name="T21" fmla="*/ 1175 h 1176"/>
                <a:gd name="T22" fmla="*/ 1 w 853"/>
                <a:gd name="T23" fmla="*/ 1174 h 1176"/>
                <a:gd name="T24" fmla="*/ 672 w 853"/>
                <a:gd name="T25" fmla="*/ 1175 h 1176"/>
                <a:gd name="T26" fmla="*/ 672 w 853"/>
                <a:gd name="T27" fmla="*/ 1175 h 1176"/>
                <a:gd name="T28" fmla="*/ 745 w 853"/>
                <a:gd name="T29" fmla="*/ 1116 h 1176"/>
                <a:gd name="T30" fmla="*/ 763 w 853"/>
                <a:gd name="T31" fmla="*/ 1101 h 1176"/>
                <a:gd name="T32" fmla="*/ 769 w 853"/>
                <a:gd name="T33" fmla="*/ 1096 h 1176"/>
                <a:gd name="T34" fmla="*/ 763 w 853"/>
                <a:gd name="T35" fmla="*/ 1101 h 1176"/>
                <a:gd name="T36" fmla="*/ 745 w 853"/>
                <a:gd name="T37" fmla="*/ 1116 h 1176"/>
                <a:gd name="T38" fmla="*/ 672 w 853"/>
                <a:gd name="T39" fmla="*/ 1175 h 1176"/>
                <a:gd name="T40" fmla="*/ 672 w 853"/>
                <a:gd name="T41" fmla="*/ 1175 h 1176"/>
                <a:gd name="T42" fmla="*/ 672 w 853"/>
                <a:gd name="T43" fmla="*/ 1175 h 1176"/>
                <a:gd name="T44" fmla="*/ 1 w 853"/>
                <a:gd name="T45" fmla="*/ 1176 h 1176"/>
                <a:gd name="T46" fmla="*/ 0 w 853"/>
                <a:gd name="T47" fmla="*/ 1176 h 1176"/>
                <a:gd name="T48" fmla="*/ 0 w 853"/>
                <a:gd name="T49" fmla="*/ 1175 h 1176"/>
                <a:gd name="T50" fmla="*/ 0 w 853"/>
                <a:gd name="T51" fmla="*/ 1 h 1176"/>
                <a:gd name="T52" fmla="*/ 0 w 853"/>
                <a:gd name="T53" fmla="*/ 0 h 1176"/>
                <a:gd name="T54" fmla="*/ 1 w 853"/>
                <a:gd name="T55" fmla="*/ 0 h 1176"/>
                <a:gd name="T56" fmla="*/ 8 w 853"/>
                <a:gd name="T57" fmla="*/ 0 h 1176"/>
                <a:gd name="T58" fmla="*/ 852 w 853"/>
                <a:gd name="T59" fmla="*/ 1 h 1176"/>
                <a:gd name="T60" fmla="*/ 853 w 853"/>
                <a:gd name="T61" fmla="*/ 1 h 1176"/>
                <a:gd name="T62" fmla="*/ 853 w 853"/>
                <a:gd name="T63" fmla="*/ 1 h 1176"/>
                <a:gd name="T64" fmla="*/ 852 w 853"/>
                <a:gd name="T65" fmla="*/ 1029 h 1176"/>
                <a:gd name="T66" fmla="*/ 852 w 853"/>
                <a:gd name="T67" fmla="*/ 1029 h 1176"/>
                <a:gd name="T68" fmla="*/ 852 w 853"/>
                <a:gd name="T69" fmla="*/ 1029 h 1176"/>
                <a:gd name="T70" fmla="*/ 790 w 853"/>
                <a:gd name="T71" fmla="*/ 1079 h 1176"/>
                <a:gd name="T72" fmla="*/ 774 w 853"/>
                <a:gd name="T73" fmla="*/ 1092 h 1176"/>
                <a:gd name="T74" fmla="*/ 769 w 853"/>
                <a:gd name="T75" fmla="*/ 1096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53" h="1176">
                  <a:moveTo>
                    <a:pt x="769" y="1096"/>
                  </a:moveTo>
                  <a:cubicBezTo>
                    <a:pt x="769" y="1096"/>
                    <a:pt x="771" y="1094"/>
                    <a:pt x="774" y="1092"/>
                  </a:cubicBezTo>
                  <a:cubicBezTo>
                    <a:pt x="778" y="1089"/>
                    <a:pt x="783" y="1084"/>
                    <a:pt x="790" y="1079"/>
                  </a:cubicBezTo>
                  <a:cubicBezTo>
                    <a:pt x="804" y="1068"/>
                    <a:pt x="824" y="1051"/>
                    <a:pt x="851" y="1029"/>
                  </a:cubicBezTo>
                  <a:cubicBezTo>
                    <a:pt x="851" y="1029"/>
                    <a:pt x="851" y="1029"/>
                    <a:pt x="851" y="1029"/>
                  </a:cubicBezTo>
                  <a:cubicBezTo>
                    <a:pt x="851" y="860"/>
                    <a:pt x="851" y="485"/>
                    <a:pt x="851" y="1"/>
                  </a:cubicBezTo>
                  <a:cubicBezTo>
                    <a:pt x="852" y="2"/>
                    <a:pt x="852" y="2"/>
                    <a:pt x="852" y="2"/>
                  </a:cubicBezTo>
                  <a:cubicBezTo>
                    <a:pt x="598" y="2"/>
                    <a:pt x="311" y="2"/>
                    <a:pt x="8" y="3"/>
                  </a:cubicBezTo>
                  <a:cubicBezTo>
                    <a:pt x="6" y="3"/>
                    <a:pt x="3" y="3"/>
                    <a:pt x="1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443"/>
                    <a:pt x="2" y="850"/>
                    <a:pt x="2" y="1175"/>
                  </a:cubicBezTo>
                  <a:cubicBezTo>
                    <a:pt x="1" y="1174"/>
                    <a:pt x="1" y="1174"/>
                    <a:pt x="1" y="1174"/>
                  </a:cubicBezTo>
                  <a:cubicBezTo>
                    <a:pt x="307" y="1174"/>
                    <a:pt x="543" y="1175"/>
                    <a:pt x="672" y="1175"/>
                  </a:cubicBezTo>
                  <a:cubicBezTo>
                    <a:pt x="672" y="1175"/>
                    <a:pt x="672" y="1175"/>
                    <a:pt x="672" y="1175"/>
                  </a:cubicBezTo>
                  <a:cubicBezTo>
                    <a:pt x="704" y="1148"/>
                    <a:pt x="728" y="1129"/>
                    <a:pt x="745" y="1116"/>
                  </a:cubicBezTo>
                  <a:cubicBezTo>
                    <a:pt x="753" y="1109"/>
                    <a:pt x="759" y="1104"/>
                    <a:pt x="763" y="1101"/>
                  </a:cubicBezTo>
                  <a:cubicBezTo>
                    <a:pt x="767" y="1097"/>
                    <a:pt x="769" y="1096"/>
                    <a:pt x="769" y="1096"/>
                  </a:cubicBezTo>
                  <a:cubicBezTo>
                    <a:pt x="769" y="1096"/>
                    <a:pt x="767" y="1098"/>
                    <a:pt x="763" y="1101"/>
                  </a:cubicBezTo>
                  <a:cubicBezTo>
                    <a:pt x="759" y="1104"/>
                    <a:pt x="753" y="1109"/>
                    <a:pt x="745" y="1116"/>
                  </a:cubicBezTo>
                  <a:cubicBezTo>
                    <a:pt x="729" y="1129"/>
                    <a:pt x="705" y="1149"/>
                    <a:pt x="672" y="1175"/>
                  </a:cubicBezTo>
                  <a:cubicBezTo>
                    <a:pt x="672" y="1175"/>
                    <a:pt x="672" y="1175"/>
                    <a:pt x="672" y="1175"/>
                  </a:cubicBezTo>
                  <a:cubicBezTo>
                    <a:pt x="672" y="1175"/>
                    <a:pt x="672" y="1175"/>
                    <a:pt x="672" y="1175"/>
                  </a:cubicBezTo>
                  <a:cubicBezTo>
                    <a:pt x="543" y="1175"/>
                    <a:pt x="307" y="1176"/>
                    <a:pt x="1" y="1176"/>
                  </a:cubicBezTo>
                  <a:cubicBezTo>
                    <a:pt x="0" y="1176"/>
                    <a:pt x="0" y="1176"/>
                    <a:pt x="0" y="1176"/>
                  </a:cubicBezTo>
                  <a:cubicBezTo>
                    <a:pt x="0" y="1175"/>
                    <a:pt x="0" y="1175"/>
                    <a:pt x="0" y="1175"/>
                  </a:cubicBezTo>
                  <a:cubicBezTo>
                    <a:pt x="0" y="850"/>
                    <a:pt x="0" y="443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6" y="0"/>
                    <a:pt x="8" y="0"/>
                  </a:cubicBezTo>
                  <a:cubicBezTo>
                    <a:pt x="311" y="0"/>
                    <a:pt x="598" y="0"/>
                    <a:pt x="852" y="1"/>
                  </a:cubicBezTo>
                  <a:cubicBezTo>
                    <a:pt x="853" y="1"/>
                    <a:pt x="853" y="1"/>
                    <a:pt x="853" y="1"/>
                  </a:cubicBezTo>
                  <a:cubicBezTo>
                    <a:pt x="853" y="1"/>
                    <a:pt x="853" y="1"/>
                    <a:pt x="853" y="1"/>
                  </a:cubicBezTo>
                  <a:cubicBezTo>
                    <a:pt x="852" y="485"/>
                    <a:pt x="852" y="860"/>
                    <a:pt x="852" y="1029"/>
                  </a:cubicBezTo>
                  <a:cubicBezTo>
                    <a:pt x="852" y="1029"/>
                    <a:pt x="852" y="1029"/>
                    <a:pt x="852" y="1029"/>
                  </a:cubicBezTo>
                  <a:cubicBezTo>
                    <a:pt x="852" y="1029"/>
                    <a:pt x="852" y="1029"/>
                    <a:pt x="852" y="1029"/>
                  </a:cubicBezTo>
                  <a:cubicBezTo>
                    <a:pt x="825" y="1051"/>
                    <a:pt x="804" y="1068"/>
                    <a:pt x="790" y="1079"/>
                  </a:cubicBezTo>
                  <a:cubicBezTo>
                    <a:pt x="783" y="1085"/>
                    <a:pt x="778" y="1089"/>
                    <a:pt x="774" y="1092"/>
                  </a:cubicBezTo>
                  <a:cubicBezTo>
                    <a:pt x="771" y="1095"/>
                    <a:pt x="769" y="1096"/>
                    <a:pt x="769" y="109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3" name="Freeform 62">
              <a:extLst>
                <a:ext uri="{FF2B5EF4-FFF2-40B4-BE49-F238E27FC236}">
                  <a16:creationId xmlns:a16="http://schemas.microsoft.com/office/drawing/2014/main" id="{80C8AD3F-5659-41DA-A8CF-C574B2E7C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424"/>
              <a:ext cx="829" cy="285"/>
            </a:xfrm>
            <a:custGeom>
              <a:avLst/>
              <a:gdLst>
                <a:gd name="T0" fmla="*/ 349 w 349"/>
                <a:gd name="T1" fmla="*/ 120 h 120"/>
                <a:gd name="T2" fmla="*/ 0 w 349"/>
                <a:gd name="T3" fmla="*/ 120 h 120"/>
                <a:gd name="T4" fmla="*/ 0 w 349"/>
                <a:gd name="T5" fmla="*/ 59 h 120"/>
                <a:gd name="T6" fmla="*/ 59 w 349"/>
                <a:gd name="T7" fmla="*/ 0 h 120"/>
                <a:gd name="T8" fmla="*/ 292 w 349"/>
                <a:gd name="T9" fmla="*/ 0 h 120"/>
                <a:gd name="T10" fmla="*/ 349 w 349"/>
                <a:gd name="T11" fmla="*/ 57 h 120"/>
                <a:gd name="T12" fmla="*/ 349 w 349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120">
                  <a:moveTo>
                    <a:pt x="349" y="120"/>
                  </a:moveTo>
                  <a:cubicBezTo>
                    <a:pt x="0" y="120"/>
                    <a:pt x="0" y="120"/>
                    <a:pt x="0" y="12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292" y="0"/>
                    <a:pt x="292" y="0"/>
                    <a:pt x="292" y="0"/>
                  </a:cubicBezTo>
                  <a:cubicBezTo>
                    <a:pt x="323" y="0"/>
                    <a:pt x="349" y="26"/>
                    <a:pt x="349" y="57"/>
                  </a:cubicBezTo>
                  <a:cubicBezTo>
                    <a:pt x="349" y="120"/>
                    <a:pt x="349" y="120"/>
                    <a:pt x="349" y="120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4" name="Freeform 63">
              <a:extLst>
                <a:ext uri="{FF2B5EF4-FFF2-40B4-BE49-F238E27FC236}">
                  <a16:creationId xmlns:a16="http://schemas.microsoft.com/office/drawing/2014/main" id="{5F18178E-A553-41EA-98D9-A2069D598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272"/>
              <a:ext cx="475" cy="152"/>
            </a:xfrm>
            <a:custGeom>
              <a:avLst/>
              <a:gdLst>
                <a:gd name="T0" fmla="*/ 31 w 475"/>
                <a:gd name="T1" fmla="*/ 152 h 152"/>
                <a:gd name="T2" fmla="*/ 0 w 475"/>
                <a:gd name="T3" fmla="*/ 0 h 152"/>
                <a:gd name="T4" fmla="*/ 475 w 475"/>
                <a:gd name="T5" fmla="*/ 0 h 152"/>
                <a:gd name="T6" fmla="*/ 449 w 475"/>
                <a:gd name="T7" fmla="*/ 152 h 152"/>
                <a:gd name="T8" fmla="*/ 31 w 475"/>
                <a:gd name="T9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5" h="152">
                  <a:moveTo>
                    <a:pt x="31" y="152"/>
                  </a:moveTo>
                  <a:lnTo>
                    <a:pt x="0" y="0"/>
                  </a:lnTo>
                  <a:lnTo>
                    <a:pt x="475" y="0"/>
                  </a:lnTo>
                  <a:lnTo>
                    <a:pt x="449" y="152"/>
                  </a:lnTo>
                  <a:lnTo>
                    <a:pt x="31" y="152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5" name="Freeform 64">
              <a:extLst>
                <a:ext uri="{FF2B5EF4-FFF2-40B4-BE49-F238E27FC236}">
                  <a16:creationId xmlns:a16="http://schemas.microsoft.com/office/drawing/2014/main" id="{70BC5F1E-2927-4EE7-BC1A-6303EAEA0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272"/>
              <a:ext cx="475" cy="152"/>
            </a:xfrm>
            <a:custGeom>
              <a:avLst/>
              <a:gdLst>
                <a:gd name="T0" fmla="*/ 31 w 475"/>
                <a:gd name="T1" fmla="*/ 152 h 152"/>
                <a:gd name="T2" fmla="*/ 0 w 475"/>
                <a:gd name="T3" fmla="*/ 0 h 152"/>
                <a:gd name="T4" fmla="*/ 475 w 475"/>
                <a:gd name="T5" fmla="*/ 0 h 152"/>
                <a:gd name="T6" fmla="*/ 449 w 475"/>
                <a:gd name="T7" fmla="*/ 152 h 152"/>
                <a:gd name="T8" fmla="*/ 31 w 475"/>
                <a:gd name="T9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5" h="152">
                  <a:moveTo>
                    <a:pt x="31" y="152"/>
                  </a:moveTo>
                  <a:lnTo>
                    <a:pt x="0" y="0"/>
                  </a:lnTo>
                  <a:lnTo>
                    <a:pt x="475" y="0"/>
                  </a:lnTo>
                  <a:lnTo>
                    <a:pt x="449" y="152"/>
                  </a:lnTo>
                  <a:lnTo>
                    <a:pt x="31" y="1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6" name="Freeform 65">
              <a:extLst>
                <a:ext uri="{FF2B5EF4-FFF2-40B4-BE49-F238E27FC236}">
                  <a16:creationId xmlns:a16="http://schemas.microsoft.com/office/drawing/2014/main" id="{F842A5CF-2834-4517-B49E-4A83449F5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6" y="1063"/>
              <a:ext cx="340" cy="342"/>
            </a:xfrm>
            <a:custGeom>
              <a:avLst/>
              <a:gdLst>
                <a:gd name="T0" fmla="*/ 340 w 340"/>
                <a:gd name="T1" fmla="*/ 342 h 342"/>
                <a:gd name="T2" fmla="*/ 0 w 340"/>
                <a:gd name="T3" fmla="*/ 342 h 342"/>
                <a:gd name="T4" fmla="*/ 0 w 340"/>
                <a:gd name="T5" fmla="*/ 0 h 342"/>
                <a:gd name="T6" fmla="*/ 340 w 340"/>
                <a:gd name="T7" fmla="*/ 0 h 342"/>
                <a:gd name="T8" fmla="*/ 340 w 340"/>
                <a:gd name="T9" fmla="*/ 342 h 342"/>
                <a:gd name="T10" fmla="*/ 10 w 340"/>
                <a:gd name="T11" fmla="*/ 332 h 342"/>
                <a:gd name="T12" fmla="*/ 331 w 340"/>
                <a:gd name="T13" fmla="*/ 332 h 342"/>
                <a:gd name="T14" fmla="*/ 331 w 340"/>
                <a:gd name="T15" fmla="*/ 9 h 342"/>
                <a:gd name="T16" fmla="*/ 10 w 340"/>
                <a:gd name="T17" fmla="*/ 9 h 342"/>
                <a:gd name="T18" fmla="*/ 10 w 340"/>
                <a:gd name="T19" fmla="*/ 33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2">
                  <a:moveTo>
                    <a:pt x="340" y="342"/>
                  </a:moveTo>
                  <a:lnTo>
                    <a:pt x="0" y="342"/>
                  </a:lnTo>
                  <a:lnTo>
                    <a:pt x="0" y="0"/>
                  </a:lnTo>
                  <a:lnTo>
                    <a:pt x="340" y="0"/>
                  </a:lnTo>
                  <a:lnTo>
                    <a:pt x="340" y="342"/>
                  </a:lnTo>
                  <a:close/>
                  <a:moveTo>
                    <a:pt x="10" y="332"/>
                  </a:moveTo>
                  <a:lnTo>
                    <a:pt x="331" y="332"/>
                  </a:lnTo>
                  <a:lnTo>
                    <a:pt x="331" y="9"/>
                  </a:lnTo>
                  <a:lnTo>
                    <a:pt x="10" y="9"/>
                  </a:lnTo>
                  <a:lnTo>
                    <a:pt x="10" y="332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7" name="Oval 66">
              <a:extLst>
                <a:ext uri="{FF2B5EF4-FFF2-40B4-BE49-F238E27FC236}">
                  <a16:creationId xmlns:a16="http://schemas.microsoft.com/office/drawing/2014/main" id="{1633D18D-1B21-485D-B354-9A68B0E4C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143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8" name="Oval 67">
              <a:extLst>
                <a:ext uri="{FF2B5EF4-FFF2-40B4-BE49-F238E27FC236}">
                  <a16:creationId xmlns:a16="http://schemas.microsoft.com/office/drawing/2014/main" id="{64E65DCB-D826-4218-8FAC-303CC9569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215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79" name="Oval 68">
              <a:extLst>
                <a:ext uri="{FF2B5EF4-FFF2-40B4-BE49-F238E27FC236}">
                  <a16:creationId xmlns:a16="http://schemas.microsoft.com/office/drawing/2014/main" id="{13A237CF-9BC2-4FC2-9FC3-5D13978CE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286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0" name="Oval 69">
              <a:extLst>
                <a:ext uri="{FF2B5EF4-FFF2-40B4-BE49-F238E27FC236}">
                  <a16:creationId xmlns:a16="http://schemas.microsoft.com/office/drawing/2014/main" id="{B26F3751-9D2A-42BA-B6EA-D63008D84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355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1" name="Freeform 70">
              <a:extLst>
                <a:ext uri="{FF2B5EF4-FFF2-40B4-BE49-F238E27FC236}">
                  <a16:creationId xmlns:a16="http://schemas.microsoft.com/office/drawing/2014/main" id="{DE4F88A1-B82E-4F9C-89E4-9E32FC0BE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6" y="1588"/>
              <a:ext cx="340" cy="342"/>
            </a:xfrm>
            <a:custGeom>
              <a:avLst/>
              <a:gdLst>
                <a:gd name="T0" fmla="*/ 340 w 340"/>
                <a:gd name="T1" fmla="*/ 342 h 342"/>
                <a:gd name="T2" fmla="*/ 0 w 340"/>
                <a:gd name="T3" fmla="*/ 342 h 342"/>
                <a:gd name="T4" fmla="*/ 0 w 340"/>
                <a:gd name="T5" fmla="*/ 0 h 342"/>
                <a:gd name="T6" fmla="*/ 340 w 340"/>
                <a:gd name="T7" fmla="*/ 0 h 342"/>
                <a:gd name="T8" fmla="*/ 340 w 340"/>
                <a:gd name="T9" fmla="*/ 342 h 342"/>
                <a:gd name="T10" fmla="*/ 10 w 340"/>
                <a:gd name="T11" fmla="*/ 332 h 342"/>
                <a:gd name="T12" fmla="*/ 331 w 340"/>
                <a:gd name="T13" fmla="*/ 332 h 342"/>
                <a:gd name="T14" fmla="*/ 331 w 340"/>
                <a:gd name="T15" fmla="*/ 9 h 342"/>
                <a:gd name="T16" fmla="*/ 10 w 340"/>
                <a:gd name="T17" fmla="*/ 9 h 342"/>
                <a:gd name="T18" fmla="*/ 10 w 340"/>
                <a:gd name="T19" fmla="*/ 33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2">
                  <a:moveTo>
                    <a:pt x="340" y="342"/>
                  </a:moveTo>
                  <a:lnTo>
                    <a:pt x="0" y="342"/>
                  </a:lnTo>
                  <a:lnTo>
                    <a:pt x="0" y="0"/>
                  </a:lnTo>
                  <a:lnTo>
                    <a:pt x="340" y="0"/>
                  </a:lnTo>
                  <a:lnTo>
                    <a:pt x="340" y="342"/>
                  </a:lnTo>
                  <a:close/>
                  <a:moveTo>
                    <a:pt x="10" y="332"/>
                  </a:moveTo>
                  <a:lnTo>
                    <a:pt x="331" y="332"/>
                  </a:lnTo>
                  <a:lnTo>
                    <a:pt x="331" y="9"/>
                  </a:lnTo>
                  <a:lnTo>
                    <a:pt x="10" y="9"/>
                  </a:lnTo>
                  <a:lnTo>
                    <a:pt x="10" y="332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2" name="Freeform 71">
              <a:extLst>
                <a:ext uri="{FF2B5EF4-FFF2-40B4-BE49-F238E27FC236}">
                  <a16:creationId xmlns:a16="http://schemas.microsoft.com/office/drawing/2014/main" id="{3396284D-C74C-40ED-A4C1-820FA442DC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6" y="1588"/>
              <a:ext cx="340" cy="342"/>
            </a:xfrm>
            <a:custGeom>
              <a:avLst/>
              <a:gdLst>
                <a:gd name="T0" fmla="*/ 340 w 340"/>
                <a:gd name="T1" fmla="*/ 342 h 342"/>
                <a:gd name="T2" fmla="*/ 0 w 340"/>
                <a:gd name="T3" fmla="*/ 342 h 342"/>
                <a:gd name="T4" fmla="*/ 0 w 340"/>
                <a:gd name="T5" fmla="*/ 0 h 342"/>
                <a:gd name="T6" fmla="*/ 340 w 340"/>
                <a:gd name="T7" fmla="*/ 0 h 342"/>
                <a:gd name="T8" fmla="*/ 340 w 340"/>
                <a:gd name="T9" fmla="*/ 342 h 342"/>
                <a:gd name="T10" fmla="*/ 10 w 340"/>
                <a:gd name="T11" fmla="*/ 332 h 342"/>
                <a:gd name="T12" fmla="*/ 331 w 340"/>
                <a:gd name="T13" fmla="*/ 332 h 342"/>
                <a:gd name="T14" fmla="*/ 331 w 340"/>
                <a:gd name="T15" fmla="*/ 9 h 342"/>
                <a:gd name="T16" fmla="*/ 10 w 340"/>
                <a:gd name="T17" fmla="*/ 9 h 342"/>
                <a:gd name="T18" fmla="*/ 10 w 340"/>
                <a:gd name="T19" fmla="*/ 33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2">
                  <a:moveTo>
                    <a:pt x="340" y="342"/>
                  </a:moveTo>
                  <a:lnTo>
                    <a:pt x="0" y="342"/>
                  </a:lnTo>
                  <a:lnTo>
                    <a:pt x="0" y="0"/>
                  </a:lnTo>
                  <a:lnTo>
                    <a:pt x="340" y="0"/>
                  </a:lnTo>
                  <a:lnTo>
                    <a:pt x="340" y="342"/>
                  </a:lnTo>
                  <a:moveTo>
                    <a:pt x="10" y="332"/>
                  </a:moveTo>
                  <a:lnTo>
                    <a:pt x="331" y="332"/>
                  </a:lnTo>
                  <a:lnTo>
                    <a:pt x="331" y="9"/>
                  </a:lnTo>
                  <a:lnTo>
                    <a:pt x="10" y="9"/>
                  </a:lnTo>
                  <a:lnTo>
                    <a:pt x="10" y="3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3" name="Freeform 72">
              <a:extLst>
                <a:ext uri="{FF2B5EF4-FFF2-40B4-BE49-F238E27FC236}">
                  <a16:creationId xmlns:a16="http://schemas.microsoft.com/office/drawing/2014/main" id="{C90D0828-AAD5-42B0-AF5E-12FDB0BE2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1609"/>
              <a:ext cx="335" cy="264"/>
            </a:xfrm>
            <a:custGeom>
              <a:avLst/>
              <a:gdLst>
                <a:gd name="T0" fmla="*/ 0 w 335"/>
                <a:gd name="T1" fmla="*/ 157 h 264"/>
                <a:gd name="T2" fmla="*/ 45 w 335"/>
                <a:gd name="T3" fmla="*/ 109 h 264"/>
                <a:gd name="T4" fmla="*/ 121 w 335"/>
                <a:gd name="T5" fmla="*/ 169 h 264"/>
                <a:gd name="T6" fmla="*/ 294 w 335"/>
                <a:gd name="T7" fmla="*/ 0 h 264"/>
                <a:gd name="T8" fmla="*/ 335 w 335"/>
                <a:gd name="T9" fmla="*/ 50 h 264"/>
                <a:gd name="T10" fmla="*/ 119 w 335"/>
                <a:gd name="T11" fmla="*/ 264 h 264"/>
                <a:gd name="T12" fmla="*/ 0 w 335"/>
                <a:gd name="T13" fmla="*/ 15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5" h="264">
                  <a:moveTo>
                    <a:pt x="0" y="157"/>
                  </a:moveTo>
                  <a:lnTo>
                    <a:pt x="45" y="109"/>
                  </a:lnTo>
                  <a:lnTo>
                    <a:pt x="121" y="169"/>
                  </a:lnTo>
                  <a:lnTo>
                    <a:pt x="294" y="0"/>
                  </a:lnTo>
                  <a:lnTo>
                    <a:pt x="335" y="50"/>
                  </a:lnTo>
                  <a:lnTo>
                    <a:pt x="119" y="264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4" name="Oval 73">
              <a:extLst>
                <a:ext uri="{FF2B5EF4-FFF2-40B4-BE49-F238E27FC236}">
                  <a16:creationId xmlns:a16="http://schemas.microsoft.com/office/drawing/2014/main" id="{8901419C-1F2A-4829-A89E-E205A0513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668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5" name="Oval 74">
              <a:extLst>
                <a:ext uri="{FF2B5EF4-FFF2-40B4-BE49-F238E27FC236}">
                  <a16:creationId xmlns:a16="http://schemas.microsoft.com/office/drawing/2014/main" id="{B403E6F9-B652-4FA6-B5AC-ECF93112A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740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6" name="Oval 75">
              <a:extLst>
                <a:ext uri="{FF2B5EF4-FFF2-40B4-BE49-F238E27FC236}">
                  <a16:creationId xmlns:a16="http://schemas.microsoft.com/office/drawing/2014/main" id="{5C91C845-B6B6-427C-84C8-1A3983C41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11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7" name="Oval 76">
              <a:extLst>
                <a:ext uri="{FF2B5EF4-FFF2-40B4-BE49-F238E27FC236}">
                  <a16:creationId xmlns:a16="http://schemas.microsoft.com/office/drawing/2014/main" id="{E6224993-DE3A-4283-B395-40BD0947E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80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8" name="Freeform 77">
              <a:extLst>
                <a:ext uri="{FF2B5EF4-FFF2-40B4-BE49-F238E27FC236}">
                  <a16:creationId xmlns:a16="http://schemas.microsoft.com/office/drawing/2014/main" id="{63542D17-A1AF-48F8-ADD0-BD0CAB086E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6" y="2096"/>
              <a:ext cx="340" cy="342"/>
            </a:xfrm>
            <a:custGeom>
              <a:avLst/>
              <a:gdLst>
                <a:gd name="T0" fmla="*/ 340 w 340"/>
                <a:gd name="T1" fmla="*/ 342 h 342"/>
                <a:gd name="T2" fmla="*/ 0 w 340"/>
                <a:gd name="T3" fmla="*/ 342 h 342"/>
                <a:gd name="T4" fmla="*/ 0 w 340"/>
                <a:gd name="T5" fmla="*/ 0 h 342"/>
                <a:gd name="T6" fmla="*/ 340 w 340"/>
                <a:gd name="T7" fmla="*/ 0 h 342"/>
                <a:gd name="T8" fmla="*/ 340 w 340"/>
                <a:gd name="T9" fmla="*/ 342 h 342"/>
                <a:gd name="T10" fmla="*/ 10 w 340"/>
                <a:gd name="T11" fmla="*/ 332 h 342"/>
                <a:gd name="T12" fmla="*/ 331 w 340"/>
                <a:gd name="T13" fmla="*/ 332 h 342"/>
                <a:gd name="T14" fmla="*/ 331 w 340"/>
                <a:gd name="T15" fmla="*/ 9 h 342"/>
                <a:gd name="T16" fmla="*/ 10 w 340"/>
                <a:gd name="T17" fmla="*/ 9 h 342"/>
                <a:gd name="T18" fmla="*/ 10 w 340"/>
                <a:gd name="T19" fmla="*/ 33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2">
                  <a:moveTo>
                    <a:pt x="340" y="342"/>
                  </a:moveTo>
                  <a:lnTo>
                    <a:pt x="0" y="342"/>
                  </a:lnTo>
                  <a:lnTo>
                    <a:pt x="0" y="0"/>
                  </a:lnTo>
                  <a:lnTo>
                    <a:pt x="340" y="0"/>
                  </a:lnTo>
                  <a:lnTo>
                    <a:pt x="340" y="342"/>
                  </a:lnTo>
                  <a:close/>
                  <a:moveTo>
                    <a:pt x="10" y="332"/>
                  </a:moveTo>
                  <a:lnTo>
                    <a:pt x="331" y="332"/>
                  </a:lnTo>
                  <a:lnTo>
                    <a:pt x="331" y="9"/>
                  </a:lnTo>
                  <a:lnTo>
                    <a:pt x="10" y="9"/>
                  </a:lnTo>
                  <a:lnTo>
                    <a:pt x="10" y="332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89" name="Freeform 78">
              <a:extLst>
                <a:ext uri="{FF2B5EF4-FFF2-40B4-BE49-F238E27FC236}">
                  <a16:creationId xmlns:a16="http://schemas.microsoft.com/office/drawing/2014/main" id="{1C4774B7-63A2-415A-98D8-89B6C0F97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2117"/>
              <a:ext cx="335" cy="264"/>
            </a:xfrm>
            <a:custGeom>
              <a:avLst/>
              <a:gdLst>
                <a:gd name="T0" fmla="*/ 0 w 335"/>
                <a:gd name="T1" fmla="*/ 157 h 264"/>
                <a:gd name="T2" fmla="*/ 45 w 335"/>
                <a:gd name="T3" fmla="*/ 107 h 264"/>
                <a:gd name="T4" fmla="*/ 121 w 335"/>
                <a:gd name="T5" fmla="*/ 169 h 264"/>
                <a:gd name="T6" fmla="*/ 294 w 335"/>
                <a:gd name="T7" fmla="*/ 0 h 264"/>
                <a:gd name="T8" fmla="*/ 335 w 335"/>
                <a:gd name="T9" fmla="*/ 50 h 264"/>
                <a:gd name="T10" fmla="*/ 119 w 335"/>
                <a:gd name="T11" fmla="*/ 264 h 264"/>
                <a:gd name="T12" fmla="*/ 0 w 335"/>
                <a:gd name="T13" fmla="*/ 15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5" h="264">
                  <a:moveTo>
                    <a:pt x="0" y="157"/>
                  </a:moveTo>
                  <a:lnTo>
                    <a:pt x="45" y="107"/>
                  </a:lnTo>
                  <a:lnTo>
                    <a:pt x="121" y="169"/>
                  </a:lnTo>
                  <a:lnTo>
                    <a:pt x="294" y="0"/>
                  </a:lnTo>
                  <a:lnTo>
                    <a:pt x="335" y="50"/>
                  </a:lnTo>
                  <a:lnTo>
                    <a:pt x="119" y="264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0" name="Oval 79">
              <a:extLst>
                <a:ext uri="{FF2B5EF4-FFF2-40B4-BE49-F238E27FC236}">
                  <a16:creationId xmlns:a16="http://schemas.microsoft.com/office/drawing/2014/main" id="{28686FB6-4E98-4911-A53E-6BFA6FD4D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177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1" name="Oval 80">
              <a:extLst>
                <a:ext uri="{FF2B5EF4-FFF2-40B4-BE49-F238E27FC236}">
                  <a16:creationId xmlns:a16="http://schemas.microsoft.com/office/drawing/2014/main" id="{45637004-4F88-42D1-962F-A396DC884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248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2" name="Oval 81">
              <a:extLst>
                <a:ext uri="{FF2B5EF4-FFF2-40B4-BE49-F238E27FC236}">
                  <a16:creationId xmlns:a16="http://schemas.microsoft.com/office/drawing/2014/main" id="{789AAF5B-4603-4BFF-8144-97825A88E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317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3" name="Oval 82">
              <a:extLst>
                <a:ext uri="{FF2B5EF4-FFF2-40B4-BE49-F238E27FC236}">
                  <a16:creationId xmlns:a16="http://schemas.microsoft.com/office/drawing/2014/main" id="{7B28985D-52B2-441C-B09E-F62EF1114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388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4" name="Freeform 83">
              <a:extLst>
                <a:ext uri="{FF2B5EF4-FFF2-40B4-BE49-F238E27FC236}">
                  <a16:creationId xmlns:a16="http://schemas.microsoft.com/office/drawing/2014/main" id="{97805605-B1D5-4752-8D96-D4B44C76BE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6" y="2587"/>
              <a:ext cx="340" cy="340"/>
            </a:xfrm>
            <a:custGeom>
              <a:avLst/>
              <a:gdLst>
                <a:gd name="T0" fmla="*/ 340 w 340"/>
                <a:gd name="T1" fmla="*/ 340 h 340"/>
                <a:gd name="T2" fmla="*/ 0 w 340"/>
                <a:gd name="T3" fmla="*/ 340 h 340"/>
                <a:gd name="T4" fmla="*/ 0 w 340"/>
                <a:gd name="T5" fmla="*/ 0 h 340"/>
                <a:gd name="T6" fmla="*/ 340 w 340"/>
                <a:gd name="T7" fmla="*/ 0 h 340"/>
                <a:gd name="T8" fmla="*/ 340 w 340"/>
                <a:gd name="T9" fmla="*/ 340 h 340"/>
                <a:gd name="T10" fmla="*/ 10 w 340"/>
                <a:gd name="T11" fmla="*/ 331 h 340"/>
                <a:gd name="T12" fmla="*/ 331 w 340"/>
                <a:gd name="T13" fmla="*/ 331 h 340"/>
                <a:gd name="T14" fmla="*/ 331 w 340"/>
                <a:gd name="T15" fmla="*/ 10 h 340"/>
                <a:gd name="T16" fmla="*/ 10 w 340"/>
                <a:gd name="T17" fmla="*/ 10 h 340"/>
                <a:gd name="T18" fmla="*/ 10 w 340"/>
                <a:gd name="T19" fmla="*/ 33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0">
                  <a:moveTo>
                    <a:pt x="340" y="340"/>
                  </a:moveTo>
                  <a:lnTo>
                    <a:pt x="0" y="340"/>
                  </a:lnTo>
                  <a:lnTo>
                    <a:pt x="0" y="0"/>
                  </a:lnTo>
                  <a:lnTo>
                    <a:pt x="340" y="0"/>
                  </a:lnTo>
                  <a:lnTo>
                    <a:pt x="340" y="340"/>
                  </a:lnTo>
                  <a:close/>
                  <a:moveTo>
                    <a:pt x="10" y="331"/>
                  </a:moveTo>
                  <a:lnTo>
                    <a:pt x="331" y="331"/>
                  </a:lnTo>
                  <a:lnTo>
                    <a:pt x="331" y="10"/>
                  </a:lnTo>
                  <a:lnTo>
                    <a:pt x="10" y="10"/>
                  </a:lnTo>
                  <a:lnTo>
                    <a:pt x="10" y="33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5" name="Freeform 84">
              <a:extLst>
                <a:ext uri="{FF2B5EF4-FFF2-40B4-BE49-F238E27FC236}">
                  <a16:creationId xmlns:a16="http://schemas.microsoft.com/office/drawing/2014/main" id="{D569E50D-8EA2-486C-98FD-48A9ED3D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2609"/>
              <a:ext cx="335" cy="261"/>
            </a:xfrm>
            <a:custGeom>
              <a:avLst/>
              <a:gdLst>
                <a:gd name="T0" fmla="*/ 0 w 335"/>
                <a:gd name="T1" fmla="*/ 154 h 261"/>
                <a:gd name="T2" fmla="*/ 45 w 335"/>
                <a:gd name="T3" fmla="*/ 107 h 261"/>
                <a:gd name="T4" fmla="*/ 121 w 335"/>
                <a:gd name="T5" fmla="*/ 166 h 261"/>
                <a:gd name="T6" fmla="*/ 294 w 335"/>
                <a:gd name="T7" fmla="*/ 0 h 261"/>
                <a:gd name="T8" fmla="*/ 335 w 335"/>
                <a:gd name="T9" fmla="*/ 47 h 261"/>
                <a:gd name="T10" fmla="*/ 119 w 335"/>
                <a:gd name="T11" fmla="*/ 261 h 261"/>
                <a:gd name="T12" fmla="*/ 0 w 335"/>
                <a:gd name="T13" fmla="*/ 154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5" h="261">
                  <a:moveTo>
                    <a:pt x="0" y="154"/>
                  </a:moveTo>
                  <a:lnTo>
                    <a:pt x="45" y="107"/>
                  </a:lnTo>
                  <a:lnTo>
                    <a:pt x="121" y="166"/>
                  </a:lnTo>
                  <a:lnTo>
                    <a:pt x="294" y="0"/>
                  </a:lnTo>
                  <a:lnTo>
                    <a:pt x="335" y="47"/>
                  </a:lnTo>
                  <a:lnTo>
                    <a:pt x="119" y="261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6" name="Oval 85">
              <a:extLst>
                <a:ext uri="{FF2B5EF4-FFF2-40B4-BE49-F238E27FC236}">
                  <a16:creationId xmlns:a16="http://schemas.microsoft.com/office/drawing/2014/main" id="{18666AEE-161C-48DE-A45C-FF18933C7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666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7" name="Oval 86">
              <a:extLst>
                <a:ext uri="{FF2B5EF4-FFF2-40B4-BE49-F238E27FC236}">
                  <a16:creationId xmlns:a16="http://schemas.microsoft.com/office/drawing/2014/main" id="{E1A5749C-1189-416A-A7AF-91056FBF2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737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8" name="Oval 87">
              <a:extLst>
                <a:ext uri="{FF2B5EF4-FFF2-40B4-BE49-F238E27FC236}">
                  <a16:creationId xmlns:a16="http://schemas.microsoft.com/office/drawing/2014/main" id="{F2200C72-2BEF-405F-BCE9-2E410B52E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808"/>
              <a:ext cx="1059" cy="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99" name="Oval 88">
              <a:extLst>
                <a:ext uri="{FF2B5EF4-FFF2-40B4-BE49-F238E27FC236}">
                  <a16:creationId xmlns:a16="http://schemas.microsoft.com/office/drawing/2014/main" id="{BB9E6432-DAE3-4313-97B9-80A6F5BDF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2880"/>
              <a:ext cx="1059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0" name="Freeform 89">
              <a:extLst>
                <a:ext uri="{FF2B5EF4-FFF2-40B4-BE49-F238E27FC236}">
                  <a16:creationId xmlns:a16="http://schemas.microsoft.com/office/drawing/2014/main" id="{84C77379-35A4-4803-80CF-17CE4F9A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946"/>
              <a:ext cx="224" cy="458"/>
            </a:xfrm>
            <a:custGeom>
              <a:avLst/>
              <a:gdLst>
                <a:gd name="T0" fmla="*/ 224 w 224"/>
                <a:gd name="T1" fmla="*/ 0 h 458"/>
                <a:gd name="T2" fmla="*/ 0 w 224"/>
                <a:gd name="T3" fmla="*/ 458 h 458"/>
                <a:gd name="T4" fmla="*/ 159 w 224"/>
                <a:gd name="T5" fmla="*/ 458 h 458"/>
                <a:gd name="T6" fmla="*/ 224 w 224"/>
                <a:gd name="T7" fmla="*/ 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458">
                  <a:moveTo>
                    <a:pt x="224" y="0"/>
                  </a:moveTo>
                  <a:lnTo>
                    <a:pt x="0" y="458"/>
                  </a:lnTo>
                  <a:lnTo>
                    <a:pt x="159" y="458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1" name="Freeform 90">
              <a:extLst>
                <a:ext uri="{FF2B5EF4-FFF2-40B4-BE49-F238E27FC236}">
                  <a16:creationId xmlns:a16="http://schemas.microsoft.com/office/drawing/2014/main" id="{51C68CA7-F04A-4941-A411-274240CFA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48"/>
              <a:ext cx="428" cy="459"/>
            </a:xfrm>
            <a:custGeom>
              <a:avLst/>
              <a:gdLst>
                <a:gd name="T0" fmla="*/ 0 w 428"/>
                <a:gd name="T1" fmla="*/ 459 h 459"/>
                <a:gd name="T2" fmla="*/ 65 w 428"/>
                <a:gd name="T3" fmla="*/ 0 h 459"/>
                <a:gd name="T4" fmla="*/ 428 w 428"/>
                <a:gd name="T5" fmla="*/ 112 h 459"/>
                <a:gd name="T6" fmla="*/ 0 w 428"/>
                <a:gd name="T7" fmla="*/ 45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8" h="459">
                  <a:moveTo>
                    <a:pt x="0" y="459"/>
                  </a:moveTo>
                  <a:lnTo>
                    <a:pt x="65" y="0"/>
                  </a:lnTo>
                  <a:lnTo>
                    <a:pt x="428" y="112"/>
                  </a:lnTo>
                  <a:lnTo>
                    <a:pt x="0" y="459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2" name="Freeform 91">
              <a:extLst>
                <a:ext uri="{FF2B5EF4-FFF2-40B4-BE49-F238E27FC236}">
                  <a16:creationId xmlns:a16="http://schemas.microsoft.com/office/drawing/2014/main" id="{EF45EC41-B5EB-4A0A-A268-E61E4C2BE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44"/>
              <a:ext cx="433" cy="463"/>
            </a:xfrm>
            <a:custGeom>
              <a:avLst/>
              <a:gdLst>
                <a:gd name="T0" fmla="*/ 0 w 182"/>
                <a:gd name="T1" fmla="*/ 195 h 195"/>
                <a:gd name="T2" fmla="*/ 51 w 182"/>
                <a:gd name="T3" fmla="*/ 153 h 195"/>
                <a:gd name="T4" fmla="*/ 179 w 182"/>
                <a:gd name="T5" fmla="*/ 48 h 195"/>
                <a:gd name="T6" fmla="*/ 179 w 182"/>
                <a:gd name="T7" fmla="*/ 50 h 195"/>
                <a:gd name="T8" fmla="*/ 120 w 182"/>
                <a:gd name="T9" fmla="*/ 32 h 195"/>
                <a:gd name="T10" fmla="*/ 26 w 182"/>
                <a:gd name="T11" fmla="*/ 3 h 195"/>
                <a:gd name="T12" fmla="*/ 28 w 182"/>
                <a:gd name="T13" fmla="*/ 2 h 195"/>
                <a:gd name="T14" fmla="*/ 8 w 182"/>
                <a:gd name="T15" fmla="*/ 140 h 195"/>
                <a:gd name="T16" fmla="*/ 0 w 182"/>
                <a:gd name="T17" fmla="*/ 195 h 195"/>
                <a:gd name="T18" fmla="*/ 0 w 182"/>
                <a:gd name="T19" fmla="*/ 194 h 195"/>
                <a:gd name="T20" fmla="*/ 0 w 182"/>
                <a:gd name="T21" fmla="*/ 191 h 195"/>
                <a:gd name="T22" fmla="*/ 2 w 182"/>
                <a:gd name="T23" fmla="*/ 181 h 195"/>
                <a:gd name="T24" fmla="*/ 7 w 182"/>
                <a:gd name="T25" fmla="*/ 141 h 195"/>
                <a:gd name="T26" fmla="*/ 26 w 182"/>
                <a:gd name="T27" fmla="*/ 2 h 195"/>
                <a:gd name="T28" fmla="*/ 26 w 182"/>
                <a:gd name="T29" fmla="*/ 0 h 195"/>
                <a:gd name="T30" fmla="*/ 27 w 182"/>
                <a:gd name="T31" fmla="*/ 1 h 195"/>
                <a:gd name="T32" fmla="*/ 121 w 182"/>
                <a:gd name="T33" fmla="*/ 30 h 195"/>
                <a:gd name="T34" fmla="*/ 180 w 182"/>
                <a:gd name="T35" fmla="*/ 48 h 195"/>
                <a:gd name="T36" fmla="*/ 182 w 182"/>
                <a:gd name="T37" fmla="*/ 49 h 195"/>
                <a:gd name="T38" fmla="*/ 180 w 182"/>
                <a:gd name="T39" fmla="*/ 50 h 195"/>
                <a:gd name="T40" fmla="*/ 51 w 182"/>
                <a:gd name="T41" fmla="*/ 154 h 195"/>
                <a:gd name="T42" fmla="*/ 13 w 182"/>
                <a:gd name="T43" fmla="*/ 184 h 195"/>
                <a:gd name="T44" fmla="*/ 3 w 182"/>
                <a:gd name="T45" fmla="*/ 192 h 195"/>
                <a:gd name="T46" fmla="*/ 1 w 182"/>
                <a:gd name="T47" fmla="*/ 194 h 195"/>
                <a:gd name="T48" fmla="*/ 0 w 182"/>
                <a:gd name="T4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2" h="195">
                  <a:moveTo>
                    <a:pt x="0" y="195"/>
                  </a:moveTo>
                  <a:cubicBezTo>
                    <a:pt x="4" y="192"/>
                    <a:pt x="20" y="178"/>
                    <a:pt x="51" y="153"/>
                  </a:cubicBezTo>
                  <a:cubicBezTo>
                    <a:pt x="83" y="126"/>
                    <a:pt x="128" y="90"/>
                    <a:pt x="179" y="48"/>
                  </a:cubicBezTo>
                  <a:cubicBezTo>
                    <a:pt x="179" y="50"/>
                    <a:pt x="179" y="50"/>
                    <a:pt x="179" y="50"/>
                  </a:cubicBezTo>
                  <a:cubicBezTo>
                    <a:pt x="160" y="44"/>
                    <a:pt x="141" y="38"/>
                    <a:pt x="120" y="32"/>
                  </a:cubicBezTo>
                  <a:cubicBezTo>
                    <a:pt x="87" y="22"/>
                    <a:pt x="55" y="12"/>
                    <a:pt x="26" y="3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0" y="58"/>
                    <a:pt x="13" y="106"/>
                    <a:pt x="8" y="140"/>
                  </a:cubicBezTo>
                  <a:cubicBezTo>
                    <a:pt x="3" y="173"/>
                    <a:pt x="1" y="191"/>
                    <a:pt x="0" y="195"/>
                  </a:cubicBezTo>
                  <a:cubicBezTo>
                    <a:pt x="0" y="195"/>
                    <a:pt x="0" y="195"/>
                    <a:pt x="0" y="194"/>
                  </a:cubicBezTo>
                  <a:cubicBezTo>
                    <a:pt x="0" y="193"/>
                    <a:pt x="0" y="193"/>
                    <a:pt x="0" y="191"/>
                  </a:cubicBezTo>
                  <a:cubicBezTo>
                    <a:pt x="1" y="189"/>
                    <a:pt x="1" y="185"/>
                    <a:pt x="2" y="181"/>
                  </a:cubicBezTo>
                  <a:cubicBezTo>
                    <a:pt x="3" y="172"/>
                    <a:pt x="5" y="158"/>
                    <a:pt x="7" y="141"/>
                  </a:cubicBezTo>
                  <a:cubicBezTo>
                    <a:pt x="12" y="107"/>
                    <a:pt x="18" y="58"/>
                    <a:pt x="26" y="2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56" y="10"/>
                    <a:pt x="88" y="20"/>
                    <a:pt x="121" y="30"/>
                  </a:cubicBezTo>
                  <a:cubicBezTo>
                    <a:pt x="141" y="36"/>
                    <a:pt x="161" y="42"/>
                    <a:pt x="180" y="48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29" y="91"/>
                    <a:pt x="84" y="128"/>
                    <a:pt x="51" y="154"/>
                  </a:cubicBezTo>
                  <a:cubicBezTo>
                    <a:pt x="35" y="167"/>
                    <a:pt x="22" y="177"/>
                    <a:pt x="13" y="184"/>
                  </a:cubicBezTo>
                  <a:cubicBezTo>
                    <a:pt x="9" y="188"/>
                    <a:pt x="6" y="190"/>
                    <a:pt x="3" y="192"/>
                  </a:cubicBezTo>
                  <a:cubicBezTo>
                    <a:pt x="2" y="193"/>
                    <a:pt x="1" y="194"/>
                    <a:pt x="1" y="194"/>
                  </a:cubicBezTo>
                  <a:cubicBezTo>
                    <a:pt x="0" y="195"/>
                    <a:pt x="0" y="195"/>
                    <a:pt x="0" y="1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3" name="Freeform 92">
              <a:extLst>
                <a:ext uri="{FF2B5EF4-FFF2-40B4-BE49-F238E27FC236}">
                  <a16:creationId xmlns:a16="http://schemas.microsoft.com/office/drawing/2014/main" id="{E5712D7F-9D49-4E64-BA9E-7A11A61D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72"/>
              <a:ext cx="57" cy="152"/>
            </a:xfrm>
            <a:custGeom>
              <a:avLst/>
              <a:gdLst>
                <a:gd name="T0" fmla="*/ 57 w 57"/>
                <a:gd name="T1" fmla="*/ 0 h 152"/>
                <a:gd name="T2" fmla="*/ 27 w 57"/>
                <a:gd name="T3" fmla="*/ 0 h 152"/>
                <a:gd name="T4" fmla="*/ 0 w 57"/>
                <a:gd name="T5" fmla="*/ 152 h 152"/>
                <a:gd name="T6" fmla="*/ 31 w 57"/>
                <a:gd name="T7" fmla="*/ 152 h 152"/>
                <a:gd name="T8" fmla="*/ 57 w 57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52">
                  <a:moveTo>
                    <a:pt x="57" y="0"/>
                  </a:moveTo>
                  <a:lnTo>
                    <a:pt x="27" y="0"/>
                  </a:lnTo>
                  <a:lnTo>
                    <a:pt x="0" y="152"/>
                  </a:lnTo>
                  <a:lnTo>
                    <a:pt x="31" y="152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4" name="Freeform 93">
              <a:extLst>
                <a:ext uri="{FF2B5EF4-FFF2-40B4-BE49-F238E27FC236}">
                  <a16:creationId xmlns:a16="http://schemas.microsoft.com/office/drawing/2014/main" id="{E7B11BDA-D35E-4F52-9AC6-11571CAD2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72"/>
              <a:ext cx="57" cy="152"/>
            </a:xfrm>
            <a:custGeom>
              <a:avLst/>
              <a:gdLst>
                <a:gd name="T0" fmla="*/ 57 w 57"/>
                <a:gd name="T1" fmla="*/ 0 h 152"/>
                <a:gd name="T2" fmla="*/ 27 w 57"/>
                <a:gd name="T3" fmla="*/ 0 h 152"/>
                <a:gd name="T4" fmla="*/ 0 w 57"/>
                <a:gd name="T5" fmla="*/ 152 h 152"/>
                <a:gd name="T6" fmla="*/ 31 w 57"/>
                <a:gd name="T7" fmla="*/ 152 h 152"/>
                <a:gd name="T8" fmla="*/ 57 w 57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52">
                  <a:moveTo>
                    <a:pt x="57" y="0"/>
                  </a:moveTo>
                  <a:lnTo>
                    <a:pt x="27" y="0"/>
                  </a:lnTo>
                  <a:lnTo>
                    <a:pt x="0" y="152"/>
                  </a:lnTo>
                  <a:lnTo>
                    <a:pt x="31" y="152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5" name="Freeform 94">
              <a:extLst>
                <a:ext uri="{FF2B5EF4-FFF2-40B4-BE49-F238E27FC236}">
                  <a16:creationId xmlns:a16="http://schemas.microsoft.com/office/drawing/2014/main" id="{C61A75D2-E4EC-442D-85DD-AF92B971B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1362"/>
              <a:ext cx="247" cy="527"/>
            </a:xfrm>
            <a:custGeom>
              <a:avLst/>
              <a:gdLst>
                <a:gd name="T0" fmla="*/ 30 w 104"/>
                <a:gd name="T1" fmla="*/ 220 h 222"/>
                <a:gd name="T2" fmla="*/ 69 w 104"/>
                <a:gd name="T3" fmla="*/ 186 h 222"/>
                <a:gd name="T4" fmla="*/ 70 w 104"/>
                <a:gd name="T5" fmla="*/ 146 h 222"/>
                <a:gd name="T6" fmla="*/ 102 w 104"/>
                <a:gd name="T7" fmla="*/ 114 h 222"/>
                <a:gd name="T8" fmla="*/ 103 w 104"/>
                <a:gd name="T9" fmla="*/ 17 h 222"/>
                <a:gd name="T10" fmla="*/ 0 w 104"/>
                <a:gd name="T11" fmla="*/ 24 h 222"/>
                <a:gd name="T12" fmla="*/ 2 w 104"/>
                <a:gd name="T13" fmla="*/ 127 h 222"/>
                <a:gd name="T14" fmla="*/ 2 w 104"/>
                <a:gd name="T15" fmla="*/ 183 h 222"/>
                <a:gd name="T16" fmla="*/ 30 w 104"/>
                <a:gd name="T17" fmla="*/ 22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222">
                  <a:moveTo>
                    <a:pt x="30" y="220"/>
                  </a:moveTo>
                  <a:cubicBezTo>
                    <a:pt x="51" y="222"/>
                    <a:pt x="68" y="206"/>
                    <a:pt x="69" y="186"/>
                  </a:cubicBezTo>
                  <a:cubicBezTo>
                    <a:pt x="70" y="166"/>
                    <a:pt x="70" y="146"/>
                    <a:pt x="70" y="146"/>
                  </a:cubicBezTo>
                  <a:cubicBezTo>
                    <a:pt x="70" y="146"/>
                    <a:pt x="100" y="144"/>
                    <a:pt x="102" y="114"/>
                  </a:cubicBezTo>
                  <a:cubicBezTo>
                    <a:pt x="104" y="85"/>
                    <a:pt x="103" y="17"/>
                    <a:pt x="103" y="17"/>
                  </a:cubicBezTo>
                  <a:cubicBezTo>
                    <a:pt x="70" y="0"/>
                    <a:pt x="31" y="3"/>
                    <a:pt x="0" y="24"/>
                  </a:cubicBezTo>
                  <a:cubicBezTo>
                    <a:pt x="2" y="127"/>
                    <a:pt x="2" y="127"/>
                    <a:pt x="2" y="127"/>
                  </a:cubicBezTo>
                  <a:cubicBezTo>
                    <a:pt x="2" y="183"/>
                    <a:pt x="2" y="183"/>
                    <a:pt x="2" y="183"/>
                  </a:cubicBezTo>
                  <a:cubicBezTo>
                    <a:pt x="2" y="201"/>
                    <a:pt x="12" y="219"/>
                    <a:pt x="30" y="220"/>
                  </a:cubicBezTo>
                </a:path>
              </a:pathLst>
            </a:custGeom>
            <a:solidFill>
              <a:srgbClr val="FFB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6" name="Freeform 95">
              <a:extLst>
                <a:ext uri="{FF2B5EF4-FFF2-40B4-BE49-F238E27FC236}">
                  <a16:creationId xmlns:a16="http://schemas.microsoft.com/office/drawing/2014/main" id="{7F0D0D16-AA3C-425A-8689-D45C63F86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312"/>
              <a:ext cx="344" cy="420"/>
            </a:xfrm>
            <a:custGeom>
              <a:avLst/>
              <a:gdLst>
                <a:gd name="T0" fmla="*/ 89 w 145"/>
                <a:gd name="T1" fmla="*/ 99 h 177"/>
                <a:gd name="T2" fmla="*/ 69 w 145"/>
                <a:gd name="T3" fmla="*/ 95 h 177"/>
                <a:gd name="T4" fmla="*/ 63 w 145"/>
                <a:gd name="T5" fmla="*/ 116 h 177"/>
                <a:gd name="T6" fmla="*/ 78 w 145"/>
                <a:gd name="T7" fmla="*/ 127 h 177"/>
                <a:gd name="T8" fmla="*/ 86 w 145"/>
                <a:gd name="T9" fmla="*/ 139 h 177"/>
                <a:gd name="T10" fmla="*/ 76 w 145"/>
                <a:gd name="T11" fmla="*/ 160 h 177"/>
                <a:gd name="T12" fmla="*/ 42 w 145"/>
                <a:gd name="T13" fmla="*/ 176 h 177"/>
                <a:gd name="T14" fmla="*/ 8 w 145"/>
                <a:gd name="T15" fmla="*/ 165 h 177"/>
                <a:gd name="T16" fmla="*/ 2 w 145"/>
                <a:gd name="T17" fmla="*/ 138 h 177"/>
                <a:gd name="T18" fmla="*/ 1 w 145"/>
                <a:gd name="T19" fmla="*/ 73 h 177"/>
                <a:gd name="T20" fmla="*/ 2 w 145"/>
                <a:gd name="T21" fmla="*/ 50 h 177"/>
                <a:gd name="T22" fmla="*/ 15 w 145"/>
                <a:gd name="T23" fmla="*/ 31 h 177"/>
                <a:gd name="T24" fmla="*/ 39 w 145"/>
                <a:gd name="T25" fmla="*/ 23 h 177"/>
                <a:gd name="T26" fmla="*/ 67 w 145"/>
                <a:gd name="T27" fmla="*/ 8 h 177"/>
                <a:gd name="T28" fmla="*/ 98 w 145"/>
                <a:gd name="T29" fmla="*/ 5 h 177"/>
                <a:gd name="T30" fmla="*/ 116 w 145"/>
                <a:gd name="T31" fmla="*/ 19 h 177"/>
                <a:gd name="T32" fmla="*/ 143 w 145"/>
                <a:gd name="T33" fmla="*/ 37 h 177"/>
                <a:gd name="T34" fmla="*/ 143 w 145"/>
                <a:gd name="T35" fmla="*/ 52 h 177"/>
                <a:gd name="T36" fmla="*/ 96 w 145"/>
                <a:gd name="T37" fmla="*/ 71 h 177"/>
                <a:gd name="T38" fmla="*/ 95 w 145"/>
                <a:gd name="T39" fmla="*/ 91 h 177"/>
                <a:gd name="T40" fmla="*/ 89 w 145"/>
                <a:gd name="T41" fmla="*/ 9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" h="177">
                  <a:moveTo>
                    <a:pt x="89" y="99"/>
                  </a:moveTo>
                  <a:cubicBezTo>
                    <a:pt x="84" y="93"/>
                    <a:pt x="76" y="91"/>
                    <a:pt x="69" y="95"/>
                  </a:cubicBezTo>
                  <a:cubicBezTo>
                    <a:pt x="62" y="99"/>
                    <a:pt x="60" y="109"/>
                    <a:pt x="63" y="116"/>
                  </a:cubicBezTo>
                  <a:cubicBezTo>
                    <a:pt x="66" y="121"/>
                    <a:pt x="72" y="126"/>
                    <a:pt x="78" y="127"/>
                  </a:cubicBezTo>
                  <a:cubicBezTo>
                    <a:pt x="83" y="128"/>
                    <a:pt x="87" y="134"/>
                    <a:pt x="86" y="139"/>
                  </a:cubicBezTo>
                  <a:cubicBezTo>
                    <a:pt x="86" y="147"/>
                    <a:pt x="82" y="154"/>
                    <a:pt x="76" y="160"/>
                  </a:cubicBezTo>
                  <a:cubicBezTo>
                    <a:pt x="68" y="169"/>
                    <a:pt x="55" y="174"/>
                    <a:pt x="42" y="176"/>
                  </a:cubicBezTo>
                  <a:cubicBezTo>
                    <a:pt x="30" y="177"/>
                    <a:pt x="15" y="175"/>
                    <a:pt x="8" y="165"/>
                  </a:cubicBezTo>
                  <a:cubicBezTo>
                    <a:pt x="3" y="157"/>
                    <a:pt x="2" y="147"/>
                    <a:pt x="2" y="138"/>
                  </a:cubicBezTo>
                  <a:cubicBezTo>
                    <a:pt x="2" y="116"/>
                    <a:pt x="1" y="95"/>
                    <a:pt x="1" y="73"/>
                  </a:cubicBezTo>
                  <a:cubicBezTo>
                    <a:pt x="1" y="65"/>
                    <a:pt x="0" y="57"/>
                    <a:pt x="2" y="50"/>
                  </a:cubicBezTo>
                  <a:cubicBezTo>
                    <a:pt x="4" y="42"/>
                    <a:pt x="8" y="35"/>
                    <a:pt x="15" y="31"/>
                  </a:cubicBezTo>
                  <a:cubicBezTo>
                    <a:pt x="22" y="26"/>
                    <a:pt x="31" y="25"/>
                    <a:pt x="39" y="23"/>
                  </a:cubicBezTo>
                  <a:cubicBezTo>
                    <a:pt x="49" y="20"/>
                    <a:pt x="58" y="13"/>
                    <a:pt x="67" y="8"/>
                  </a:cubicBezTo>
                  <a:cubicBezTo>
                    <a:pt x="77" y="3"/>
                    <a:pt x="88" y="0"/>
                    <a:pt x="98" y="5"/>
                  </a:cubicBezTo>
                  <a:cubicBezTo>
                    <a:pt x="105" y="8"/>
                    <a:pt x="109" y="15"/>
                    <a:pt x="116" y="19"/>
                  </a:cubicBezTo>
                  <a:cubicBezTo>
                    <a:pt x="126" y="24"/>
                    <a:pt x="139" y="23"/>
                    <a:pt x="143" y="37"/>
                  </a:cubicBezTo>
                  <a:cubicBezTo>
                    <a:pt x="145" y="42"/>
                    <a:pt x="145" y="47"/>
                    <a:pt x="143" y="52"/>
                  </a:cubicBezTo>
                  <a:cubicBezTo>
                    <a:pt x="137" y="71"/>
                    <a:pt x="113" y="79"/>
                    <a:pt x="96" y="71"/>
                  </a:cubicBezTo>
                  <a:cubicBezTo>
                    <a:pt x="96" y="74"/>
                    <a:pt x="99" y="81"/>
                    <a:pt x="95" y="91"/>
                  </a:cubicBezTo>
                  <a:cubicBezTo>
                    <a:pt x="94" y="94"/>
                    <a:pt x="94" y="99"/>
                    <a:pt x="89" y="99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7" name="Freeform 96">
              <a:extLst>
                <a:ext uri="{FF2B5EF4-FFF2-40B4-BE49-F238E27FC236}">
                  <a16:creationId xmlns:a16="http://schemas.microsoft.com/office/drawing/2014/main" id="{9523E336-6FAC-4D9F-A6A0-3AA55D195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1250"/>
              <a:ext cx="147" cy="167"/>
            </a:xfrm>
            <a:custGeom>
              <a:avLst/>
              <a:gdLst>
                <a:gd name="T0" fmla="*/ 52 w 62"/>
                <a:gd name="T1" fmla="*/ 65 h 70"/>
                <a:gd name="T2" fmla="*/ 61 w 62"/>
                <a:gd name="T3" fmla="*/ 35 h 70"/>
                <a:gd name="T4" fmla="*/ 52 w 62"/>
                <a:gd name="T5" fmla="*/ 7 h 70"/>
                <a:gd name="T6" fmla="*/ 33 w 62"/>
                <a:gd name="T7" fmla="*/ 0 h 70"/>
                <a:gd name="T8" fmla="*/ 3 w 62"/>
                <a:gd name="T9" fmla="*/ 23 h 70"/>
                <a:gd name="T10" fmla="*/ 15 w 62"/>
                <a:gd name="T11" fmla="*/ 60 h 70"/>
                <a:gd name="T12" fmla="*/ 53 w 62"/>
                <a:gd name="T13" fmla="*/ 6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70">
                  <a:moveTo>
                    <a:pt x="52" y="65"/>
                  </a:moveTo>
                  <a:cubicBezTo>
                    <a:pt x="56" y="55"/>
                    <a:pt x="60" y="46"/>
                    <a:pt x="61" y="35"/>
                  </a:cubicBezTo>
                  <a:cubicBezTo>
                    <a:pt x="62" y="25"/>
                    <a:pt x="60" y="14"/>
                    <a:pt x="52" y="7"/>
                  </a:cubicBezTo>
                  <a:cubicBezTo>
                    <a:pt x="47" y="2"/>
                    <a:pt x="40" y="0"/>
                    <a:pt x="33" y="0"/>
                  </a:cubicBezTo>
                  <a:cubicBezTo>
                    <a:pt x="19" y="0"/>
                    <a:pt x="7" y="10"/>
                    <a:pt x="3" y="23"/>
                  </a:cubicBezTo>
                  <a:cubicBezTo>
                    <a:pt x="0" y="36"/>
                    <a:pt x="5" y="51"/>
                    <a:pt x="15" y="60"/>
                  </a:cubicBezTo>
                  <a:cubicBezTo>
                    <a:pt x="26" y="68"/>
                    <a:pt x="41" y="70"/>
                    <a:pt x="53" y="6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8" name="Freeform 97">
              <a:extLst>
                <a:ext uri="{FF2B5EF4-FFF2-40B4-BE49-F238E27FC236}">
                  <a16:creationId xmlns:a16="http://schemas.microsoft.com/office/drawing/2014/main" id="{B6EE9541-8AAF-47CD-9885-8C2838ACA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379"/>
              <a:ext cx="33" cy="33"/>
            </a:xfrm>
            <a:custGeom>
              <a:avLst/>
              <a:gdLst>
                <a:gd name="T0" fmla="*/ 14 w 14"/>
                <a:gd name="T1" fmla="*/ 0 h 14"/>
                <a:gd name="T2" fmla="*/ 9 w 14"/>
                <a:gd name="T3" fmla="*/ 10 h 14"/>
                <a:gd name="T4" fmla="*/ 0 w 14"/>
                <a:gd name="T5" fmla="*/ 14 h 14"/>
                <a:gd name="T6" fmla="*/ 8 w 14"/>
                <a:gd name="T7" fmla="*/ 8 h 14"/>
                <a:gd name="T8" fmla="*/ 14 w 14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0"/>
                  </a:moveTo>
                  <a:cubicBezTo>
                    <a:pt x="14" y="0"/>
                    <a:pt x="14" y="5"/>
                    <a:pt x="9" y="10"/>
                  </a:cubicBezTo>
                  <a:cubicBezTo>
                    <a:pt x="5" y="14"/>
                    <a:pt x="0" y="14"/>
                    <a:pt x="0" y="14"/>
                  </a:cubicBezTo>
                  <a:cubicBezTo>
                    <a:pt x="0" y="13"/>
                    <a:pt x="4" y="12"/>
                    <a:pt x="8" y="8"/>
                  </a:cubicBezTo>
                  <a:cubicBezTo>
                    <a:pt x="12" y="4"/>
                    <a:pt x="13" y="0"/>
                    <a:pt x="14" y="0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09" name="Freeform 98">
              <a:extLst>
                <a:ext uri="{FF2B5EF4-FFF2-40B4-BE49-F238E27FC236}">
                  <a16:creationId xmlns:a16="http://schemas.microsoft.com/office/drawing/2014/main" id="{B5271F5F-163A-457A-8E3B-1D7636290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" y="1333"/>
              <a:ext cx="81" cy="84"/>
            </a:xfrm>
            <a:custGeom>
              <a:avLst/>
              <a:gdLst>
                <a:gd name="T0" fmla="*/ 34 w 34"/>
                <a:gd name="T1" fmla="*/ 26 h 35"/>
                <a:gd name="T2" fmla="*/ 26 w 34"/>
                <a:gd name="T3" fmla="*/ 32 h 35"/>
                <a:gd name="T4" fmla="*/ 16 w 34"/>
                <a:gd name="T5" fmla="*/ 35 h 35"/>
                <a:gd name="T6" fmla="*/ 3 w 34"/>
                <a:gd name="T7" fmla="*/ 30 h 35"/>
                <a:gd name="T8" fmla="*/ 1 w 34"/>
                <a:gd name="T9" fmla="*/ 16 h 35"/>
                <a:gd name="T10" fmla="*/ 6 w 34"/>
                <a:gd name="T11" fmla="*/ 7 h 35"/>
                <a:gd name="T12" fmla="*/ 13 w 34"/>
                <a:gd name="T13" fmla="*/ 0 h 35"/>
                <a:gd name="T14" fmla="*/ 7 w 34"/>
                <a:gd name="T15" fmla="*/ 8 h 35"/>
                <a:gd name="T16" fmla="*/ 3 w 34"/>
                <a:gd name="T17" fmla="*/ 17 h 35"/>
                <a:gd name="T18" fmla="*/ 5 w 34"/>
                <a:gd name="T19" fmla="*/ 28 h 35"/>
                <a:gd name="T20" fmla="*/ 16 w 34"/>
                <a:gd name="T21" fmla="*/ 33 h 35"/>
                <a:gd name="T22" fmla="*/ 25 w 34"/>
                <a:gd name="T23" fmla="*/ 31 h 35"/>
                <a:gd name="T24" fmla="*/ 34 w 34"/>
                <a:gd name="T25" fmla="*/ 2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5">
                  <a:moveTo>
                    <a:pt x="34" y="26"/>
                  </a:moveTo>
                  <a:cubicBezTo>
                    <a:pt x="34" y="27"/>
                    <a:pt x="31" y="29"/>
                    <a:pt x="26" y="32"/>
                  </a:cubicBezTo>
                  <a:cubicBezTo>
                    <a:pt x="23" y="34"/>
                    <a:pt x="20" y="35"/>
                    <a:pt x="16" y="35"/>
                  </a:cubicBezTo>
                  <a:cubicBezTo>
                    <a:pt x="11" y="35"/>
                    <a:pt x="6" y="34"/>
                    <a:pt x="3" y="30"/>
                  </a:cubicBezTo>
                  <a:cubicBezTo>
                    <a:pt x="0" y="26"/>
                    <a:pt x="0" y="20"/>
                    <a:pt x="1" y="16"/>
                  </a:cubicBezTo>
                  <a:cubicBezTo>
                    <a:pt x="2" y="12"/>
                    <a:pt x="4" y="9"/>
                    <a:pt x="6" y="7"/>
                  </a:cubicBezTo>
                  <a:cubicBezTo>
                    <a:pt x="10" y="2"/>
                    <a:pt x="13" y="0"/>
                    <a:pt x="13" y="0"/>
                  </a:cubicBezTo>
                  <a:cubicBezTo>
                    <a:pt x="13" y="0"/>
                    <a:pt x="11" y="3"/>
                    <a:pt x="7" y="8"/>
                  </a:cubicBezTo>
                  <a:cubicBezTo>
                    <a:pt x="6" y="10"/>
                    <a:pt x="4" y="13"/>
                    <a:pt x="3" y="17"/>
                  </a:cubicBezTo>
                  <a:cubicBezTo>
                    <a:pt x="2" y="20"/>
                    <a:pt x="2" y="25"/>
                    <a:pt x="5" y="28"/>
                  </a:cubicBezTo>
                  <a:cubicBezTo>
                    <a:pt x="7" y="32"/>
                    <a:pt x="12" y="33"/>
                    <a:pt x="16" y="33"/>
                  </a:cubicBezTo>
                  <a:cubicBezTo>
                    <a:pt x="19" y="33"/>
                    <a:pt x="23" y="32"/>
                    <a:pt x="25" y="31"/>
                  </a:cubicBezTo>
                  <a:cubicBezTo>
                    <a:pt x="31" y="28"/>
                    <a:pt x="34" y="26"/>
                    <a:pt x="34" y="2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0" name="Freeform 99">
              <a:extLst>
                <a:ext uri="{FF2B5EF4-FFF2-40B4-BE49-F238E27FC236}">
                  <a16:creationId xmlns:a16="http://schemas.microsoft.com/office/drawing/2014/main" id="{896E3C12-07C2-478C-9479-ED7343709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405"/>
              <a:ext cx="116" cy="116"/>
            </a:xfrm>
            <a:custGeom>
              <a:avLst/>
              <a:gdLst>
                <a:gd name="T0" fmla="*/ 0 w 49"/>
                <a:gd name="T1" fmla="*/ 30 h 49"/>
                <a:gd name="T2" fmla="*/ 1 w 49"/>
                <a:gd name="T3" fmla="*/ 33 h 49"/>
                <a:gd name="T4" fmla="*/ 6 w 49"/>
                <a:gd name="T5" fmla="*/ 41 h 49"/>
                <a:gd name="T6" fmla="*/ 17 w 49"/>
                <a:gd name="T7" fmla="*/ 46 h 49"/>
                <a:gd name="T8" fmla="*/ 28 w 49"/>
                <a:gd name="T9" fmla="*/ 35 h 49"/>
                <a:gd name="T10" fmla="*/ 31 w 49"/>
                <a:gd name="T11" fmla="*/ 18 h 49"/>
                <a:gd name="T12" fmla="*/ 37 w 49"/>
                <a:gd name="T13" fmla="*/ 5 h 49"/>
                <a:gd name="T14" fmla="*/ 46 w 49"/>
                <a:gd name="T15" fmla="*/ 0 h 49"/>
                <a:gd name="T16" fmla="*/ 49 w 49"/>
                <a:gd name="T17" fmla="*/ 0 h 49"/>
                <a:gd name="T18" fmla="*/ 46 w 49"/>
                <a:gd name="T19" fmla="*/ 1 h 49"/>
                <a:gd name="T20" fmla="*/ 38 w 49"/>
                <a:gd name="T21" fmla="*/ 6 h 49"/>
                <a:gd name="T22" fmla="*/ 33 w 49"/>
                <a:gd name="T23" fmla="*/ 19 h 49"/>
                <a:gd name="T24" fmla="*/ 30 w 49"/>
                <a:gd name="T25" fmla="*/ 36 h 49"/>
                <a:gd name="T26" fmla="*/ 18 w 49"/>
                <a:gd name="T27" fmla="*/ 48 h 49"/>
                <a:gd name="T28" fmla="*/ 10 w 49"/>
                <a:gd name="T29" fmla="*/ 47 h 49"/>
                <a:gd name="T30" fmla="*/ 5 w 49"/>
                <a:gd name="T31" fmla="*/ 42 h 49"/>
                <a:gd name="T32" fmla="*/ 1 w 49"/>
                <a:gd name="T33" fmla="*/ 33 h 49"/>
                <a:gd name="T34" fmla="*/ 0 w 49"/>
                <a:gd name="T3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9" h="49">
                  <a:moveTo>
                    <a:pt x="0" y="30"/>
                  </a:moveTo>
                  <a:cubicBezTo>
                    <a:pt x="0" y="30"/>
                    <a:pt x="1" y="31"/>
                    <a:pt x="1" y="33"/>
                  </a:cubicBezTo>
                  <a:cubicBezTo>
                    <a:pt x="2" y="35"/>
                    <a:pt x="3" y="38"/>
                    <a:pt x="6" y="41"/>
                  </a:cubicBezTo>
                  <a:cubicBezTo>
                    <a:pt x="8" y="44"/>
                    <a:pt x="12" y="47"/>
                    <a:pt x="17" y="46"/>
                  </a:cubicBezTo>
                  <a:cubicBezTo>
                    <a:pt x="22" y="46"/>
                    <a:pt x="27" y="41"/>
                    <a:pt x="28" y="35"/>
                  </a:cubicBezTo>
                  <a:cubicBezTo>
                    <a:pt x="30" y="30"/>
                    <a:pt x="30" y="24"/>
                    <a:pt x="31" y="18"/>
                  </a:cubicBezTo>
                  <a:cubicBezTo>
                    <a:pt x="32" y="13"/>
                    <a:pt x="34" y="8"/>
                    <a:pt x="37" y="5"/>
                  </a:cubicBezTo>
                  <a:cubicBezTo>
                    <a:pt x="40" y="2"/>
                    <a:pt x="43" y="0"/>
                    <a:pt x="46" y="0"/>
                  </a:cubicBezTo>
                  <a:cubicBezTo>
                    <a:pt x="48" y="0"/>
                    <a:pt x="49" y="0"/>
                    <a:pt x="49" y="0"/>
                  </a:cubicBezTo>
                  <a:cubicBezTo>
                    <a:pt x="49" y="0"/>
                    <a:pt x="48" y="0"/>
                    <a:pt x="46" y="1"/>
                  </a:cubicBezTo>
                  <a:cubicBezTo>
                    <a:pt x="44" y="1"/>
                    <a:pt x="41" y="3"/>
                    <a:pt x="38" y="6"/>
                  </a:cubicBezTo>
                  <a:cubicBezTo>
                    <a:pt x="36" y="9"/>
                    <a:pt x="34" y="13"/>
                    <a:pt x="33" y="19"/>
                  </a:cubicBezTo>
                  <a:cubicBezTo>
                    <a:pt x="32" y="24"/>
                    <a:pt x="32" y="30"/>
                    <a:pt x="30" y="36"/>
                  </a:cubicBezTo>
                  <a:cubicBezTo>
                    <a:pt x="28" y="42"/>
                    <a:pt x="24" y="47"/>
                    <a:pt x="18" y="48"/>
                  </a:cubicBezTo>
                  <a:cubicBezTo>
                    <a:pt x="15" y="49"/>
                    <a:pt x="12" y="48"/>
                    <a:pt x="10" y="47"/>
                  </a:cubicBezTo>
                  <a:cubicBezTo>
                    <a:pt x="7" y="46"/>
                    <a:pt x="6" y="44"/>
                    <a:pt x="5" y="42"/>
                  </a:cubicBezTo>
                  <a:cubicBezTo>
                    <a:pt x="2" y="39"/>
                    <a:pt x="1" y="35"/>
                    <a:pt x="1" y="33"/>
                  </a:cubicBezTo>
                  <a:cubicBezTo>
                    <a:pt x="0" y="31"/>
                    <a:pt x="0" y="30"/>
                    <a:pt x="0" y="3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1" name="Freeform 100">
              <a:extLst>
                <a:ext uri="{FF2B5EF4-FFF2-40B4-BE49-F238E27FC236}">
                  <a16:creationId xmlns:a16="http://schemas.microsoft.com/office/drawing/2014/main" id="{85D6E1BC-E8A6-4984-BB39-7A83F33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" y="2060"/>
              <a:ext cx="185" cy="328"/>
            </a:xfrm>
            <a:custGeom>
              <a:avLst/>
              <a:gdLst>
                <a:gd name="T0" fmla="*/ 15 w 78"/>
                <a:gd name="T1" fmla="*/ 0 h 138"/>
                <a:gd name="T2" fmla="*/ 15 w 78"/>
                <a:gd name="T3" fmla="*/ 124 h 138"/>
                <a:gd name="T4" fmla="*/ 44 w 78"/>
                <a:gd name="T5" fmla="*/ 133 h 138"/>
                <a:gd name="T6" fmla="*/ 73 w 78"/>
                <a:gd name="T7" fmla="*/ 109 h 138"/>
                <a:gd name="T8" fmla="*/ 78 w 78"/>
                <a:gd name="T9" fmla="*/ 0 h 138"/>
                <a:gd name="T10" fmla="*/ 15 w 78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138">
                  <a:moveTo>
                    <a:pt x="15" y="0"/>
                  </a:moveTo>
                  <a:cubicBezTo>
                    <a:pt x="15" y="0"/>
                    <a:pt x="0" y="110"/>
                    <a:pt x="15" y="124"/>
                  </a:cubicBezTo>
                  <a:cubicBezTo>
                    <a:pt x="30" y="138"/>
                    <a:pt x="44" y="133"/>
                    <a:pt x="44" y="133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FFB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2" name="Freeform 101">
              <a:extLst>
                <a:ext uri="{FF2B5EF4-FFF2-40B4-BE49-F238E27FC236}">
                  <a16:creationId xmlns:a16="http://schemas.microsoft.com/office/drawing/2014/main" id="{52B470FE-9864-425D-98D0-D178D2D34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1174"/>
              <a:ext cx="335" cy="264"/>
            </a:xfrm>
            <a:custGeom>
              <a:avLst/>
              <a:gdLst>
                <a:gd name="T0" fmla="*/ 0 w 335"/>
                <a:gd name="T1" fmla="*/ 155 h 264"/>
                <a:gd name="T2" fmla="*/ 45 w 335"/>
                <a:gd name="T3" fmla="*/ 107 h 264"/>
                <a:gd name="T4" fmla="*/ 121 w 335"/>
                <a:gd name="T5" fmla="*/ 167 h 264"/>
                <a:gd name="T6" fmla="*/ 295 w 335"/>
                <a:gd name="T7" fmla="*/ 0 h 264"/>
                <a:gd name="T8" fmla="*/ 335 w 335"/>
                <a:gd name="T9" fmla="*/ 48 h 264"/>
                <a:gd name="T10" fmla="*/ 119 w 335"/>
                <a:gd name="T11" fmla="*/ 264 h 264"/>
                <a:gd name="T12" fmla="*/ 0 w 335"/>
                <a:gd name="T13" fmla="*/ 155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5" h="264">
                  <a:moveTo>
                    <a:pt x="0" y="155"/>
                  </a:moveTo>
                  <a:lnTo>
                    <a:pt x="45" y="107"/>
                  </a:lnTo>
                  <a:lnTo>
                    <a:pt x="121" y="167"/>
                  </a:lnTo>
                  <a:lnTo>
                    <a:pt x="295" y="0"/>
                  </a:lnTo>
                  <a:lnTo>
                    <a:pt x="335" y="48"/>
                  </a:lnTo>
                  <a:lnTo>
                    <a:pt x="119" y="264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3" name="Freeform 102">
              <a:extLst>
                <a:ext uri="{FF2B5EF4-FFF2-40B4-BE49-F238E27FC236}">
                  <a16:creationId xmlns:a16="http://schemas.microsoft.com/office/drawing/2014/main" id="{A6808D81-5959-485B-98DB-61CA817D7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333"/>
              <a:ext cx="402" cy="585"/>
            </a:xfrm>
            <a:custGeom>
              <a:avLst/>
              <a:gdLst>
                <a:gd name="T0" fmla="*/ 162 w 169"/>
                <a:gd name="T1" fmla="*/ 4 h 246"/>
                <a:gd name="T2" fmla="*/ 134 w 169"/>
                <a:gd name="T3" fmla="*/ 22 h 246"/>
                <a:gd name="T4" fmla="*/ 125 w 169"/>
                <a:gd name="T5" fmla="*/ 5 h 246"/>
                <a:gd name="T6" fmla="*/ 125 w 169"/>
                <a:gd name="T7" fmla="*/ 39 h 246"/>
                <a:gd name="T8" fmla="*/ 76 w 169"/>
                <a:gd name="T9" fmla="*/ 143 h 246"/>
                <a:gd name="T10" fmla="*/ 46 w 169"/>
                <a:gd name="T11" fmla="*/ 172 h 246"/>
                <a:gd name="T12" fmla="*/ 0 w 169"/>
                <a:gd name="T13" fmla="*/ 186 h 246"/>
                <a:gd name="T14" fmla="*/ 18 w 169"/>
                <a:gd name="T15" fmla="*/ 246 h 246"/>
                <a:gd name="T16" fmla="*/ 81 w 169"/>
                <a:gd name="T17" fmla="*/ 225 h 246"/>
                <a:gd name="T18" fmla="*/ 116 w 169"/>
                <a:gd name="T19" fmla="*/ 190 h 246"/>
                <a:gd name="T20" fmla="*/ 160 w 169"/>
                <a:gd name="T21" fmla="*/ 56 h 246"/>
                <a:gd name="T22" fmla="*/ 168 w 169"/>
                <a:gd name="T23" fmla="*/ 30 h 246"/>
                <a:gd name="T24" fmla="*/ 162 w 169"/>
                <a:gd name="T25" fmla="*/ 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246">
                  <a:moveTo>
                    <a:pt x="162" y="4"/>
                  </a:moveTo>
                  <a:cubicBezTo>
                    <a:pt x="134" y="22"/>
                    <a:pt x="134" y="22"/>
                    <a:pt x="134" y="22"/>
                  </a:cubicBezTo>
                  <a:cubicBezTo>
                    <a:pt x="133" y="11"/>
                    <a:pt x="125" y="0"/>
                    <a:pt x="125" y="5"/>
                  </a:cubicBezTo>
                  <a:cubicBezTo>
                    <a:pt x="126" y="11"/>
                    <a:pt x="125" y="39"/>
                    <a:pt x="125" y="39"/>
                  </a:cubicBezTo>
                  <a:cubicBezTo>
                    <a:pt x="76" y="143"/>
                    <a:pt x="76" y="143"/>
                    <a:pt x="76" y="143"/>
                  </a:cubicBezTo>
                  <a:cubicBezTo>
                    <a:pt x="69" y="159"/>
                    <a:pt x="56" y="170"/>
                    <a:pt x="46" y="172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81" y="225"/>
                    <a:pt x="81" y="225"/>
                    <a:pt x="81" y="225"/>
                  </a:cubicBezTo>
                  <a:cubicBezTo>
                    <a:pt x="98" y="220"/>
                    <a:pt x="111" y="207"/>
                    <a:pt x="116" y="190"/>
                  </a:cubicBezTo>
                  <a:cubicBezTo>
                    <a:pt x="160" y="56"/>
                    <a:pt x="160" y="56"/>
                    <a:pt x="160" y="56"/>
                  </a:cubicBezTo>
                  <a:cubicBezTo>
                    <a:pt x="160" y="56"/>
                    <a:pt x="166" y="41"/>
                    <a:pt x="168" y="30"/>
                  </a:cubicBezTo>
                  <a:cubicBezTo>
                    <a:pt x="169" y="19"/>
                    <a:pt x="162" y="4"/>
                    <a:pt x="162" y="4"/>
                  </a:cubicBezTo>
                </a:path>
              </a:pathLst>
            </a:custGeom>
            <a:solidFill>
              <a:srgbClr val="FFB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4" name="Freeform 103">
              <a:extLst>
                <a:ext uri="{FF2B5EF4-FFF2-40B4-BE49-F238E27FC236}">
                  <a16:creationId xmlns:a16="http://schemas.microsoft.com/office/drawing/2014/main" id="{3681E5D8-A46A-4CA9-86D6-18E05C2B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3960"/>
              <a:ext cx="254" cy="114"/>
            </a:xfrm>
            <a:custGeom>
              <a:avLst/>
              <a:gdLst>
                <a:gd name="T0" fmla="*/ 58 w 107"/>
                <a:gd name="T1" fmla="*/ 31 h 48"/>
                <a:gd name="T2" fmla="*/ 57 w 107"/>
                <a:gd name="T3" fmla="*/ 0 h 48"/>
                <a:gd name="T4" fmla="*/ 0 w 107"/>
                <a:gd name="T5" fmla="*/ 1 h 48"/>
                <a:gd name="T6" fmla="*/ 0 w 107"/>
                <a:gd name="T7" fmla="*/ 46 h 48"/>
                <a:gd name="T8" fmla="*/ 4 w 107"/>
                <a:gd name="T9" fmla="*/ 46 h 48"/>
                <a:gd name="T10" fmla="*/ 95 w 107"/>
                <a:gd name="T11" fmla="*/ 45 h 48"/>
                <a:gd name="T12" fmla="*/ 58 w 107"/>
                <a:gd name="T13" fmla="*/ 3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48">
                  <a:moveTo>
                    <a:pt x="58" y="31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20" y="47"/>
                    <a:pt x="84" y="48"/>
                    <a:pt x="95" y="45"/>
                  </a:cubicBezTo>
                  <a:cubicBezTo>
                    <a:pt x="107" y="41"/>
                    <a:pt x="58" y="31"/>
                    <a:pt x="58" y="31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5" name="Freeform 104">
              <a:extLst>
                <a:ext uri="{FF2B5EF4-FFF2-40B4-BE49-F238E27FC236}">
                  <a16:creationId xmlns:a16="http://schemas.microsoft.com/office/drawing/2014/main" id="{232BEABE-B6BA-49B1-B36F-CBDEAEA0A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4029"/>
              <a:ext cx="50" cy="38"/>
            </a:xfrm>
            <a:custGeom>
              <a:avLst/>
              <a:gdLst>
                <a:gd name="T0" fmla="*/ 2 w 21"/>
                <a:gd name="T1" fmla="*/ 0 h 16"/>
                <a:gd name="T2" fmla="*/ 0 w 21"/>
                <a:gd name="T3" fmla="*/ 0 h 16"/>
                <a:gd name="T4" fmla="*/ 0 w 21"/>
                <a:gd name="T5" fmla="*/ 16 h 16"/>
                <a:gd name="T6" fmla="*/ 0 w 21"/>
                <a:gd name="T7" fmla="*/ 16 h 16"/>
                <a:gd name="T8" fmla="*/ 21 w 21"/>
                <a:gd name="T9" fmla="*/ 15 h 16"/>
                <a:gd name="T10" fmla="*/ 13 w 21"/>
                <a:gd name="T11" fmla="*/ 4 h 16"/>
                <a:gd name="T12" fmla="*/ 2 w 2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6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11"/>
                    <a:pt x="17" y="7"/>
                    <a:pt x="13" y="4"/>
                  </a:cubicBezTo>
                  <a:cubicBezTo>
                    <a:pt x="10" y="1"/>
                    <a:pt x="6" y="0"/>
                    <a:pt x="2" y="0"/>
                  </a:cubicBezTo>
                </a:path>
              </a:pathLst>
            </a:custGeom>
            <a:solidFill>
              <a:srgbClr val="F4A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6" name="Freeform 105">
              <a:extLst>
                <a:ext uri="{FF2B5EF4-FFF2-40B4-BE49-F238E27FC236}">
                  <a16:creationId xmlns:a16="http://schemas.microsoft.com/office/drawing/2014/main" id="{A33D8CAE-2518-4C37-ABD8-99BC0BE122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4" y="4048"/>
              <a:ext cx="230" cy="21"/>
            </a:xfrm>
            <a:custGeom>
              <a:avLst/>
              <a:gdLst>
                <a:gd name="T0" fmla="*/ 0 w 97"/>
                <a:gd name="T1" fmla="*/ 9 h 9"/>
                <a:gd name="T2" fmla="*/ 3 w 97"/>
                <a:gd name="T3" fmla="*/ 9 h 9"/>
                <a:gd name="T4" fmla="*/ 5 w 97"/>
                <a:gd name="T5" fmla="*/ 9 h 9"/>
                <a:gd name="T6" fmla="*/ 4 w 97"/>
                <a:gd name="T7" fmla="*/ 9 h 9"/>
                <a:gd name="T8" fmla="*/ 0 w 97"/>
                <a:gd name="T9" fmla="*/ 9 h 9"/>
                <a:gd name="T10" fmla="*/ 97 w 97"/>
                <a:gd name="T11" fmla="*/ 6 h 9"/>
                <a:gd name="T12" fmla="*/ 95 w 97"/>
                <a:gd name="T13" fmla="*/ 8 h 9"/>
                <a:gd name="T14" fmla="*/ 95 w 97"/>
                <a:gd name="T15" fmla="*/ 8 h 9"/>
                <a:gd name="T16" fmla="*/ 97 w 97"/>
                <a:gd name="T17" fmla="*/ 7 h 9"/>
                <a:gd name="T18" fmla="*/ 97 w 97"/>
                <a:gd name="T19" fmla="*/ 6 h 9"/>
                <a:gd name="T20" fmla="*/ 82 w 97"/>
                <a:gd name="T21" fmla="*/ 0 h 9"/>
                <a:gd name="T22" fmla="*/ 86 w 97"/>
                <a:gd name="T23" fmla="*/ 1 h 9"/>
                <a:gd name="T24" fmla="*/ 82 w 97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9">
                  <a:moveTo>
                    <a:pt x="0" y="9"/>
                  </a:moveTo>
                  <a:cubicBezTo>
                    <a:pt x="1" y="9"/>
                    <a:pt x="2" y="9"/>
                    <a:pt x="3" y="9"/>
                  </a:cubicBezTo>
                  <a:cubicBezTo>
                    <a:pt x="4" y="9"/>
                    <a:pt x="4" y="9"/>
                    <a:pt x="5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97" y="6"/>
                  </a:moveTo>
                  <a:cubicBezTo>
                    <a:pt x="97" y="7"/>
                    <a:pt x="97" y="7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6" y="8"/>
                    <a:pt x="97" y="7"/>
                    <a:pt x="97" y="7"/>
                  </a:cubicBezTo>
                  <a:cubicBezTo>
                    <a:pt x="97" y="7"/>
                    <a:pt x="97" y="6"/>
                    <a:pt x="97" y="6"/>
                  </a:cubicBezTo>
                  <a:moveTo>
                    <a:pt x="82" y="0"/>
                  </a:moveTo>
                  <a:cubicBezTo>
                    <a:pt x="83" y="0"/>
                    <a:pt x="84" y="0"/>
                    <a:pt x="86" y="1"/>
                  </a:cubicBezTo>
                  <a:cubicBezTo>
                    <a:pt x="84" y="0"/>
                    <a:pt x="82" y="0"/>
                    <a:pt x="8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7" name="Freeform 106">
              <a:extLst>
                <a:ext uri="{FF2B5EF4-FFF2-40B4-BE49-F238E27FC236}">
                  <a16:creationId xmlns:a16="http://schemas.microsoft.com/office/drawing/2014/main" id="{A5C65E9C-CB2A-4351-A452-564F8A3D0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4069"/>
              <a:ext cx="123" cy="3"/>
            </a:xfrm>
            <a:custGeom>
              <a:avLst/>
              <a:gdLst>
                <a:gd name="T0" fmla="*/ 2 w 52"/>
                <a:gd name="T1" fmla="*/ 0 h 1"/>
                <a:gd name="T2" fmla="*/ 0 w 52"/>
                <a:gd name="T3" fmla="*/ 0 h 1"/>
                <a:gd name="T4" fmla="*/ 38 w 52"/>
                <a:gd name="T5" fmla="*/ 1 h 1"/>
                <a:gd name="T6" fmla="*/ 52 w 52"/>
                <a:gd name="T7" fmla="*/ 1 h 1"/>
                <a:gd name="T8" fmla="*/ 49 w 52"/>
                <a:gd name="T9" fmla="*/ 1 h 1"/>
                <a:gd name="T10" fmla="*/ 2 w 5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1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1" y="1"/>
                    <a:pt x="25" y="1"/>
                    <a:pt x="38" y="1"/>
                  </a:cubicBezTo>
                  <a:cubicBezTo>
                    <a:pt x="43" y="1"/>
                    <a:pt x="48" y="1"/>
                    <a:pt x="52" y="1"/>
                  </a:cubicBezTo>
                  <a:cubicBezTo>
                    <a:pt x="51" y="1"/>
                    <a:pt x="50" y="1"/>
                    <a:pt x="49" y="1"/>
                  </a:cubicBezTo>
                  <a:cubicBezTo>
                    <a:pt x="30" y="1"/>
                    <a:pt x="10" y="0"/>
                    <a:pt x="2" y="0"/>
                  </a:cubicBezTo>
                </a:path>
              </a:pathLst>
            </a:custGeom>
            <a:solidFill>
              <a:srgbClr val="7D84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8" name="Freeform 107">
              <a:extLst>
                <a:ext uri="{FF2B5EF4-FFF2-40B4-BE49-F238E27FC236}">
                  <a16:creationId xmlns:a16="http://schemas.microsoft.com/office/drawing/2014/main" id="{A5BC2D52-090B-492F-B4F4-53C7C93D7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4048"/>
              <a:ext cx="230" cy="24"/>
            </a:xfrm>
            <a:custGeom>
              <a:avLst/>
              <a:gdLst>
                <a:gd name="T0" fmla="*/ 82 w 97"/>
                <a:gd name="T1" fmla="*/ 0 h 10"/>
                <a:gd name="T2" fmla="*/ 77 w 97"/>
                <a:gd name="T3" fmla="*/ 7 h 10"/>
                <a:gd name="T4" fmla="*/ 21 w 97"/>
                <a:gd name="T5" fmla="*/ 7 h 10"/>
                <a:gd name="T6" fmla="*/ 21 w 97"/>
                <a:gd name="T7" fmla="*/ 8 h 10"/>
                <a:gd name="T8" fmla="*/ 0 w 97"/>
                <a:gd name="T9" fmla="*/ 8 h 10"/>
                <a:gd name="T10" fmla="*/ 0 w 97"/>
                <a:gd name="T11" fmla="*/ 9 h 10"/>
                <a:gd name="T12" fmla="*/ 0 w 97"/>
                <a:gd name="T13" fmla="*/ 9 h 10"/>
                <a:gd name="T14" fmla="*/ 4 w 97"/>
                <a:gd name="T15" fmla="*/ 9 h 10"/>
                <a:gd name="T16" fmla="*/ 5 w 97"/>
                <a:gd name="T17" fmla="*/ 9 h 10"/>
                <a:gd name="T18" fmla="*/ 52 w 97"/>
                <a:gd name="T19" fmla="*/ 10 h 10"/>
                <a:gd name="T20" fmla="*/ 55 w 97"/>
                <a:gd name="T21" fmla="*/ 10 h 10"/>
                <a:gd name="T22" fmla="*/ 95 w 97"/>
                <a:gd name="T23" fmla="*/ 8 h 10"/>
                <a:gd name="T24" fmla="*/ 95 w 97"/>
                <a:gd name="T25" fmla="*/ 8 h 10"/>
                <a:gd name="T26" fmla="*/ 97 w 97"/>
                <a:gd name="T27" fmla="*/ 6 h 10"/>
                <a:gd name="T28" fmla="*/ 86 w 97"/>
                <a:gd name="T29" fmla="*/ 1 h 10"/>
                <a:gd name="T30" fmla="*/ 82 w 97"/>
                <a:gd name="T31" fmla="*/ 0 h 10"/>
                <a:gd name="T32" fmla="*/ 82 w 97"/>
                <a:gd name="T3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" h="10">
                  <a:moveTo>
                    <a:pt x="82" y="0"/>
                  </a:moveTo>
                  <a:cubicBezTo>
                    <a:pt x="78" y="0"/>
                    <a:pt x="77" y="7"/>
                    <a:pt x="77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5" y="9"/>
                  </a:cubicBezTo>
                  <a:cubicBezTo>
                    <a:pt x="13" y="9"/>
                    <a:pt x="33" y="10"/>
                    <a:pt x="52" y="10"/>
                  </a:cubicBezTo>
                  <a:cubicBezTo>
                    <a:pt x="53" y="10"/>
                    <a:pt x="54" y="10"/>
                    <a:pt x="55" y="10"/>
                  </a:cubicBezTo>
                  <a:cubicBezTo>
                    <a:pt x="73" y="10"/>
                    <a:pt x="89" y="9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7" y="7"/>
                    <a:pt x="97" y="7"/>
                    <a:pt x="97" y="6"/>
                  </a:cubicBezTo>
                  <a:cubicBezTo>
                    <a:pt x="95" y="4"/>
                    <a:pt x="90" y="2"/>
                    <a:pt x="86" y="1"/>
                  </a:cubicBezTo>
                  <a:cubicBezTo>
                    <a:pt x="84" y="0"/>
                    <a:pt x="83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</a:path>
              </a:pathLst>
            </a:custGeom>
            <a:solidFill>
              <a:srgbClr val="F1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19" name="Freeform 108">
              <a:extLst>
                <a:ext uri="{FF2B5EF4-FFF2-40B4-BE49-F238E27FC236}">
                  <a16:creationId xmlns:a16="http://schemas.microsoft.com/office/drawing/2014/main" id="{D5EF2C32-C179-4B0B-9DB9-DD40F6DA7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4065"/>
              <a:ext cx="50" cy="2"/>
            </a:xfrm>
            <a:custGeom>
              <a:avLst/>
              <a:gdLst>
                <a:gd name="T0" fmla="*/ 21 w 21"/>
                <a:gd name="T1" fmla="*/ 0 h 1"/>
                <a:gd name="T2" fmla="*/ 0 w 21"/>
                <a:gd name="T3" fmla="*/ 1 h 1"/>
                <a:gd name="T4" fmla="*/ 0 w 21"/>
                <a:gd name="T5" fmla="*/ 1 h 1"/>
                <a:gd name="T6" fmla="*/ 21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</a:path>
              </a:pathLst>
            </a:custGeom>
            <a:solidFill>
              <a:srgbClr val="F8CB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0" name="Freeform 109">
              <a:extLst>
                <a:ext uri="{FF2B5EF4-FFF2-40B4-BE49-F238E27FC236}">
                  <a16:creationId xmlns:a16="http://schemas.microsoft.com/office/drawing/2014/main" id="{5D99FF50-39E7-4E1C-9251-4DE7A45A1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4062"/>
              <a:ext cx="233" cy="5"/>
            </a:xfrm>
            <a:custGeom>
              <a:avLst/>
              <a:gdLst>
                <a:gd name="T0" fmla="*/ 0 w 98"/>
                <a:gd name="T1" fmla="*/ 2 h 2"/>
                <a:gd name="T2" fmla="*/ 1 w 98"/>
                <a:gd name="T3" fmla="*/ 2 h 2"/>
                <a:gd name="T4" fmla="*/ 4 w 98"/>
                <a:gd name="T5" fmla="*/ 2 h 2"/>
                <a:gd name="T6" fmla="*/ 15 w 98"/>
                <a:gd name="T7" fmla="*/ 2 h 2"/>
                <a:gd name="T8" fmla="*/ 49 w 98"/>
                <a:gd name="T9" fmla="*/ 2 h 2"/>
                <a:gd name="T10" fmla="*/ 84 w 98"/>
                <a:gd name="T11" fmla="*/ 1 h 2"/>
                <a:gd name="T12" fmla="*/ 94 w 98"/>
                <a:gd name="T13" fmla="*/ 0 h 2"/>
                <a:gd name="T14" fmla="*/ 97 w 98"/>
                <a:gd name="T15" fmla="*/ 0 h 2"/>
                <a:gd name="T16" fmla="*/ 98 w 98"/>
                <a:gd name="T17" fmla="*/ 0 h 2"/>
                <a:gd name="T18" fmla="*/ 97 w 98"/>
                <a:gd name="T19" fmla="*/ 0 h 2"/>
                <a:gd name="T20" fmla="*/ 94 w 98"/>
                <a:gd name="T21" fmla="*/ 0 h 2"/>
                <a:gd name="T22" fmla="*/ 84 w 98"/>
                <a:gd name="T23" fmla="*/ 1 h 2"/>
                <a:gd name="T24" fmla="*/ 49 w 98"/>
                <a:gd name="T25" fmla="*/ 1 h 2"/>
                <a:gd name="T26" fmla="*/ 15 w 98"/>
                <a:gd name="T27" fmla="*/ 2 h 2"/>
                <a:gd name="T28" fmla="*/ 4 w 98"/>
                <a:gd name="T29" fmla="*/ 1 h 2"/>
                <a:gd name="T30" fmla="*/ 1 w 98"/>
                <a:gd name="T31" fmla="*/ 1 h 2"/>
                <a:gd name="T32" fmla="*/ 0 w 98"/>
                <a:gd name="T3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7" y="2"/>
                    <a:pt x="10" y="2"/>
                    <a:pt x="15" y="2"/>
                  </a:cubicBezTo>
                  <a:cubicBezTo>
                    <a:pt x="23" y="2"/>
                    <a:pt x="36" y="2"/>
                    <a:pt x="49" y="2"/>
                  </a:cubicBezTo>
                  <a:cubicBezTo>
                    <a:pt x="63" y="2"/>
                    <a:pt x="75" y="1"/>
                    <a:pt x="84" y="1"/>
                  </a:cubicBezTo>
                  <a:cubicBezTo>
                    <a:pt x="88" y="1"/>
                    <a:pt x="91" y="1"/>
                    <a:pt x="94" y="0"/>
                  </a:cubicBezTo>
                  <a:cubicBezTo>
                    <a:pt x="95" y="0"/>
                    <a:pt x="96" y="0"/>
                    <a:pt x="97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7" y="0"/>
                  </a:cubicBezTo>
                  <a:cubicBezTo>
                    <a:pt x="96" y="0"/>
                    <a:pt x="95" y="0"/>
                    <a:pt x="94" y="0"/>
                  </a:cubicBezTo>
                  <a:cubicBezTo>
                    <a:pt x="91" y="0"/>
                    <a:pt x="88" y="0"/>
                    <a:pt x="84" y="1"/>
                  </a:cubicBezTo>
                  <a:cubicBezTo>
                    <a:pt x="75" y="1"/>
                    <a:pt x="63" y="1"/>
                    <a:pt x="49" y="1"/>
                  </a:cubicBezTo>
                  <a:cubicBezTo>
                    <a:pt x="36" y="2"/>
                    <a:pt x="23" y="2"/>
                    <a:pt x="15" y="2"/>
                  </a:cubicBezTo>
                  <a:cubicBezTo>
                    <a:pt x="10" y="2"/>
                    <a:pt x="7" y="1"/>
                    <a:pt x="4" y="1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1" name="Freeform 110">
              <a:extLst>
                <a:ext uri="{FF2B5EF4-FFF2-40B4-BE49-F238E27FC236}">
                  <a16:creationId xmlns:a16="http://schemas.microsoft.com/office/drawing/2014/main" id="{1E4093AB-3FEB-4087-A31A-83E079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4046"/>
              <a:ext cx="14" cy="21"/>
            </a:xfrm>
            <a:custGeom>
              <a:avLst/>
              <a:gdLst>
                <a:gd name="T0" fmla="*/ 1 w 6"/>
                <a:gd name="T1" fmla="*/ 9 h 9"/>
                <a:gd name="T2" fmla="*/ 3 w 6"/>
                <a:gd name="T3" fmla="*/ 4 h 9"/>
                <a:gd name="T4" fmla="*/ 6 w 6"/>
                <a:gd name="T5" fmla="*/ 0 h 9"/>
                <a:gd name="T6" fmla="*/ 2 w 6"/>
                <a:gd name="T7" fmla="*/ 4 h 9"/>
                <a:gd name="T8" fmla="*/ 1 w 6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1" y="9"/>
                  </a:moveTo>
                  <a:cubicBezTo>
                    <a:pt x="1" y="9"/>
                    <a:pt x="1" y="6"/>
                    <a:pt x="3" y="4"/>
                  </a:cubicBezTo>
                  <a:cubicBezTo>
                    <a:pt x="4" y="1"/>
                    <a:pt x="6" y="0"/>
                    <a:pt x="6" y="0"/>
                  </a:cubicBezTo>
                  <a:cubicBezTo>
                    <a:pt x="6" y="0"/>
                    <a:pt x="4" y="1"/>
                    <a:pt x="2" y="4"/>
                  </a:cubicBezTo>
                  <a:cubicBezTo>
                    <a:pt x="0" y="6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2" name="Freeform 111">
              <a:extLst>
                <a:ext uri="{FF2B5EF4-FFF2-40B4-BE49-F238E27FC236}">
                  <a16:creationId xmlns:a16="http://schemas.microsoft.com/office/drawing/2014/main" id="{DB354AB6-0C02-454E-A63D-6B4848AD8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4036"/>
              <a:ext cx="9" cy="12"/>
            </a:xfrm>
            <a:custGeom>
              <a:avLst/>
              <a:gdLst>
                <a:gd name="T0" fmla="*/ 1 w 4"/>
                <a:gd name="T1" fmla="*/ 5 h 5"/>
                <a:gd name="T2" fmla="*/ 2 w 4"/>
                <a:gd name="T3" fmla="*/ 2 h 5"/>
                <a:gd name="T4" fmla="*/ 4 w 4"/>
                <a:gd name="T5" fmla="*/ 0 h 5"/>
                <a:gd name="T6" fmla="*/ 2 w 4"/>
                <a:gd name="T7" fmla="*/ 2 h 5"/>
                <a:gd name="T8" fmla="*/ 1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5"/>
                  </a:moveTo>
                  <a:cubicBezTo>
                    <a:pt x="1" y="5"/>
                    <a:pt x="2" y="4"/>
                    <a:pt x="2" y="2"/>
                  </a:cubicBezTo>
                  <a:cubicBezTo>
                    <a:pt x="3" y="1"/>
                    <a:pt x="4" y="0"/>
                    <a:pt x="4" y="0"/>
                  </a:cubicBezTo>
                  <a:cubicBezTo>
                    <a:pt x="3" y="0"/>
                    <a:pt x="3" y="1"/>
                    <a:pt x="2" y="2"/>
                  </a:cubicBezTo>
                  <a:cubicBezTo>
                    <a:pt x="1" y="3"/>
                    <a:pt x="0" y="4"/>
                    <a:pt x="1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3" name="Freeform 112">
              <a:extLst>
                <a:ext uri="{FF2B5EF4-FFF2-40B4-BE49-F238E27FC236}">
                  <a16:creationId xmlns:a16="http://schemas.microsoft.com/office/drawing/2014/main" id="{508D2778-6E47-4F9D-B947-25F77E786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4034"/>
              <a:ext cx="10" cy="7"/>
            </a:xfrm>
            <a:custGeom>
              <a:avLst/>
              <a:gdLst>
                <a:gd name="T0" fmla="*/ 0 w 4"/>
                <a:gd name="T1" fmla="*/ 3 h 3"/>
                <a:gd name="T2" fmla="*/ 2 w 4"/>
                <a:gd name="T3" fmla="*/ 2 h 3"/>
                <a:gd name="T4" fmla="*/ 3 w 4"/>
                <a:gd name="T5" fmla="*/ 0 h 3"/>
                <a:gd name="T6" fmla="*/ 1 w 4"/>
                <a:gd name="T7" fmla="*/ 1 h 3"/>
                <a:gd name="T8" fmla="*/ 0 w 4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0" y="3"/>
                    <a:pt x="1" y="3"/>
                    <a:pt x="2" y="2"/>
                  </a:cubicBezTo>
                  <a:cubicBezTo>
                    <a:pt x="3" y="1"/>
                    <a:pt x="4" y="0"/>
                    <a:pt x="3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1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4" name="Oval 113">
              <a:extLst>
                <a:ext uri="{FF2B5EF4-FFF2-40B4-BE49-F238E27FC236}">
                  <a16:creationId xmlns:a16="http://schemas.microsoft.com/office/drawing/2014/main" id="{6D457C04-4F3D-438F-BF8E-EC26F340F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4027"/>
              <a:ext cx="14" cy="2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5" name="Freeform 114">
              <a:extLst>
                <a:ext uri="{FF2B5EF4-FFF2-40B4-BE49-F238E27FC236}">
                  <a16:creationId xmlns:a16="http://schemas.microsoft.com/office/drawing/2014/main" id="{0C9E41CC-EFA5-4334-B7AF-A7DA8356E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4020"/>
              <a:ext cx="16" cy="2"/>
            </a:xfrm>
            <a:custGeom>
              <a:avLst/>
              <a:gdLst>
                <a:gd name="T0" fmla="*/ 0 w 7"/>
                <a:gd name="T1" fmla="*/ 0 h 1"/>
                <a:gd name="T2" fmla="*/ 3 w 7"/>
                <a:gd name="T3" fmla="*/ 1 h 1"/>
                <a:gd name="T4" fmla="*/ 7 w 7"/>
                <a:gd name="T5" fmla="*/ 0 h 1"/>
                <a:gd name="T6" fmla="*/ 3 w 7"/>
                <a:gd name="T7" fmla="*/ 0 h 1"/>
                <a:gd name="T8" fmla="*/ 0 w 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0" y="0"/>
                    <a:pt x="1" y="1"/>
                    <a:pt x="3" y="1"/>
                  </a:cubicBezTo>
                  <a:cubicBezTo>
                    <a:pt x="5" y="1"/>
                    <a:pt x="7" y="1"/>
                    <a:pt x="7" y="0"/>
                  </a:cubicBezTo>
                  <a:cubicBezTo>
                    <a:pt x="7" y="0"/>
                    <a:pt x="5" y="0"/>
                    <a:pt x="3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6" name="Freeform 115">
              <a:extLst>
                <a:ext uri="{FF2B5EF4-FFF2-40B4-BE49-F238E27FC236}">
                  <a16:creationId xmlns:a16="http://schemas.microsoft.com/office/drawing/2014/main" id="{BDE2D323-9A93-4C98-85DB-A2D2AA7E2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4020"/>
              <a:ext cx="24" cy="19"/>
            </a:xfrm>
            <a:custGeom>
              <a:avLst/>
              <a:gdLst>
                <a:gd name="T0" fmla="*/ 0 w 10"/>
                <a:gd name="T1" fmla="*/ 7 h 8"/>
                <a:gd name="T2" fmla="*/ 3 w 10"/>
                <a:gd name="T3" fmla="*/ 6 h 8"/>
                <a:gd name="T4" fmla="*/ 7 w 10"/>
                <a:gd name="T5" fmla="*/ 6 h 8"/>
                <a:gd name="T6" fmla="*/ 9 w 10"/>
                <a:gd name="T7" fmla="*/ 5 h 8"/>
                <a:gd name="T8" fmla="*/ 10 w 10"/>
                <a:gd name="T9" fmla="*/ 3 h 8"/>
                <a:gd name="T10" fmla="*/ 10 w 10"/>
                <a:gd name="T11" fmla="*/ 2 h 8"/>
                <a:gd name="T12" fmla="*/ 1 w 10"/>
                <a:gd name="T13" fmla="*/ 4 h 8"/>
                <a:gd name="T14" fmla="*/ 0 w 10"/>
                <a:gd name="T15" fmla="*/ 7 h 8"/>
                <a:gd name="T16" fmla="*/ 0 w 10"/>
                <a:gd name="T17" fmla="*/ 8 h 8"/>
                <a:gd name="T18" fmla="*/ 2 w 10"/>
                <a:gd name="T19" fmla="*/ 4 h 8"/>
                <a:gd name="T20" fmla="*/ 5 w 10"/>
                <a:gd name="T21" fmla="*/ 2 h 8"/>
                <a:gd name="T22" fmla="*/ 9 w 10"/>
                <a:gd name="T23" fmla="*/ 2 h 8"/>
                <a:gd name="T24" fmla="*/ 9 w 10"/>
                <a:gd name="T25" fmla="*/ 4 h 8"/>
                <a:gd name="T26" fmla="*/ 7 w 10"/>
                <a:gd name="T27" fmla="*/ 5 h 8"/>
                <a:gd name="T28" fmla="*/ 3 w 10"/>
                <a:gd name="T29" fmla="*/ 6 h 8"/>
                <a:gd name="T30" fmla="*/ 0 w 10"/>
                <a:gd name="T3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8">
                  <a:moveTo>
                    <a:pt x="0" y="7"/>
                  </a:moveTo>
                  <a:cubicBezTo>
                    <a:pt x="0" y="7"/>
                    <a:pt x="1" y="7"/>
                    <a:pt x="3" y="6"/>
                  </a:cubicBezTo>
                  <a:cubicBezTo>
                    <a:pt x="4" y="6"/>
                    <a:pt x="6" y="6"/>
                    <a:pt x="7" y="6"/>
                  </a:cubicBezTo>
                  <a:cubicBezTo>
                    <a:pt x="8" y="5"/>
                    <a:pt x="9" y="5"/>
                    <a:pt x="9" y="5"/>
                  </a:cubicBezTo>
                  <a:cubicBezTo>
                    <a:pt x="10" y="4"/>
                    <a:pt x="10" y="4"/>
                    <a:pt x="10" y="3"/>
                  </a:cubicBezTo>
                  <a:cubicBezTo>
                    <a:pt x="10" y="3"/>
                    <a:pt x="10" y="2"/>
                    <a:pt x="10" y="2"/>
                  </a:cubicBezTo>
                  <a:cubicBezTo>
                    <a:pt x="6" y="0"/>
                    <a:pt x="3" y="2"/>
                    <a:pt x="1" y="4"/>
                  </a:cubicBezTo>
                  <a:cubicBezTo>
                    <a:pt x="1" y="5"/>
                    <a:pt x="0" y="6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6"/>
                    <a:pt x="2" y="4"/>
                  </a:cubicBezTo>
                  <a:cubicBezTo>
                    <a:pt x="2" y="3"/>
                    <a:pt x="3" y="3"/>
                    <a:pt x="5" y="2"/>
                  </a:cubicBezTo>
                  <a:cubicBezTo>
                    <a:pt x="6" y="2"/>
                    <a:pt x="8" y="2"/>
                    <a:pt x="9" y="2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8" y="4"/>
                    <a:pt x="8" y="5"/>
                    <a:pt x="7" y="5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7" name="Freeform 116">
              <a:extLst>
                <a:ext uri="{FF2B5EF4-FFF2-40B4-BE49-F238E27FC236}">
                  <a16:creationId xmlns:a16="http://schemas.microsoft.com/office/drawing/2014/main" id="{FA664CEE-2F47-4DD4-966D-12F0A7876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4017"/>
              <a:ext cx="14" cy="19"/>
            </a:xfrm>
            <a:custGeom>
              <a:avLst/>
              <a:gdLst>
                <a:gd name="T0" fmla="*/ 5 w 6"/>
                <a:gd name="T1" fmla="*/ 8 h 8"/>
                <a:gd name="T2" fmla="*/ 6 w 6"/>
                <a:gd name="T3" fmla="*/ 5 h 8"/>
                <a:gd name="T4" fmla="*/ 5 w 6"/>
                <a:gd name="T5" fmla="*/ 2 h 8"/>
                <a:gd name="T6" fmla="*/ 2 w 6"/>
                <a:gd name="T7" fmla="*/ 1 h 8"/>
                <a:gd name="T8" fmla="*/ 1 w 6"/>
                <a:gd name="T9" fmla="*/ 2 h 8"/>
                <a:gd name="T10" fmla="*/ 1 w 6"/>
                <a:gd name="T11" fmla="*/ 4 h 8"/>
                <a:gd name="T12" fmla="*/ 3 w 6"/>
                <a:gd name="T13" fmla="*/ 6 h 8"/>
                <a:gd name="T14" fmla="*/ 5 w 6"/>
                <a:gd name="T15" fmla="*/ 8 h 8"/>
                <a:gd name="T16" fmla="*/ 3 w 6"/>
                <a:gd name="T17" fmla="*/ 6 h 8"/>
                <a:gd name="T18" fmla="*/ 2 w 6"/>
                <a:gd name="T19" fmla="*/ 4 h 8"/>
                <a:gd name="T20" fmla="*/ 2 w 6"/>
                <a:gd name="T21" fmla="*/ 1 h 8"/>
                <a:gd name="T22" fmla="*/ 4 w 6"/>
                <a:gd name="T23" fmla="*/ 3 h 8"/>
                <a:gd name="T24" fmla="*/ 5 w 6"/>
                <a:gd name="T25" fmla="*/ 5 h 8"/>
                <a:gd name="T26" fmla="*/ 5 w 6"/>
                <a:gd name="T2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8">
                  <a:moveTo>
                    <a:pt x="5" y="8"/>
                  </a:moveTo>
                  <a:cubicBezTo>
                    <a:pt x="6" y="8"/>
                    <a:pt x="6" y="7"/>
                    <a:pt x="6" y="5"/>
                  </a:cubicBezTo>
                  <a:cubicBezTo>
                    <a:pt x="6" y="4"/>
                    <a:pt x="5" y="3"/>
                    <a:pt x="5" y="2"/>
                  </a:cubicBezTo>
                  <a:cubicBezTo>
                    <a:pt x="4" y="2"/>
                    <a:pt x="3" y="0"/>
                    <a:pt x="2" y="1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5"/>
                    <a:pt x="2" y="6"/>
                    <a:pt x="3" y="6"/>
                  </a:cubicBezTo>
                  <a:cubicBezTo>
                    <a:pt x="4" y="7"/>
                    <a:pt x="5" y="8"/>
                    <a:pt x="5" y="8"/>
                  </a:cubicBezTo>
                  <a:cubicBezTo>
                    <a:pt x="5" y="8"/>
                    <a:pt x="4" y="7"/>
                    <a:pt x="3" y="6"/>
                  </a:cubicBezTo>
                  <a:cubicBezTo>
                    <a:pt x="3" y="5"/>
                    <a:pt x="2" y="5"/>
                    <a:pt x="2" y="4"/>
                  </a:cubicBezTo>
                  <a:cubicBezTo>
                    <a:pt x="1" y="3"/>
                    <a:pt x="1" y="1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6" y="7"/>
                    <a:pt x="5" y="8"/>
                    <a:pt x="5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8" name="Freeform 117">
              <a:extLst>
                <a:ext uri="{FF2B5EF4-FFF2-40B4-BE49-F238E27FC236}">
                  <a16:creationId xmlns:a16="http://schemas.microsoft.com/office/drawing/2014/main" id="{B95EFB0C-1623-4864-A74E-298CF82D4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4027"/>
              <a:ext cx="50" cy="40"/>
            </a:xfrm>
            <a:custGeom>
              <a:avLst/>
              <a:gdLst>
                <a:gd name="T0" fmla="*/ 0 w 21"/>
                <a:gd name="T1" fmla="*/ 1 h 17"/>
                <a:gd name="T2" fmla="*/ 4 w 21"/>
                <a:gd name="T3" fmla="*/ 1 h 17"/>
                <a:gd name="T4" fmla="*/ 14 w 21"/>
                <a:gd name="T5" fmla="*/ 5 h 17"/>
                <a:gd name="T6" fmla="*/ 20 w 21"/>
                <a:gd name="T7" fmla="*/ 13 h 17"/>
                <a:gd name="T8" fmla="*/ 21 w 21"/>
                <a:gd name="T9" fmla="*/ 17 h 17"/>
                <a:gd name="T10" fmla="*/ 21 w 21"/>
                <a:gd name="T11" fmla="*/ 16 h 17"/>
                <a:gd name="T12" fmla="*/ 20 w 21"/>
                <a:gd name="T13" fmla="*/ 12 h 17"/>
                <a:gd name="T14" fmla="*/ 14 w 21"/>
                <a:gd name="T15" fmla="*/ 4 h 17"/>
                <a:gd name="T16" fmla="*/ 4 w 21"/>
                <a:gd name="T17" fmla="*/ 0 h 17"/>
                <a:gd name="T18" fmla="*/ 1 w 21"/>
                <a:gd name="T19" fmla="*/ 0 h 17"/>
                <a:gd name="T20" fmla="*/ 0 w 21"/>
                <a:gd name="T2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7">
                  <a:moveTo>
                    <a:pt x="0" y="1"/>
                  </a:moveTo>
                  <a:cubicBezTo>
                    <a:pt x="0" y="1"/>
                    <a:pt x="2" y="1"/>
                    <a:pt x="4" y="1"/>
                  </a:cubicBezTo>
                  <a:cubicBezTo>
                    <a:pt x="7" y="1"/>
                    <a:pt x="11" y="2"/>
                    <a:pt x="14" y="5"/>
                  </a:cubicBezTo>
                  <a:cubicBezTo>
                    <a:pt x="17" y="7"/>
                    <a:pt x="19" y="10"/>
                    <a:pt x="20" y="13"/>
                  </a:cubicBezTo>
                  <a:cubicBezTo>
                    <a:pt x="21" y="15"/>
                    <a:pt x="21" y="17"/>
                    <a:pt x="21" y="17"/>
                  </a:cubicBezTo>
                  <a:cubicBezTo>
                    <a:pt x="21" y="17"/>
                    <a:pt x="21" y="16"/>
                    <a:pt x="21" y="16"/>
                  </a:cubicBezTo>
                  <a:cubicBezTo>
                    <a:pt x="21" y="15"/>
                    <a:pt x="21" y="14"/>
                    <a:pt x="20" y="12"/>
                  </a:cubicBezTo>
                  <a:cubicBezTo>
                    <a:pt x="19" y="10"/>
                    <a:pt x="17" y="7"/>
                    <a:pt x="14" y="4"/>
                  </a:cubicBezTo>
                  <a:cubicBezTo>
                    <a:pt x="11" y="1"/>
                    <a:pt x="7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29" name="Oval 118">
              <a:extLst>
                <a:ext uri="{FF2B5EF4-FFF2-40B4-BE49-F238E27FC236}">
                  <a16:creationId xmlns:a16="http://schemas.microsoft.com/office/drawing/2014/main" id="{84BE1356-A021-494E-9C36-23770EE88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3972"/>
              <a:ext cx="2" cy="55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0" name="Freeform 119">
              <a:extLst>
                <a:ext uri="{FF2B5EF4-FFF2-40B4-BE49-F238E27FC236}">
                  <a16:creationId xmlns:a16="http://schemas.microsoft.com/office/drawing/2014/main" id="{2CA76096-94B3-41CF-B25F-DC963012C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4053"/>
              <a:ext cx="41" cy="2"/>
            </a:xfrm>
            <a:custGeom>
              <a:avLst/>
              <a:gdLst>
                <a:gd name="T0" fmla="*/ 0 w 17"/>
                <a:gd name="T1" fmla="*/ 0 h 1"/>
                <a:gd name="T2" fmla="*/ 8 w 17"/>
                <a:gd name="T3" fmla="*/ 1 h 1"/>
                <a:gd name="T4" fmla="*/ 17 w 17"/>
                <a:gd name="T5" fmla="*/ 0 h 1"/>
                <a:gd name="T6" fmla="*/ 8 w 17"/>
                <a:gd name="T7" fmla="*/ 0 h 1"/>
                <a:gd name="T8" fmla="*/ 0 w 1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0" y="1"/>
                    <a:pt x="4" y="1"/>
                    <a:pt x="8" y="1"/>
                  </a:cubicBezTo>
                  <a:cubicBezTo>
                    <a:pt x="13" y="1"/>
                    <a:pt x="17" y="0"/>
                    <a:pt x="17" y="0"/>
                  </a:cubicBezTo>
                  <a:cubicBezTo>
                    <a:pt x="17" y="0"/>
                    <a:pt x="13" y="0"/>
                    <a:pt x="8" y="0"/>
                  </a:cubicBezTo>
                  <a:cubicBezTo>
                    <a:pt x="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1" name="Freeform 120">
              <a:extLst>
                <a:ext uri="{FF2B5EF4-FFF2-40B4-BE49-F238E27FC236}">
                  <a16:creationId xmlns:a16="http://schemas.microsoft.com/office/drawing/2014/main" id="{48F5380D-757F-4759-A82D-B4F30E9F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4053"/>
              <a:ext cx="5" cy="9"/>
            </a:xfrm>
            <a:custGeom>
              <a:avLst/>
              <a:gdLst>
                <a:gd name="T0" fmla="*/ 0 w 2"/>
                <a:gd name="T1" fmla="*/ 0 h 4"/>
                <a:gd name="T2" fmla="*/ 1 w 2"/>
                <a:gd name="T3" fmla="*/ 2 h 4"/>
                <a:gd name="T4" fmla="*/ 1 w 2"/>
                <a:gd name="T5" fmla="*/ 4 h 4"/>
                <a:gd name="T6" fmla="*/ 1 w 2"/>
                <a:gd name="T7" fmla="*/ 2 h 4"/>
                <a:gd name="T8" fmla="*/ 0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1"/>
                    <a:pt x="1" y="2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2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2" name="Freeform 121">
              <a:extLst>
                <a:ext uri="{FF2B5EF4-FFF2-40B4-BE49-F238E27FC236}">
                  <a16:creationId xmlns:a16="http://schemas.microsoft.com/office/drawing/2014/main" id="{5231CB1A-94DE-4411-B204-58554265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" y="4041"/>
              <a:ext cx="7" cy="7"/>
            </a:xfrm>
            <a:custGeom>
              <a:avLst/>
              <a:gdLst>
                <a:gd name="T0" fmla="*/ 0 w 3"/>
                <a:gd name="T1" fmla="*/ 0 h 3"/>
                <a:gd name="T2" fmla="*/ 1 w 3"/>
                <a:gd name="T3" fmla="*/ 2 h 3"/>
                <a:gd name="T4" fmla="*/ 3 w 3"/>
                <a:gd name="T5" fmla="*/ 2 h 3"/>
                <a:gd name="T6" fmla="*/ 2 w 3"/>
                <a:gd name="T7" fmla="*/ 1 h 3"/>
                <a:gd name="T8" fmla="*/ 0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1" y="1"/>
                    <a:pt x="1" y="2"/>
                  </a:cubicBez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2" y="2"/>
                    <a:pt x="2" y="1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3" name="Freeform 122">
              <a:extLst>
                <a:ext uri="{FF2B5EF4-FFF2-40B4-BE49-F238E27FC236}">
                  <a16:creationId xmlns:a16="http://schemas.microsoft.com/office/drawing/2014/main" id="{05AD8E00-F585-4696-BB1D-DBCE73EA5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4034"/>
              <a:ext cx="9" cy="5"/>
            </a:xfrm>
            <a:custGeom>
              <a:avLst/>
              <a:gdLst>
                <a:gd name="T0" fmla="*/ 0 w 4"/>
                <a:gd name="T1" fmla="*/ 1 h 2"/>
                <a:gd name="T2" fmla="*/ 2 w 4"/>
                <a:gd name="T3" fmla="*/ 1 h 2"/>
                <a:gd name="T4" fmla="*/ 4 w 4"/>
                <a:gd name="T5" fmla="*/ 2 h 2"/>
                <a:gd name="T6" fmla="*/ 2 w 4"/>
                <a:gd name="T7" fmla="*/ 1 h 2"/>
                <a:gd name="T8" fmla="*/ 0 w 4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4" y="2"/>
                    <a:pt x="3" y="1"/>
                    <a:pt x="2" y="1"/>
                  </a:cubicBezTo>
                  <a:cubicBezTo>
                    <a:pt x="1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4" name="Freeform 123">
              <a:extLst>
                <a:ext uri="{FF2B5EF4-FFF2-40B4-BE49-F238E27FC236}">
                  <a16:creationId xmlns:a16="http://schemas.microsoft.com/office/drawing/2014/main" id="{CFAEDCB3-4B65-44F1-AAD9-DA128EA0E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4034"/>
              <a:ext cx="5" cy="2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  <a:gd name="T6" fmla="*/ 1 w 2"/>
                <a:gd name="T7" fmla="*/ 0 h 1"/>
                <a:gd name="T8" fmla="*/ 0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5" name="Freeform 124">
              <a:extLst>
                <a:ext uri="{FF2B5EF4-FFF2-40B4-BE49-F238E27FC236}">
                  <a16:creationId xmlns:a16="http://schemas.microsoft.com/office/drawing/2014/main" id="{B1380F9E-7E20-4D3B-945E-486BA7D5A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3865"/>
              <a:ext cx="200" cy="240"/>
            </a:xfrm>
            <a:custGeom>
              <a:avLst/>
              <a:gdLst>
                <a:gd name="T0" fmla="*/ 54 w 84"/>
                <a:gd name="T1" fmla="*/ 61 h 101"/>
                <a:gd name="T2" fmla="*/ 73 w 84"/>
                <a:gd name="T3" fmla="*/ 37 h 101"/>
                <a:gd name="T4" fmla="*/ 29 w 84"/>
                <a:gd name="T5" fmla="*/ 0 h 101"/>
                <a:gd name="T6" fmla="*/ 0 w 84"/>
                <a:gd name="T7" fmla="*/ 35 h 101"/>
                <a:gd name="T8" fmla="*/ 3 w 84"/>
                <a:gd name="T9" fmla="*/ 37 h 101"/>
                <a:gd name="T10" fmla="*/ 73 w 84"/>
                <a:gd name="T11" fmla="*/ 96 h 101"/>
                <a:gd name="T12" fmla="*/ 54 w 84"/>
                <a:gd name="T13" fmla="*/ 6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01">
                  <a:moveTo>
                    <a:pt x="54" y="61"/>
                  </a:moveTo>
                  <a:cubicBezTo>
                    <a:pt x="73" y="37"/>
                    <a:pt x="73" y="37"/>
                    <a:pt x="73" y="3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4" y="48"/>
                    <a:pt x="63" y="91"/>
                    <a:pt x="73" y="96"/>
                  </a:cubicBezTo>
                  <a:cubicBezTo>
                    <a:pt x="84" y="101"/>
                    <a:pt x="54" y="61"/>
                    <a:pt x="54" y="61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6" name="Freeform 125">
              <a:extLst>
                <a:ext uri="{FF2B5EF4-FFF2-40B4-BE49-F238E27FC236}">
                  <a16:creationId xmlns:a16="http://schemas.microsoft.com/office/drawing/2014/main" id="{68686BAB-6224-413B-ABF6-9C9C5289D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391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7" name="Freeform 126">
              <a:extLst>
                <a:ext uri="{FF2B5EF4-FFF2-40B4-BE49-F238E27FC236}">
                  <a16:creationId xmlns:a16="http://schemas.microsoft.com/office/drawing/2014/main" id="{139CC3EC-079F-4BBD-8C87-E93B9DF7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917"/>
              <a:ext cx="45" cy="60"/>
            </a:xfrm>
            <a:custGeom>
              <a:avLst/>
              <a:gdLst>
                <a:gd name="T0" fmla="*/ 10 w 19"/>
                <a:gd name="T1" fmla="*/ 0 h 25"/>
                <a:gd name="T2" fmla="*/ 10 w 19"/>
                <a:gd name="T3" fmla="*/ 0 h 25"/>
                <a:gd name="T4" fmla="*/ 0 w 19"/>
                <a:gd name="T5" fmla="*/ 12 h 25"/>
                <a:gd name="T6" fmla="*/ 0 w 19"/>
                <a:gd name="T7" fmla="*/ 12 h 25"/>
                <a:gd name="T8" fmla="*/ 16 w 19"/>
                <a:gd name="T9" fmla="*/ 25 h 25"/>
                <a:gd name="T10" fmla="*/ 18 w 19"/>
                <a:gd name="T11" fmla="*/ 12 h 25"/>
                <a:gd name="T12" fmla="*/ 10 w 19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5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8" y="21"/>
                    <a:pt x="19" y="16"/>
                    <a:pt x="18" y="12"/>
                  </a:cubicBezTo>
                  <a:cubicBezTo>
                    <a:pt x="17" y="7"/>
                    <a:pt x="14" y="3"/>
                    <a:pt x="10" y="0"/>
                  </a:cubicBezTo>
                </a:path>
              </a:pathLst>
            </a:custGeom>
            <a:solidFill>
              <a:srgbClr val="F4A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8" name="Freeform 127">
              <a:extLst>
                <a:ext uri="{FF2B5EF4-FFF2-40B4-BE49-F238E27FC236}">
                  <a16:creationId xmlns:a16="http://schemas.microsoft.com/office/drawing/2014/main" id="{150A3D54-4203-4C6E-B594-B8E6B7121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3972"/>
              <a:ext cx="71" cy="64"/>
            </a:xfrm>
            <a:custGeom>
              <a:avLst/>
              <a:gdLst>
                <a:gd name="T0" fmla="*/ 0 w 30"/>
                <a:gd name="T1" fmla="*/ 0 h 27"/>
                <a:gd name="T2" fmla="*/ 0 w 30"/>
                <a:gd name="T3" fmla="*/ 0 h 27"/>
                <a:gd name="T4" fmla="*/ 30 w 30"/>
                <a:gd name="T5" fmla="*/ 27 h 27"/>
                <a:gd name="T6" fmla="*/ 0 w 30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20" y="18"/>
                    <a:pt x="30" y="27"/>
                  </a:cubicBezTo>
                  <a:cubicBezTo>
                    <a:pt x="19" y="17"/>
                    <a:pt x="8" y="7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39" name="Freeform 128">
              <a:extLst>
                <a:ext uri="{FF2B5EF4-FFF2-40B4-BE49-F238E27FC236}">
                  <a16:creationId xmlns:a16="http://schemas.microsoft.com/office/drawing/2014/main" id="{9A6393E4-CB85-4EBB-A813-D8AAF3E4C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3948"/>
              <a:ext cx="26" cy="24"/>
            </a:xfrm>
            <a:custGeom>
              <a:avLst/>
              <a:gdLst>
                <a:gd name="T0" fmla="*/ 0 w 11"/>
                <a:gd name="T1" fmla="*/ 0 h 10"/>
                <a:gd name="T2" fmla="*/ 11 w 11"/>
                <a:gd name="T3" fmla="*/ 10 h 10"/>
                <a:gd name="T4" fmla="*/ 11 w 11"/>
                <a:gd name="T5" fmla="*/ 10 h 10"/>
                <a:gd name="T6" fmla="*/ 3 w 11"/>
                <a:gd name="T7" fmla="*/ 2 h 10"/>
                <a:gd name="T8" fmla="*/ 0 w 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cubicBezTo>
                    <a:pt x="3" y="3"/>
                    <a:pt x="7" y="6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7" y="7"/>
                    <a:pt x="5" y="4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0" name="Freeform 129">
              <a:extLst>
                <a:ext uri="{FF2B5EF4-FFF2-40B4-BE49-F238E27FC236}">
                  <a16:creationId xmlns:a16="http://schemas.microsoft.com/office/drawing/2014/main" id="{0E65F0D6-FFCB-4C3A-95DD-DA1CCD4268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" y="4058"/>
              <a:ext cx="16" cy="38"/>
            </a:xfrm>
            <a:custGeom>
              <a:avLst/>
              <a:gdLst>
                <a:gd name="T0" fmla="*/ 7 w 7"/>
                <a:gd name="T1" fmla="*/ 14 h 16"/>
                <a:gd name="T2" fmla="*/ 6 w 7"/>
                <a:gd name="T3" fmla="*/ 15 h 16"/>
                <a:gd name="T4" fmla="*/ 5 w 7"/>
                <a:gd name="T5" fmla="*/ 15 h 16"/>
                <a:gd name="T6" fmla="*/ 4 w 7"/>
                <a:gd name="T7" fmla="*/ 15 h 16"/>
                <a:gd name="T8" fmla="*/ 7 w 7"/>
                <a:gd name="T9" fmla="*/ 16 h 16"/>
                <a:gd name="T10" fmla="*/ 7 w 7"/>
                <a:gd name="T11" fmla="*/ 15 h 16"/>
                <a:gd name="T12" fmla="*/ 7 w 7"/>
                <a:gd name="T13" fmla="*/ 14 h 16"/>
                <a:gd name="T14" fmla="*/ 0 w 7"/>
                <a:gd name="T15" fmla="*/ 0 h 16"/>
                <a:gd name="T16" fmla="*/ 2 w 7"/>
                <a:gd name="T17" fmla="*/ 3 h 16"/>
                <a:gd name="T18" fmla="*/ 0 w 7"/>
                <a:gd name="T1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6">
                  <a:moveTo>
                    <a:pt x="7" y="14"/>
                  </a:moveTo>
                  <a:cubicBezTo>
                    <a:pt x="7" y="15"/>
                    <a:pt x="7" y="15"/>
                    <a:pt x="6" y="15"/>
                  </a:cubicBezTo>
                  <a:cubicBezTo>
                    <a:pt x="6" y="15"/>
                    <a:pt x="5" y="15"/>
                    <a:pt x="5" y="15"/>
                  </a:cubicBezTo>
                  <a:cubicBezTo>
                    <a:pt x="5" y="15"/>
                    <a:pt x="5" y="15"/>
                    <a:pt x="4" y="15"/>
                  </a:cubicBezTo>
                  <a:cubicBezTo>
                    <a:pt x="5" y="15"/>
                    <a:pt x="6" y="16"/>
                    <a:pt x="7" y="16"/>
                  </a:cubicBezTo>
                  <a:cubicBezTo>
                    <a:pt x="7" y="16"/>
                    <a:pt x="7" y="16"/>
                    <a:pt x="7" y="15"/>
                  </a:cubicBezTo>
                  <a:cubicBezTo>
                    <a:pt x="7" y="15"/>
                    <a:pt x="7" y="15"/>
                    <a:pt x="7" y="14"/>
                  </a:cubicBezTo>
                  <a:moveTo>
                    <a:pt x="0" y="0"/>
                  </a:moveTo>
                  <a:cubicBezTo>
                    <a:pt x="1" y="1"/>
                    <a:pt x="2" y="2"/>
                    <a:pt x="2" y="3"/>
                  </a:cubicBezTo>
                  <a:cubicBezTo>
                    <a:pt x="1" y="2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1" name="Freeform 130">
              <a:extLst>
                <a:ext uri="{FF2B5EF4-FFF2-40B4-BE49-F238E27FC236}">
                  <a16:creationId xmlns:a16="http://schemas.microsoft.com/office/drawing/2014/main" id="{29FD02F8-C59D-43DD-A871-A9BABEC91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3946"/>
              <a:ext cx="178" cy="147"/>
            </a:xfrm>
            <a:custGeom>
              <a:avLst/>
              <a:gdLst>
                <a:gd name="T0" fmla="*/ 1 w 75"/>
                <a:gd name="T1" fmla="*/ 0 h 62"/>
                <a:gd name="T2" fmla="*/ 0 w 75"/>
                <a:gd name="T3" fmla="*/ 1 h 62"/>
                <a:gd name="T4" fmla="*/ 0 w 75"/>
                <a:gd name="T5" fmla="*/ 1 h 62"/>
                <a:gd name="T6" fmla="*/ 3 w 75"/>
                <a:gd name="T7" fmla="*/ 3 h 62"/>
                <a:gd name="T8" fmla="*/ 11 w 75"/>
                <a:gd name="T9" fmla="*/ 11 h 62"/>
                <a:gd name="T10" fmla="*/ 41 w 75"/>
                <a:gd name="T11" fmla="*/ 38 h 62"/>
                <a:gd name="T12" fmla="*/ 72 w 75"/>
                <a:gd name="T13" fmla="*/ 62 h 62"/>
                <a:gd name="T14" fmla="*/ 73 w 75"/>
                <a:gd name="T15" fmla="*/ 62 h 62"/>
                <a:gd name="T16" fmla="*/ 74 w 75"/>
                <a:gd name="T17" fmla="*/ 62 h 62"/>
                <a:gd name="T18" fmla="*/ 75 w 75"/>
                <a:gd name="T19" fmla="*/ 61 h 62"/>
                <a:gd name="T20" fmla="*/ 70 w 75"/>
                <a:gd name="T21" fmla="*/ 50 h 62"/>
                <a:gd name="T22" fmla="*/ 68 w 75"/>
                <a:gd name="T23" fmla="*/ 47 h 62"/>
                <a:gd name="T24" fmla="*/ 68 w 75"/>
                <a:gd name="T25" fmla="*/ 47 h 62"/>
                <a:gd name="T26" fmla="*/ 66 w 75"/>
                <a:gd name="T27" fmla="*/ 46 h 62"/>
                <a:gd name="T28" fmla="*/ 59 w 75"/>
                <a:gd name="T29" fmla="*/ 49 h 62"/>
                <a:gd name="T30" fmla="*/ 17 w 75"/>
                <a:gd name="T31" fmla="*/ 13 h 62"/>
                <a:gd name="T32" fmla="*/ 16 w 75"/>
                <a:gd name="T33" fmla="*/ 14 h 62"/>
                <a:gd name="T34" fmla="*/ 1 w 75"/>
                <a:gd name="T3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5" h="62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5" y="5"/>
                    <a:pt x="7" y="8"/>
                    <a:pt x="11" y="11"/>
                  </a:cubicBezTo>
                  <a:cubicBezTo>
                    <a:pt x="19" y="18"/>
                    <a:pt x="30" y="28"/>
                    <a:pt x="41" y="38"/>
                  </a:cubicBezTo>
                  <a:cubicBezTo>
                    <a:pt x="55" y="49"/>
                    <a:pt x="67" y="59"/>
                    <a:pt x="72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4" y="62"/>
                    <a:pt x="74" y="62"/>
                  </a:cubicBezTo>
                  <a:cubicBezTo>
                    <a:pt x="75" y="62"/>
                    <a:pt x="75" y="62"/>
                    <a:pt x="75" y="61"/>
                  </a:cubicBezTo>
                  <a:cubicBezTo>
                    <a:pt x="75" y="59"/>
                    <a:pt x="72" y="54"/>
                    <a:pt x="70" y="50"/>
                  </a:cubicBezTo>
                  <a:cubicBezTo>
                    <a:pt x="70" y="49"/>
                    <a:pt x="69" y="48"/>
                    <a:pt x="68" y="47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68" y="47"/>
                    <a:pt x="67" y="46"/>
                    <a:pt x="66" y="46"/>
                  </a:cubicBezTo>
                  <a:cubicBezTo>
                    <a:pt x="63" y="46"/>
                    <a:pt x="59" y="49"/>
                    <a:pt x="59" y="49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4"/>
                    <a:pt x="16" y="14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1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2" name="Freeform 131">
              <a:extLst>
                <a:ext uri="{FF2B5EF4-FFF2-40B4-BE49-F238E27FC236}">
                  <a16:creationId xmlns:a16="http://schemas.microsoft.com/office/drawing/2014/main" id="{4772C28B-67C6-4B75-A468-88B2947E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946"/>
              <a:ext cx="38" cy="33"/>
            </a:xfrm>
            <a:custGeom>
              <a:avLst/>
              <a:gdLst>
                <a:gd name="T0" fmla="*/ 0 w 16"/>
                <a:gd name="T1" fmla="*/ 0 h 14"/>
                <a:gd name="T2" fmla="*/ 0 w 16"/>
                <a:gd name="T3" fmla="*/ 0 h 14"/>
                <a:gd name="T4" fmla="*/ 15 w 16"/>
                <a:gd name="T5" fmla="*/ 14 h 14"/>
                <a:gd name="T6" fmla="*/ 16 w 16"/>
                <a:gd name="T7" fmla="*/ 13 h 14"/>
                <a:gd name="T8" fmla="*/ 0 w 1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8CB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3" name="Freeform 132">
              <a:extLst>
                <a:ext uri="{FF2B5EF4-FFF2-40B4-BE49-F238E27FC236}">
                  <a16:creationId xmlns:a16="http://schemas.microsoft.com/office/drawing/2014/main" id="{51EB5A98-8B24-4C3D-A2AA-D8C1C9EA4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3944"/>
              <a:ext cx="178" cy="149"/>
            </a:xfrm>
            <a:custGeom>
              <a:avLst/>
              <a:gdLst>
                <a:gd name="T0" fmla="*/ 0 w 75"/>
                <a:gd name="T1" fmla="*/ 0 h 63"/>
                <a:gd name="T2" fmla="*/ 1 w 75"/>
                <a:gd name="T3" fmla="*/ 1 h 63"/>
                <a:gd name="T4" fmla="*/ 3 w 75"/>
                <a:gd name="T5" fmla="*/ 3 h 63"/>
                <a:gd name="T6" fmla="*/ 11 w 75"/>
                <a:gd name="T7" fmla="*/ 10 h 63"/>
                <a:gd name="T8" fmla="*/ 37 w 75"/>
                <a:gd name="T9" fmla="*/ 32 h 63"/>
                <a:gd name="T10" fmla="*/ 64 w 75"/>
                <a:gd name="T11" fmla="*/ 54 h 63"/>
                <a:gd name="T12" fmla="*/ 72 w 75"/>
                <a:gd name="T13" fmla="*/ 61 h 63"/>
                <a:gd name="T14" fmla="*/ 74 w 75"/>
                <a:gd name="T15" fmla="*/ 62 h 63"/>
                <a:gd name="T16" fmla="*/ 75 w 75"/>
                <a:gd name="T17" fmla="*/ 63 h 63"/>
                <a:gd name="T18" fmla="*/ 75 w 75"/>
                <a:gd name="T19" fmla="*/ 62 h 63"/>
                <a:gd name="T20" fmla="*/ 72 w 75"/>
                <a:gd name="T21" fmla="*/ 60 h 63"/>
                <a:gd name="T22" fmla="*/ 64 w 75"/>
                <a:gd name="T23" fmla="*/ 54 h 63"/>
                <a:gd name="T24" fmla="*/ 37 w 75"/>
                <a:gd name="T25" fmla="*/ 32 h 63"/>
                <a:gd name="T26" fmla="*/ 11 w 75"/>
                <a:gd name="T27" fmla="*/ 10 h 63"/>
                <a:gd name="T28" fmla="*/ 3 w 75"/>
                <a:gd name="T29" fmla="*/ 3 h 63"/>
                <a:gd name="T30" fmla="*/ 1 w 75"/>
                <a:gd name="T31" fmla="*/ 1 h 63"/>
                <a:gd name="T32" fmla="*/ 0 w 75"/>
                <a:gd name="T3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" h="63">
                  <a:moveTo>
                    <a:pt x="0" y="0"/>
                  </a:moveTo>
                  <a:cubicBezTo>
                    <a:pt x="0" y="0"/>
                    <a:pt x="1" y="0"/>
                    <a:pt x="1" y="1"/>
                  </a:cubicBezTo>
                  <a:cubicBezTo>
                    <a:pt x="2" y="1"/>
                    <a:pt x="2" y="2"/>
                    <a:pt x="3" y="3"/>
                  </a:cubicBezTo>
                  <a:cubicBezTo>
                    <a:pt x="5" y="5"/>
                    <a:pt x="8" y="7"/>
                    <a:pt x="11" y="10"/>
                  </a:cubicBezTo>
                  <a:cubicBezTo>
                    <a:pt x="17" y="16"/>
                    <a:pt x="27" y="24"/>
                    <a:pt x="37" y="32"/>
                  </a:cubicBezTo>
                  <a:cubicBezTo>
                    <a:pt x="47" y="41"/>
                    <a:pt x="57" y="49"/>
                    <a:pt x="64" y="54"/>
                  </a:cubicBezTo>
                  <a:cubicBezTo>
                    <a:pt x="67" y="57"/>
                    <a:pt x="70" y="59"/>
                    <a:pt x="72" y="61"/>
                  </a:cubicBezTo>
                  <a:cubicBezTo>
                    <a:pt x="73" y="61"/>
                    <a:pt x="74" y="62"/>
                    <a:pt x="74" y="62"/>
                  </a:cubicBezTo>
                  <a:cubicBezTo>
                    <a:pt x="75" y="63"/>
                    <a:pt x="75" y="63"/>
                    <a:pt x="75" y="63"/>
                  </a:cubicBezTo>
                  <a:cubicBezTo>
                    <a:pt x="75" y="63"/>
                    <a:pt x="75" y="63"/>
                    <a:pt x="75" y="62"/>
                  </a:cubicBezTo>
                  <a:cubicBezTo>
                    <a:pt x="74" y="62"/>
                    <a:pt x="73" y="61"/>
                    <a:pt x="72" y="60"/>
                  </a:cubicBezTo>
                  <a:cubicBezTo>
                    <a:pt x="70" y="59"/>
                    <a:pt x="67" y="56"/>
                    <a:pt x="64" y="54"/>
                  </a:cubicBezTo>
                  <a:cubicBezTo>
                    <a:pt x="57" y="48"/>
                    <a:pt x="48" y="41"/>
                    <a:pt x="37" y="32"/>
                  </a:cubicBezTo>
                  <a:cubicBezTo>
                    <a:pt x="27" y="23"/>
                    <a:pt x="18" y="15"/>
                    <a:pt x="11" y="10"/>
                  </a:cubicBezTo>
                  <a:cubicBezTo>
                    <a:pt x="8" y="7"/>
                    <a:pt x="5" y="5"/>
                    <a:pt x="3" y="3"/>
                  </a:cubicBezTo>
                  <a:cubicBezTo>
                    <a:pt x="2" y="2"/>
                    <a:pt x="2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4" name="Freeform 133">
              <a:extLst>
                <a:ext uri="{FF2B5EF4-FFF2-40B4-BE49-F238E27FC236}">
                  <a16:creationId xmlns:a16="http://schemas.microsoft.com/office/drawing/2014/main" id="{6F6FA148-09BC-4A48-9C62-5493F93A6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4055"/>
              <a:ext cx="24" cy="10"/>
            </a:xfrm>
            <a:custGeom>
              <a:avLst/>
              <a:gdLst>
                <a:gd name="T0" fmla="*/ 0 w 10"/>
                <a:gd name="T1" fmla="*/ 4 h 4"/>
                <a:gd name="T2" fmla="*/ 5 w 10"/>
                <a:gd name="T3" fmla="*/ 1 h 4"/>
                <a:gd name="T4" fmla="*/ 10 w 10"/>
                <a:gd name="T5" fmla="*/ 1 h 4"/>
                <a:gd name="T6" fmla="*/ 4 w 10"/>
                <a:gd name="T7" fmla="*/ 1 h 4"/>
                <a:gd name="T8" fmla="*/ 0 w 10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0" y="4"/>
                  </a:moveTo>
                  <a:cubicBezTo>
                    <a:pt x="0" y="4"/>
                    <a:pt x="2" y="2"/>
                    <a:pt x="5" y="1"/>
                  </a:cubicBezTo>
                  <a:cubicBezTo>
                    <a:pt x="7" y="0"/>
                    <a:pt x="10" y="1"/>
                    <a:pt x="10" y="1"/>
                  </a:cubicBezTo>
                  <a:cubicBezTo>
                    <a:pt x="10" y="1"/>
                    <a:pt x="7" y="0"/>
                    <a:pt x="4" y="1"/>
                  </a:cubicBezTo>
                  <a:cubicBezTo>
                    <a:pt x="1" y="2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5" name="Freeform 134">
              <a:extLst>
                <a:ext uri="{FF2B5EF4-FFF2-40B4-BE49-F238E27FC236}">
                  <a16:creationId xmlns:a16="http://schemas.microsoft.com/office/drawing/2014/main" id="{04423EC8-48E7-4E0A-8008-832823D1E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4020"/>
              <a:ext cx="14" cy="4"/>
            </a:xfrm>
            <a:custGeom>
              <a:avLst/>
              <a:gdLst>
                <a:gd name="T0" fmla="*/ 0 w 6"/>
                <a:gd name="T1" fmla="*/ 2 h 2"/>
                <a:gd name="T2" fmla="*/ 3 w 6"/>
                <a:gd name="T3" fmla="*/ 1 h 2"/>
                <a:gd name="T4" fmla="*/ 6 w 6"/>
                <a:gd name="T5" fmla="*/ 0 h 2"/>
                <a:gd name="T6" fmla="*/ 3 w 6"/>
                <a:gd name="T7" fmla="*/ 0 h 2"/>
                <a:gd name="T8" fmla="*/ 0 w 6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0" y="2"/>
                    <a:pt x="2" y="1"/>
                    <a:pt x="3" y="1"/>
                  </a:cubicBezTo>
                  <a:cubicBezTo>
                    <a:pt x="5" y="1"/>
                    <a:pt x="6" y="0"/>
                    <a:pt x="6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6" name="Oval 135">
              <a:extLst>
                <a:ext uri="{FF2B5EF4-FFF2-40B4-BE49-F238E27FC236}">
                  <a16:creationId xmlns:a16="http://schemas.microsoft.com/office/drawing/2014/main" id="{F1C636E9-EE5D-4748-96D2-964F7A71B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" y="4010"/>
              <a:ext cx="12" cy="2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7" name="Freeform 136">
              <a:extLst>
                <a:ext uri="{FF2B5EF4-FFF2-40B4-BE49-F238E27FC236}">
                  <a16:creationId xmlns:a16="http://schemas.microsoft.com/office/drawing/2014/main" id="{8003F5BF-DBC7-464F-A8BF-85AF6720E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3996"/>
              <a:ext cx="12" cy="12"/>
            </a:xfrm>
            <a:custGeom>
              <a:avLst/>
              <a:gdLst>
                <a:gd name="T0" fmla="*/ 1 w 5"/>
                <a:gd name="T1" fmla="*/ 1 h 5"/>
                <a:gd name="T2" fmla="*/ 3 w 5"/>
                <a:gd name="T3" fmla="*/ 3 h 5"/>
                <a:gd name="T4" fmla="*/ 5 w 5"/>
                <a:gd name="T5" fmla="*/ 5 h 5"/>
                <a:gd name="T6" fmla="*/ 3 w 5"/>
                <a:gd name="T7" fmla="*/ 2 h 5"/>
                <a:gd name="T8" fmla="*/ 1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0" y="1"/>
                    <a:pt x="1" y="2"/>
                    <a:pt x="3" y="3"/>
                  </a:cubicBezTo>
                  <a:cubicBezTo>
                    <a:pt x="4" y="4"/>
                    <a:pt x="5" y="5"/>
                    <a:pt x="5" y="5"/>
                  </a:cubicBezTo>
                  <a:cubicBezTo>
                    <a:pt x="5" y="4"/>
                    <a:pt x="4" y="3"/>
                    <a:pt x="3" y="2"/>
                  </a:cubicBezTo>
                  <a:cubicBezTo>
                    <a:pt x="2" y="1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8" name="Freeform 137">
              <a:extLst>
                <a:ext uri="{FF2B5EF4-FFF2-40B4-BE49-F238E27FC236}">
                  <a16:creationId xmlns:a16="http://schemas.microsoft.com/office/drawing/2014/main" id="{398FAA30-4651-4794-9C61-94EA96F3B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3989"/>
              <a:ext cx="11" cy="12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3 h 5"/>
                <a:gd name="T4" fmla="*/ 5 w 5"/>
                <a:gd name="T5" fmla="*/ 5 h 5"/>
                <a:gd name="T6" fmla="*/ 3 w 5"/>
                <a:gd name="T7" fmla="*/ 2 h 5"/>
                <a:gd name="T8" fmla="*/ 0 w 5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0" y="0"/>
                    <a:pt x="1" y="2"/>
                    <a:pt x="2" y="3"/>
                  </a:cubicBezTo>
                  <a:cubicBezTo>
                    <a:pt x="4" y="4"/>
                    <a:pt x="5" y="5"/>
                    <a:pt x="5" y="5"/>
                  </a:cubicBezTo>
                  <a:cubicBezTo>
                    <a:pt x="5" y="5"/>
                    <a:pt x="4" y="4"/>
                    <a:pt x="3" y="2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49" name="Freeform 138">
              <a:extLst>
                <a:ext uri="{FF2B5EF4-FFF2-40B4-BE49-F238E27FC236}">
                  <a16:creationId xmlns:a16="http://schemas.microsoft.com/office/drawing/2014/main" id="{621D290B-6D17-4998-8929-0AB7AB72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4015"/>
              <a:ext cx="26" cy="14"/>
            </a:xfrm>
            <a:custGeom>
              <a:avLst/>
              <a:gdLst>
                <a:gd name="T0" fmla="*/ 0 w 11"/>
                <a:gd name="T1" fmla="*/ 1 h 6"/>
                <a:gd name="T2" fmla="*/ 3 w 11"/>
                <a:gd name="T3" fmla="*/ 3 h 6"/>
                <a:gd name="T4" fmla="*/ 6 w 11"/>
                <a:gd name="T5" fmla="*/ 5 h 6"/>
                <a:gd name="T6" fmla="*/ 9 w 11"/>
                <a:gd name="T7" fmla="*/ 6 h 6"/>
                <a:gd name="T8" fmla="*/ 10 w 11"/>
                <a:gd name="T9" fmla="*/ 6 h 6"/>
                <a:gd name="T10" fmla="*/ 11 w 11"/>
                <a:gd name="T11" fmla="*/ 4 h 6"/>
                <a:gd name="T12" fmla="*/ 3 w 11"/>
                <a:gd name="T13" fmla="*/ 0 h 6"/>
                <a:gd name="T14" fmla="*/ 1 w 11"/>
                <a:gd name="T15" fmla="*/ 1 h 6"/>
                <a:gd name="T16" fmla="*/ 0 w 11"/>
                <a:gd name="T17" fmla="*/ 2 h 6"/>
                <a:gd name="T18" fmla="*/ 3 w 11"/>
                <a:gd name="T19" fmla="*/ 1 h 6"/>
                <a:gd name="T20" fmla="*/ 7 w 11"/>
                <a:gd name="T21" fmla="*/ 1 h 6"/>
                <a:gd name="T22" fmla="*/ 10 w 11"/>
                <a:gd name="T23" fmla="*/ 4 h 6"/>
                <a:gd name="T24" fmla="*/ 9 w 11"/>
                <a:gd name="T25" fmla="*/ 5 h 6"/>
                <a:gd name="T26" fmla="*/ 7 w 11"/>
                <a:gd name="T27" fmla="*/ 5 h 6"/>
                <a:gd name="T28" fmla="*/ 3 w 11"/>
                <a:gd name="T29" fmla="*/ 3 h 6"/>
                <a:gd name="T30" fmla="*/ 0 w 11"/>
                <a:gd name="T3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cubicBezTo>
                    <a:pt x="0" y="1"/>
                    <a:pt x="1" y="2"/>
                    <a:pt x="3" y="3"/>
                  </a:cubicBezTo>
                  <a:cubicBezTo>
                    <a:pt x="4" y="4"/>
                    <a:pt x="5" y="5"/>
                    <a:pt x="6" y="5"/>
                  </a:cubicBezTo>
                  <a:cubicBezTo>
                    <a:pt x="7" y="5"/>
                    <a:pt x="8" y="6"/>
                    <a:pt x="9" y="6"/>
                  </a:cubicBezTo>
                  <a:cubicBezTo>
                    <a:pt x="9" y="6"/>
                    <a:pt x="10" y="6"/>
                    <a:pt x="10" y="6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9" y="0"/>
                    <a:pt x="5" y="0"/>
                    <a:pt x="3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1"/>
                    <a:pt x="6" y="1"/>
                    <a:pt x="7" y="1"/>
                  </a:cubicBezTo>
                  <a:cubicBezTo>
                    <a:pt x="8" y="2"/>
                    <a:pt x="10" y="3"/>
                    <a:pt x="10" y="4"/>
                  </a:cubicBezTo>
                  <a:cubicBezTo>
                    <a:pt x="10" y="5"/>
                    <a:pt x="10" y="5"/>
                    <a:pt x="9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1" y="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0" name="Freeform 139">
              <a:extLst>
                <a:ext uri="{FF2B5EF4-FFF2-40B4-BE49-F238E27FC236}">
                  <a16:creationId xmlns:a16="http://schemas.microsoft.com/office/drawing/2014/main" id="{60FBA367-4752-4987-B680-C18AE6C53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3998"/>
              <a:ext cx="10" cy="22"/>
            </a:xfrm>
            <a:custGeom>
              <a:avLst/>
              <a:gdLst>
                <a:gd name="T0" fmla="*/ 1 w 4"/>
                <a:gd name="T1" fmla="*/ 9 h 9"/>
                <a:gd name="T2" fmla="*/ 3 w 4"/>
                <a:gd name="T3" fmla="*/ 7 h 9"/>
                <a:gd name="T4" fmla="*/ 4 w 4"/>
                <a:gd name="T5" fmla="*/ 4 h 9"/>
                <a:gd name="T6" fmla="*/ 2 w 4"/>
                <a:gd name="T7" fmla="*/ 1 h 9"/>
                <a:gd name="T8" fmla="*/ 0 w 4"/>
                <a:gd name="T9" fmla="*/ 1 h 9"/>
                <a:gd name="T10" fmla="*/ 0 w 4"/>
                <a:gd name="T11" fmla="*/ 3 h 9"/>
                <a:gd name="T12" fmla="*/ 0 w 4"/>
                <a:gd name="T13" fmla="*/ 6 h 9"/>
                <a:gd name="T14" fmla="*/ 0 w 4"/>
                <a:gd name="T15" fmla="*/ 8 h 9"/>
                <a:gd name="T16" fmla="*/ 0 w 4"/>
                <a:gd name="T17" fmla="*/ 6 h 9"/>
                <a:gd name="T18" fmla="*/ 1 w 4"/>
                <a:gd name="T19" fmla="*/ 3 h 9"/>
                <a:gd name="T20" fmla="*/ 2 w 4"/>
                <a:gd name="T21" fmla="*/ 1 h 9"/>
                <a:gd name="T22" fmla="*/ 3 w 4"/>
                <a:gd name="T23" fmla="*/ 4 h 9"/>
                <a:gd name="T24" fmla="*/ 2 w 4"/>
                <a:gd name="T25" fmla="*/ 7 h 9"/>
                <a:gd name="T26" fmla="*/ 1 w 4"/>
                <a:gd name="T2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9">
                  <a:moveTo>
                    <a:pt x="1" y="9"/>
                  </a:moveTo>
                  <a:cubicBezTo>
                    <a:pt x="1" y="9"/>
                    <a:pt x="2" y="8"/>
                    <a:pt x="3" y="7"/>
                  </a:cubicBezTo>
                  <a:cubicBezTo>
                    <a:pt x="3" y="6"/>
                    <a:pt x="3" y="5"/>
                    <a:pt x="4" y="4"/>
                  </a:cubicBezTo>
                  <a:cubicBezTo>
                    <a:pt x="4" y="3"/>
                    <a:pt x="4" y="2"/>
                    <a:pt x="2" y="1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5"/>
                    <a:pt x="0" y="4"/>
                    <a:pt x="1" y="3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5"/>
                    <a:pt x="3" y="6"/>
                    <a:pt x="2" y="7"/>
                  </a:cubicBezTo>
                  <a:cubicBezTo>
                    <a:pt x="1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1" name="Freeform 140">
              <a:extLst>
                <a:ext uri="{FF2B5EF4-FFF2-40B4-BE49-F238E27FC236}">
                  <a16:creationId xmlns:a16="http://schemas.microsoft.com/office/drawing/2014/main" id="{F2B8AC14-6EA2-4EE5-BFB5-0C9FD829F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3917"/>
              <a:ext cx="24" cy="60"/>
            </a:xfrm>
            <a:custGeom>
              <a:avLst/>
              <a:gdLst>
                <a:gd name="T0" fmla="*/ 0 w 10"/>
                <a:gd name="T1" fmla="*/ 0 h 25"/>
                <a:gd name="T2" fmla="*/ 3 w 10"/>
                <a:gd name="T3" fmla="*/ 3 h 25"/>
                <a:gd name="T4" fmla="*/ 8 w 10"/>
                <a:gd name="T5" fmla="*/ 12 h 25"/>
                <a:gd name="T6" fmla="*/ 7 w 10"/>
                <a:gd name="T7" fmla="*/ 22 h 25"/>
                <a:gd name="T8" fmla="*/ 6 w 10"/>
                <a:gd name="T9" fmla="*/ 25 h 25"/>
                <a:gd name="T10" fmla="*/ 6 w 10"/>
                <a:gd name="T11" fmla="*/ 25 h 25"/>
                <a:gd name="T12" fmla="*/ 8 w 10"/>
                <a:gd name="T13" fmla="*/ 22 h 25"/>
                <a:gd name="T14" fmla="*/ 9 w 10"/>
                <a:gd name="T15" fmla="*/ 11 h 25"/>
                <a:gd name="T16" fmla="*/ 4 w 10"/>
                <a:gd name="T17" fmla="*/ 2 h 25"/>
                <a:gd name="T18" fmla="*/ 1 w 10"/>
                <a:gd name="T19" fmla="*/ 0 h 25"/>
                <a:gd name="T20" fmla="*/ 0 w 10"/>
                <a:gd name="T2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25">
                  <a:moveTo>
                    <a:pt x="0" y="0"/>
                  </a:moveTo>
                  <a:cubicBezTo>
                    <a:pt x="0" y="0"/>
                    <a:pt x="2" y="1"/>
                    <a:pt x="3" y="3"/>
                  </a:cubicBezTo>
                  <a:cubicBezTo>
                    <a:pt x="5" y="5"/>
                    <a:pt x="7" y="8"/>
                    <a:pt x="8" y="12"/>
                  </a:cubicBezTo>
                  <a:cubicBezTo>
                    <a:pt x="9" y="15"/>
                    <a:pt x="8" y="19"/>
                    <a:pt x="7" y="22"/>
                  </a:cubicBezTo>
                  <a:cubicBezTo>
                    <a:pt x="6" y="24"/>
                    <a:pt x="5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4"/>
                    <a:pt x="7" y="23"/>
                    <a:pt x="8" y="22"/>
                  </a:cubicBezTo>
                  <a:cubicBezTo>
                    <a:pt x="9" y="19"/>
                    <a:pt x="10" y="15"/>
                    <a:pt x="9" y="11"/>
                  </a:cubicBezTo>
                  <a:cubicBezTo>
                    <a:pt x="8" y="7"/>
                    <a:pt x="6" y="4"/>
                    <a:pt x="4" y="2"/>
                  </a:cubicBezTo>
                  <a:cubicBezTo>
                    <a:pt x="3" y="1"/>
                    <a:pt x="2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2" name="Freeform 141">
              <a:extLst>
                <a:ext uri="{FF2B5EF4-FFF2-40B4-BE49-F238E27FC236}">
                  <a16:creationId xmlns:a16="http://schemas.microsoft.com/office/drawing/2014/main" id="{4046D16C-CBED-4666-8F1B-C155E5CD0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3882"/>
              <a:ext cx="36" cy="43"/>
            </a:xfrm>
            <a:custGeom>
              <a:avLst/>
              <a:gdLst>
                <a:gd name="T0" fmla="*/ 15 w 15"/>
                <a:gd name="T1" fmla="*/ 0 h 18"/>
                <a:gd name="T2" fmla="*/ 7 w 15"/>
                <a:gd name="T3" fmla="*/ 9 h 18"/>
                <a:gd name="T4" fmla="*/ 0 w 15"/>
                <a:gd name="T5" fmla="*/ 18 h 18"/>
                <a:gd name="T6" fmla="*/ 8 w 15"/>
                <a:gd name="T7" fmla="*/ 9 h 18"/>
                <a:gd name="T8" fmla="*/ 15 w 15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8">
                  <a:moveTo>
                    <a:pt x="15" y="0"/>
                  </a:moveTo>
                  <a:cubicBezTo>
                    <a:pt x="15" y="0"/>
                    <a:pt x="12" y="4"/>
                    <a:pt x="7" y="9"/>
                  </a:cubicBezTo>
                  <a:cubicBezTo>
                    <a:pt x="3" y="14"/>
                    <a:pt x="0" y="18"/>
                    <a:pt x="0" y="18"/>
                  </a:cubicBezTo>
                  <a:cubicBezTo>
                    <a:pt x="0" y="18"/>
                    <a:pt x="4" y="14"/>
                    <a:pt x="8" y="9"/>
                  </a:cubicBezTo>
                  <a:cubicBezTo>
                    <a:pt x="12" y="5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3" name="Freeform 142">
              <a:extLst>
                <a:ext uri="{FF2B5EF4-FFF2-40B4-BE49-F238E27FC236}">
                  <a16:creationId xmlns:a16="http://schemas.microsoft.com/office/drawing/2014/main" id="{F58BD2AB-E31A-4060-B602-E160DD08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3979"/>
              <a:ext cx="33" cy="26"/>
            </a:xfrm>
            <a:custGeom>
              <a:avLst/>
              <a:gdLst>
                <a:gd name="T0" fmla="*/ 1 w 14"/>
                <a:gd name="T1" fmla="*/ 0 h 11"/>
                <a:gd name="T2" fmla="*/ 6 w 14"/>
                <a:gd name="T3" fmla="*/ 6 h 11"/>
                <a:gd name="T4" fmla="*/ 13 w 14"/>
                <a:gd name="T5" fmla="*/ 11 h 11"/>
                <a:gd name="T6" fmla="*/ 7 w 14"/>
                <a:gd name="T7" fmla="*/ 6 h 11"/>
                <a:gd name="T8" fmla="*/ 1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" y="0"/>
                  </a:moveTo>
                  <a:cubicBezTo>
                    <a:pt x="0" y="0"/>
                    <a:pt x="3" y="3"/>
                    <a:pt x="6" y="6"/>
                  </a:cubicBezTo>
                  <a:cubicBezTo>
                    <a:pt x="10" y="9"/>
                    <a:pt x="13" y="11"/>
                    <a:pt x="13" y="11"/>
                  </a:cubicBezTo>
                  <a:cubicBezTo>
                    <a:pt x="14" y="11"/>
                    <a:pt x="10" y="9"/>
                    <a:pt x="7" y="6"/>
                  </a:cubicBezTo>
                  <a:cubicBezTo>
                    <a:pt x="3" y="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4" name="Freeform 143">
              <a:extLst>
                <a:ext uri="{FF2B5EF4-FFF2-40B4-BE49-F238E27FC236}">
                  <a16:creationId xmlns:a16="http://schemas.microsoft.com/office/drawing/2014/main" id="{7787A322-01DA-4AFA-9A23-B771D9D81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3963"/>
              <a:ext cx="3" cy="7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2 h 3"/>
                <a:gd name="T4" fmla="*/ 0 w 1"/>
                <a:gd name="T5" fmla="*/ 3 h 3"/>
                <a:gd name="T6" fmla="*/ 1 w 1"/>
                <a:gd name="T7" fmla="*/ 2 h 3"/>
                <a:gd name="T8" fmla="*/ 1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3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5" name="Freeform 144">
              <a:extLst>
                <a:ext uri="{FF2B5EF4-FFF2-40B4-BE49-F238E27FC236}">
                  <a16:creationId xmlns:a16="http://schemas.microsoft.com/office/drawing/2014/main" id="{06663B63-54C8-4882-BD52-99A6A036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3946"/>
              <a:ext cx="2" cy="7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2 h 3"/>
                <a:gd name="T4" fmla="*/ 0 w 1"/>
                <a:gd name="T5" fmla="*/ 3 h 3"/>
                <a:gd name="T6" fmla="*/ 1 w 1"/>
                <a:gd name="T7" fmla="*/ 2 h 3"/>
                <a:gd name="T8" fmla="*/ 0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2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6" name="Freeform 145">
              <a:extLst>
                <a:ext uri="{FF2B5EF4-FFF2-40B4-BE49-F238E27FC236}">
                  <a16:creationId xmlns:a16="http://schemas.microsoft.com/office/drawing/2014/main" id="{1C54E025-5DC8-492C-85E8-5985D2147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932"/>
              <a:ext cx="5" cy="7"/>
            </a:xfrm>
            <a:custGeom>
              <a:avLst/>
              <a:gdLst>
                <a:gd name="T0" fmla="*/ 0 w 2"/>
                <a:gd name="T1" fmla="*/ 0 h 3"/>
                <a:gd name="T2" fmla="*/ 1 w 2"/>
                <a:gd name="T3" fmla="*/ 2 h 3"/>
                <a:gd name="T4" fmla="*/ 2 w 2"/>
                <a:gd name="T5" fmla="*/ 3 h 3"/>
                <a:gd name="T6" fmla="*/ 1 w 2"/>
                <a:gd name="T7" fmla="*/ 1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0"/>
                    <a:pt x="0" y="1"/>
                    <a:pt x="1" y="2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2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7" name="Freeform 146">
              <a:extLst>
                <a:ext uri="{FF2B5EF4-FFF2-40B4-BE49-F238E27FC236}">
                  <a16:creationId xmlns:a16="http://schemas.microsoft.com/office/drawing/2014/main" id="{B09090B9-63B5-42D8-9803-491F4208D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3925"/>
              <a:ext cx="3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0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8" name="Freeform 147">
              <a:extLst>
                <a:ext uri="{FF2B5EF4-FFF2-40B4-BE49-F238E27FC236}">
                  <a16:creationId xmlns:a16="http://schemas.microsoft.com/office/drawing/2014/main" id="{0763EDF9-9E7A-4BDE-BFF3-E1ABD88C6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2476"/>
              <a:ext cx="757" cy="1534"/>
            </a:xfrm>
            <a:custGeom>
              <a:avLst/>
              <a:gdLst>
                <a:gd name="T0" fmla="*/ 168 w 319"/>
                <a:gd name="T1" fmla="*/ 3 h 646"/>
                <a:gd name="T2" fmla="*/ 155 w 319"/>
                <a:gd name="T3" fmla="*/ 100 h 646"/>
                <a:gd name="T4" fmla="*/ 195 w 319"/>
                <a:gd name="T5" fmla="*/ 126 h 646"/>
                <a:gd name="T6" fmla="*/ 194 w 319"/>
                <a:gd name="T7" fmla="*/ 347 h 646"/>
                <a:gd name="T8" fmla="*/ 0 w 319"/>
                <a:gd name="T9" fmla="*/ 587 h 646"/>
                <a:gd name="T10" fmla="*/ 72 w 319"/>
                <a:gd name="T11" fmla="*/ 646 h 646"/>
                <a:gd name="T12" fmla="*/ 300 w 319"/>
                <a:gd name="T13" fmla="*/ 362 h 646"/>
                <a:gd name="T14" fmla="*/ 288 w 319"/>
                <a:gd name="T15" fmla="*/ 0 h 646"/>
                <a:gd name="T16" fmla="*/ 168 w 319"/>
                <a:gd name="T17" fmla="*/ 3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9" h="646">
                  <a:moveTo>
                    <a:pt x="168" y="3"/>
                  </a:moveTo>
                  <a:cubicBezTo>
                    <a:pt x="168" y="3"/>
                    <a:pt x="149" y="84"/>
                    <a:pt x="155" y="100"/>
                  </a:cubicBezTo>
                  <a:cubicBezTo>
                    <a:pt x="160" y="116"/>
                    <a:pt x="195" y="126"/>
                    <a:pt x="195" y="126"/>
                  </a:cubicBezTo>
                  <a:cubicBezTo>
                    <a:pt x="194" y="347"/>
                    <a:pt x="194" y="347"/>
                    <a:pt x="194" y="347"/>
                  </a:cubicBezTo>
                  <a:cubicBezTo>
                    <a:pt x="0" y="587"/>
                    <a:pt x="0" y="587"/>
                    <a:pt x="0" y="587"/>
                  </a:cubicBezTo>
                  <a:cubicBezTo>
                    <a:pt x="72" y="646"/>
                    <a:pt x="72" y="646"/>
                    <a:pt x="72" y="646"/>
                  </a:cubicBezTo>
                  <a:cubicBezTo>
                    <a:pt x="72" y="646"/>
                    <a:pt x="282" y="406"/>
                    <a:pt x="300" y="362"/>
                  </a:cubicBezTo>
                  <a:cubicBezTo>
                    <a:pt x="319" y="319"/>
                    <a:pt x="288" y="0"/>
                    <a:pt x="288" y="0"/>
                  </a:cubicBezTo>
                  <a:cubicBezTo>
                    <a:pt x="168" y="3"/>
                    <a:pt x="168" y="3"/>
                    <a:pt x="168" y="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59" name="Freeform 148">
              <a:extLst>
                <a:ext uri="{FF2B5EF4-FFF2-40B4-BE49-F238E27FC236}">
                  <a16:creationId xmlns:a16="http://schemas.microsoft.com/office/drawing/2014/main" id="{20C849EE-FB80-4251-8A38-D43BB7A00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405"/>
              <a:ext cx="411" cy="1603"/>
            </a:xfrm>
            <a:custGeom>
              <a:avLst/>
              <a:gdLst>
                <a:gd name="T0" fmla="*/ 164 w 173"/>
                <a:gd name="T1" fmla="*/ 0 h 675"/>
                <a:gd name="T2" fmla="*/ 173 w 173"/>
                <a:gd name="T3" fmla="*/ 674 h 675"/>
                <a:gd name="T4" fmla="*/ 74 w 173"/>
                <a:gd name="T5" fmla="*/ 675 h 675"/>
                <a:gd name="T6" fmla="*/ 25 w 173"/>
                <a:gd name="T7" fmla="*/ 126 h 675"/>
                <a:gd name="T8" fmla="*/ 2 w 173"/>
                <a:gd name="T9" fmla="*/ 60 h 675"/>
                <a:gd name="T10" fmla="*/ 4 w 173"/>
                <a:gd name="T11" fmla="*/ 16 h 675"/>
                <a:gd name="T12" fmla="*/ 164 w 173"/>
                <a:gd name="T1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" h="675">
                  <a:moveTo>
                    <a:pt x="164" y="0"/>
                  </a:moveTo>
                  <a:cubicBezTo>
                    <a:pt x="173" y="674"/>
                    <a:pt x="173" y="674"/>
                    <a:pt x="173" y="674"/>
                  </a:cubicBezTo>
                  <a:cubicBezTo>
                    <a:pt x="74" y="675"/>
                    <a:pt x="74" y="675"/>
                    <a:pt x="74" y="675"/>
                  </a:cubicBezTo>
                  <a:cubicBezTo>
                    <a:pt x="25" y="126"/>
                    <a:pt x="25" y="126"/>
                    <a:pt x="25" y="126"/>
                  </a:cubicBezTo>
                  <a:cubicBezTo>
                    <a:pt x="14" y="116"/>
                    <a:pt x="0" y="99"/>
                    <a:pt x="2" y="6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64" y="0"/>
                    <a:pt x="164" y="0"/>
                    <a:pt x="164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0" name="Freeform 149">
              <a:extLst>
                <a:ext uri="{FF2B5EF4-FFF2-40B4-BE49-F238E27FC236}">
                  <a16:creationId xmlns:a16="http://schemas.microsoft.com/office/drawing/2014/main" id="{D909071B-FCAB-4280-A779-911C3E101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730"/>
              <a:ext cx="93" cy="660"/>
            </a:xfrm>
            <a:custGeom>
              <a:avLst/>
              <a:gdLst>
                <a:gd name="T0" fmla="*/ 0 w 39"/>
                <a:gd name="T1" fmla="*/ 278 h 278"/>
                <a:gd name="T2" fmla="*/ 1 w 39"/>
                <a:gd name="T3" fmla="*/ 277 h 278"/>
                <a:gd name="T4" fmla="*/ 3 w 39"/>
                <a:gd name="T5" fmla="*/ 274 h 278"/>
                <a:gd name="T6" fmla="*/ 10 w 39"/>
                <a:gd name="T7" fmla="*/ 264 h 278"/>
                <a:gd name="T8" fmla="*/ 37 w 39"/>
                <a:gd name="T9" fmla="*/ 227 h 278"/>
                <a:gd name="T10" fmla="*/ 37 w 39"/>
                <a:gd name="T11" fmla="*/ 227 h 278"/>
                <a:gd name="T12" fmla="*/ 29 w 39"/>
                <a:gd name="T13" fmla="*/ 145 h 278"/>
                <a:gd name="T14" fmla="*/ 21 w 39"/>
                <a:gd name="T15" fmla="*/ 42 h 278"/>
                <a:gd name="T16" fmla="*/ 19 w 39"/>
                <a:gd name="T17" fmla="*/ 11 h 278"/>
                <a:gd name="T18" fmla="*/ 19 w 39"/>
                <a:gd name="T19" fmla="*/ 2 h 278"/>
                <a:gd name="T20" fmla="*/ 19 w 39"/>
                <a:gd name="T21" fmla="*/ 0 h 278"/>
                <a:gd name="T22" fmla="*/ 19 w 39"/>
                <a:gd name="T23" fmla="*/ 2 h 278"/>
                <a:gd name="T24" fmla="*/ 20 w 39"/>
                <a:gd name="T25" fmla="*/ 11 h 278"/>
                <a:gd name="T26" fmla="*/ 23 w 39"/>
                <a:gd name="T27" fmla="*/ 42 h 278"/>
                <a:gd name="T28" fmla="*/ 31 w 39"/>
                <a:gd name="T29" fmla="*/ 145 h 278"/>
                <a:gd name="T30" fmla="*/ 39 w 39"/>
                <a:gd name="T31" fmla="*/ 227 h 278"/>
                <a:gd name="T32" fmla="*/ 39 w 39"/>
                <a:gd name="T33" fmla="*/ 228 h 278"/>
                <a:gd name="T34" fmla="*/ 38 w 39"/>
                <a:gd name="T35" fmla="*/ 228 h 278"/>
                <a:gd name="T36" fmla="*/ 11 w 39"/>
                <a:gd name="T37" fmla="*/ 264 h 278"/>
                <a:gd name="T38" fmla="*/ 3 w 39"/>
                <a:gd name="T39" fmla="*/ 275 h 278"/>
                <a:gd name="T40" fmla="*/ 1 w 39"/>
                <a:gd name="T41" fmla="*/ 277 h 278"/>
                <a:gd name="T42" fmla="*/ 0 w 39"/>
                <a:gd name="T43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278">
                  <a:moveTo>
                    <a:pt x="0" y="278"/>
                  </a:moveTo>
                  <a:cubicBezTo>
                    <a:pt x="0" y="278"/>
                    <a:pt x="1" y="278"/>
                    <a:pt x="1" y="277"/>
                  </a:cubicBezTo>
                  <a:cubicBezTo>
                    <a:pt x="2" y="276"/>
                    <a:pt x="2" y="275"/>
                    <a:pt x="3" y="274"/>
                  </a:cubicBezTo>
                  <a:cubicBezTo>
                    <a:pt x="5" y="272"/>
                    <a:pt x="7" y="268"/>
                    <a:pt x="10" y="264"/>
                  </a:cubicBezTo>
                  <a:cubicBezTo>
                    <a:pt x="17" y="255"/>
                    <a:pt x="26" y="242"/>
                    <a:pt x="37" y="227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35" y="204"/>
                    <a:pt x="32" y="175"/>
                    <a:pt x="29" y="145"/>
                  </a:cubicBezTo>
                  <a:cubicBezTo>
                    <a:pt x="26" y="105"/>
                    <a:pt x="23" y="68"/>
                    <a:pt x="21" y="42"/>
                  </a:cubicBezTo>
                  <a:cubicBezTo>
                    <a:pt x="20" y="29"/>
                    <a:pt x="20" y="18"/>
                    <a:pt x="19" y="11"/>
                  </a:cubicBezTo>
                  <a:cubicBezTo>
                    <a:pt x="19" y="7"/>
                    <a:pt x="19" y="5"/>
                    <a:pt x="19" y="2"/>
                  </a:cubicBezTo>
                  <a:cubicBezTo>
                    <a:pt x="19" y="1"/>
                    <a:pt x="19" y="0"/>
                    <a:pt x="19" y="0"/>
                  </a:cubicBezTo>
                  <a:cubicBezTo>
                    <a:pt x="19" y="0"/>
                    <a:pt x="19" y="1"/>
                    <a:pt x="19" y="2"/>
                  </a:cubicBezTo>
                  <a:cubicBezTo>
                    <a:pt x="20" y="5"/>
                    <a:pt x="20" y="7"/>
                    <a:pt x="20" y="11"/>
                  </a:cubicBezTo>
                  <a:cubicBezTo>
                    <a:pt x="21" y="19"/>
                    <a:pt x="22" y="29"/>
                    <a:pt x="23" y="42"/>
                  </a:cubicBezTo>
                  <a:cubicBezTo>
                    <a:pt x="25" y="68"/>
                    <a:pt x="28" y="105"/>
                    <a:pt x="31" y="145"/>
                  </a:cubicBezTo>
                  <a:cubicBezTo>
                    <a:pt x="34" y="175"/>
                    <a:pt x="37" y="204"/>
                    <a:pt x="39" y="227"/>
                  </a:cubicBezTo>
                  <a:cubicBezTo>
                    <a:pt x="39" y="228"/>
                    <a:pt x="39" y="228"/>
                    <a:pt x="39" y="228"/>
                  </a:cubicBezTo>
                  <a:cubicBezTo>
                    <a:pt x="38" y="228"/>
                    <a:pt x="38" y="228"/>
                    <a:pt x="38" y="228"/>
                  </a:cubicBezTo>
                  <a:cubicBezTo>
                    <a:pt x="27" y="243"/>
                    <a:pt x="18" y="255"/>
                    <a:pt x="11" y="264"/>
                  </a:cubicBezTo>
                  <a:cubicBezTo>
                    <a:pt x="8" y="269"/>
                    <a:pt x="5" y="272"/>
                    <a:pt x="3" y="275"/>
                  </a:cubicBezTo>
                  <a:cubicBezTo>
                    <a:pt x="3" y="276"/>
                    <a:pt x="2" y="276"/>
                    <a:pt x="1" y="277"/>
                  </a:cubicBezTo>
                  <a:cubicBezTo>
                    <a:pt x="1" y="278"/>
                    <a:pt x="1" y="278"/>
                    <a:pt x="0" y="27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1" name="Freeform 150">
              <a:extLst>
                <a:ext uri="{FF2B5EF4-FFF2-40B4-BE49-F238E27FC236}">
                  <a16:creationId xmlns:a16="http://schemas.microsoft.com/office/drawing/2014/main" id="{3C738DBC-FF8B-4CA9-A890-FC6319813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" y="2701"/>
              <a:ext cx="124" cy="29"/>
            </a:xfrm>
            <a:custGeom>
              <a:avLst/>
              <a:gdLst>
                <a:gd name="T0" fmla="*/ 52 w 52"/>
                <a:gd name="T1" fmla="*/ 12 h 12"/>
                <a:gd name="T2" fmla="*/ 26 w 52"/>
                <a:gd name="T3" fmla="*/ 8 h 12"/>
                <a:gd name="T4" fmla="*/ 0 w 52"/>
                <a:gd name="T5" fmla="*/ 1 h 12"/>
                <a:gd name="T6" fmla="*/ 26 w 52"/>
                <a:gd name="T7" fmla="*/ 6 h 12"/>
                <a:gd name="T8" fmla="*/ 52 w 5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">
                  <a:moveTo>
                    <a:pt x="52" y="12"/>
                  </a:moveTo>
                  <a:cubicBezTo>
                    <a:pt x="52" y="12"/>
                    <a:pt x="40" y="11"/>
                    <a:pt x="26" y="8"/>
                  </a:cubicBezTo>
                  <a:cubicBezTo>
                    <a:pt x="11" y="5"/>
                    <a:pt x="0" y="1"/>
                    <a:pt x="0" y="1"/>
                  </a:cubicBezTo>
                  <a:cubicBezTo>
                    <a:pt x="0" y="0"/>
                    <a:pt x="12" y="3"/>
                    <a:pt x="26" y="6"/>
                  </a:cubicBezTo>
                  <a:cubicBezTo>
                    <a:pt x="40" y="9"/>
                    <a:pt x="52" y="11"/>
                    <a:pt x="52" y="1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2" name="Freeform 151">
              <a:extLst>
                <a:ext uri="{FF2B5EF4-FFF2-40B4-BE49-F238E27FC236}">
                  <a16:creationId xmlns:a16="http://schemas.microsoft.com/office/drawing/2014/main" id="{67479716-7557-4C45-913C-BFCAF6CC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252"/>
              <a:ext cx="130" cy="24"/>
            </a:xfrm>
            <a:custGeom>
              <a:avLst/>
              <a:gdLst>
                <a:gd name="T0" fmla="*/ 54 w 55"/>
                <a:gd name="T1" fmla="*/ 10 h 10"/>
                <a:gd name="T2" fmla="*/ 28 w 55"/>
                <a:gd name="T3" fmla="*/ 3 h 10"/>
                <a:gd name="T4" fmla="*/ 0 w 55"/>
                <a:gd name="T5" fmla="*/ 5 h 10"/>
                <a:gd name="T6" fmla="*/ 8 w 55"/>
                <a:gd name="T7" fmla="*/ 2 h 10"/>
                <a:gd name="T8" fmla="*/ 28 w 55"/>
                <a:gd name="T9" fmla="*/ 1 h 10"/>
                <a:gd name="T10" fmla="*/ 47 w 55"/>
                <a:gd name="T11" fmla="*/ 5 h 10"/>
                <a:gd name="T12" fmla="*/ 54 w 55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10">
                  <a:moveTo>
                    <a:pt x="54" y="10"/>
                  </a:moveTo>
                  <a:cubicBezTo>
                    <a:pt x="54" y="10"/>
                    <a:pt x="43" y="4"/>
                    <a:pt x="28" y="3"/>
                  </a:cubicBezTo>
                  <a:cubicBezTo>
                    <a:pt x="12" y="1"/>
                    <a:pt x="0" y="6"/>
                    <a:pt x="0" y="5"/>
                  </a:cubicBezTo>
                  <a:cubicBezTo>
                    <a:pt x="0" y="5"/>
                    <a:pt x="3" y="4"/>
                    <a:pt x="8" y="2"/>
                  </a:cubicBezTo>
                  <a:cubicBezTo>
                    <a:pt x="13" y="1"/>
                    <a:pt x="20" y="0"/>
                    <a:pt x="28" y="1"/>
                  </a:cubicBezTo>
                  <a:cubicBezTo>
                    <a:pt x="36" y="1"/>
                    <a:pt x="43" y="3"/>
                    <a:pt x="47" y="5"/>
                  </a:cubicBezTo>
                  <a:cubicBezTo>
                    <a:pt x="52" y="8"/>
                    <a:pt x="55" y="9"/>
                    <a:pt x="54" y="1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3" name="Freeform 152">
              <a:extLst>
                <a:ext uri="{FF2B5EF4-FFF2-40B4-BE49-F238E27FC236}">
                  <a16:creationId xmlns:a16="http://schemas.microsoft.com/office/drawing/2014/main" id="{B21139BE-938A-4168-991B-6D99EE123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" y="3350"/>
              <a:ext cx="301" cy="394"/>
            </a:xfrm>
            <a:custGeom>
              <a:avLst/>
              <a:gdLst>
                <a:gd name="T0" fmla="*/ 126 w 127"/>
                <a:gd name="T1" fmla="*/ 0 h 166"/>
                <a:gd name="T2" fmla="*/ 64 w 127"/>
                <a:gd name="T3" fmla="*/ 83 h 166"/>
                <a:gd name="T4" fmla="*/ 1 w 127"/>
                <a:gd name="T5" fmla="*/ 165 h 166"/>
                <a:gd name="T6" fmla="*/ 63 w 127"/>
                <a:gd name="T7" fmla="*/ 82 h 166"/>
                <a:gd name="T8" fmla="*/ 126 w 127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66">
                  <a:moveTo>
                    <a:pt x="126" y="0"/>
                  </a:moveTo>
                  <a:cubicBezTo>
                    <a:pt x="127" y="0"/>
                    <a:pt x="99" y="38"/>
                    <a:pt x="64" y="83"/>
                  </a:cubicBezTo>
                  <a:cubicBezTo>
                    <a:pt x="29" y="129"/>
                    <a:pt x="1" y="166"/>
                    <a:pt x="1" y="165"/>
                  </a:cubicBezTo>
                  <a:cubicBezTo>
                    <a:pt x="0" y="165"/>
                    <a:pt x="28" y="128"/>
                    <a:pt x="63" y="82"/>
                  </a:cubicBezTo>
                  <a:cubicBezTo>
                    <a:pt x="97" y="36"/>
                    <a:pt x="126" y="0"/>
                    <a:pt x="12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4" name="Freeform 153">
              <a:extLst>
                <a:ext uri="{FF2B5EF4-FFF2-40B4-BE49-F238E27FC236}">
                  <a16:creationId xmlns:a16="http://schemas.microsoft.com/office/drawing/2014/main" id="{C4B43033-E1A9-405E-8759-951397BC9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511"/>
              <a:ext cx="119" cy="48"/>
            </a:xfrm>
            <a:custGeom>
              <a:avLst/>
              <a:gdLst>
                <a:gd name="T0" fmla="*/ 50 w 50"/>
                <a:gd name="T1" fmla="*/ 5 h 20"/>
                <a:gd name="T2" fmla="*/ 44 w 50"/>
                <a:gd name="T3" fmla="*/ 12 h 20"/>
                <a:gd name="T4" fmla="*/ 23 w 50"/>
                <a:gd name="T5" fmla="*/ 19 h 20"/>
                <a:gd name="T6" fmla="*/ 4 w 50"/>
                <a:gd name="T7" fmla="*/ 8 h 20"/>
                <a:gd name="T8" fmla="*/ 0 w 50"/>
                <a:gd name="T9" fmla="*/ 0 h 20"/>
                <a:gd name="T10" fmla="*/ 5 w 50"/>
                <a:gd name="T11" fmla="*/ 7 h 20"/>
                <a:gd name="T12" fmla="*/ 23 w 50"/>
                <a:gd name="T13" fmla="*/ 17 h 20"/>
                <a:gd name="T14" fmla="*/ 43 w 50"/>
                <a:gd name="T15" fmla="*/ 11 h 20"/>
                <a:gd name="T16" fmla="*/ 50 w 50"/>
                <a:gd name="T1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0">
                  <a:moveTo>
                    <a:pt x="50" y="5"/>
                  </a:moveTo>
                  <a:cubicBezTo>
                    <a:pt x="50" y="5"/>
                    <a:pt x="49" y="9"/>
                    <a:pt x="44" y="12"/>
                  </a:cubicBezTo>
                  <a:cubicBezTo>
                    <a:pt x="40" y="16"/>
                    <a:pt x="32" y="20"/>
                    <a:pt x="23" y="19"/>
                  </a:cubicBezTo>
                  <a:cubicBezTo>
                    <a:pt x="14" y="18"/>
                    <a:pt x="7" y="13"/>
                    <a:pt x="4" y="8"/>
                  </a:cubicBezTo>
                  <a:cubicBezTo>
                    <a:pt x="1" y="4"/>
                    <a:pt x="0" y="0"/>
                    <a:pt x="0" y="0"/>
                  </a:cubicBezTo>
                  <a:cubicBezTo>
                    <a:pt x="1" y="0"/>
                    <a:pt x="2" y="3"/>
                    <a:pt x="5" y="7"/>
                  </a:cubicBezTo>
                  <a:cubicBezTo>
                    <a:pt x="9" y="11"/>
                    <a:pt x="15" y="16"/>
                    <a:pt x="23" y="17"/>
                  </a:cubicBezTo>
                  <a:cubicBezTo>
                    <a:pt x="32" y="18"/>
                    <a:pt x="39" y="15"/>
                    <a:pt x="43" y="11"/>
                  </a:cubicBezTo>
                  <a:cubicBezTo>
                    <a:pt x="48" y="8"/>
                    <a:pt x="50" y="5"/>
                    <a:pt x="50" y="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5" name="Freeform 154">
              <a:extLst>
                <a:ext uri="{FF2B5EF4-FFF2-40B4-BE49-F238E27FC236}">
                  <a16:creationId xmlns:a16="http://schemas.microsoft.com/office/drawing/2014/main" id="{9082F042-6B39-474A-AA83-ADD568294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1414"/>
              <a:ext cx="66" cy="285"/>
            </a:xfrm>
            <a:custGeom>
              <a:avLst/>
              <a:gdLst>
                <a:gd name="T0" fmla="*/ 28 w 28"/>
                <a:gd name="T1" fmla="*/ 120 h 120"/>
                <a:gd name="T2" fmla="*/ 1 w 28"/>
                <a:gd name="T3" fmla="*/ 61 h 120"/>
                <a:gd name="T4" fmla="*/ 23 w 28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20">
                  <a:moveTo>
                    <a:pt x="28" y="120"/>
                  </a:moveTo>
                  <a:cubicBezTo>
                    <a:pt x="12" y="105"/>
                    <a:pt x="2" y="83"/>
                    <a:pt x="1" y="61"/>
                  </a:cubicBezTo>
                  <a:cubicBezTo>
                    <a:pt x="0" y="39"/>
                    <a:pt x="8" y="17"/>
                    <a:pt x="23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6" name="Freeform 155">
              <a:extLst>
                <a:ext uri="{FF2B5EF4-FFF2-40B4-BE49-F238E27FC236}">
                  <a16:creationId xmlns:a16="http://schemas.microsoft.com/office/drawing/2014/main" id="{143965FE-E596-46AD-BE1E-273007B83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1849"/>
              <a:ext cx="150" cy="306"/>
            </a:xfrm>
            <a:custGeom>
              <a:avLst/>
              <a:gdLst>
                <a:gd name="T0" fmla="*/ 25 w 63"/>
                <a:gd name="T1" fmla="*/ 0 h 129"/>
                <a:gd name="T2" fmla="*/ 0 w 63"/>
                <a:gd name="T3" fmla="*/ 117 h 129"/>
                <a:gd name="T4" fmla="*/ 62 w 63"/>
                <a:gd name="T5" fmla="*/ 125 h 129"/>
                <a:gd name="T6" fmla="*/ 25 w 63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29">
                  <a:moveTo>
                    <a:pt x="25" y="0"/>
                  </a:moveTo>
                  <a:cubicBezTo>
                    <a:pt x="25" y="0"/>
                    <a:pt x="4" y="24"/>
                    <a:pt x="0" y="117"/>
                  </a:cubicBezTo>
                  <a:cubicBezTo>
                    <a:pt x="0" y="117"/>
                    <a:pt x="61" y="129"/>
                    <a:pt x="62" y="125"/>
                  </a:cubicBezTo>
                  <a:cubicBezTo>
                    <a:pt x="63" y="122"/>
                    <a:pt x="25" y="0"/>
                    <a:pt x="25" y="0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7" name="Freeform 156">
              <a:extLst>
                <a:ext uri="{FF2B5EF4-FFF2-40B4-BE49-F238E27FC236}">
                  <a16:creationId xmlns:a16="http://schemas.microsoft.com/office/drawing/2014/main" id="{96027398-A7C7-4EE2-B901-21728DD81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1849"/>
              <a:ext cx="116" cy="297"/>
            </a:xfrm>
            <a:custGeom>
              <a:avLst/>
              <a:gdLst>
                <a:gd name="T0" fmla="*/ 25 w 49"/>
                <a:gd name="T1" fmla="*/ 0 h 125"/>
                <a:gd name="T2" fmla="*/ 0 w 49"/>
                <a:gd name="T3" fmla="*/ 117 h 125"/>
                <a:gd name="T4" fmla="*/ 49 w 49"/>
                <a:gd name="T5" fmla="*/ 125 h 125"/>
                <a:gd name="T6" fmla="*/ 31 w 49"/>
                <a:gd name="T7" fmla="*/ 71 h 125"/>
                <a:gd name="T8" fmla="*/ 19 w 49"/>
                <a:gd name="T9" fmla="*/ 23 h 125"/>
                <a:gd name="T10" fmla="*/ 21 w 49"/>
                <a:gd name="T11" fmla="*/ 8 h 125"/>
                <a:gd name="T12" fmla="*/ 25 w 49"/>
                <a:gd name="T13" fmla="*/ 0 h 125"/>
                <a:gd name="T14" fmla="*/ 25 w 49"/>
                <a:gd name="T1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125">
                  <a:moveTo>
                    <a:pt x="25" y="0"/>
                  </a:moveTo>
                  <a:cubicBezTo>
                    <a:pt x="25" y="0"/>
                    <a:pt x="4" y="24"/>
                    <a:pt x="0" y="117"/>
                  </a:cubicBezTo>
                  <a:cubicBezTo>
                    <a:pt x="0" y="117"/>
                    <a:pt x="30" y="123"/>
                    <a:pt x="49" y="125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24" y="54"/>
                    <a:pt x="19" y="37"/>
                    <a:pt x="19" y="23"/>
                  </a:cubicBezTo>
                  <a:cubicBezTo>
                    <a:pt x="19" y="18"/>
                    <a:pt x="20" y="13"/>
                    <a:pt x="21" y="8"/>
                  </a:cubicBezTo>
                  <a:cubicBezTo>
                    <a:pt x="23" y="5"/>
                    <a:pt x="24" y="3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8" name="Freeform 157">
              <a:extLst>
                <a:ext uri="{FF2B5EF4-FFF2-40B4-BE49-F238E27FC236}">
                  <a16:creationId xmlns:a16="http://schemas.microsoft.com/office/drawing/2014/main" id="{2910BAEB-27AB-4DBA-8DD3-86260300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" y="1742"/>
              <a:ext cx="665" cy="748"/>
            </a:xfrm>
            <a:custGeom>
              <a:avLst/>
              <a:gdLst>
                <a:gd name="T0" fmla="*/ 20 w 280"/>
                <a:gd name="T1" fmla="*/ 315 h 315"/>
                <a:gd name="T2" fmla="*/ 208 w 280"/>
                <a:gd name="T3" fmla="*/ 315 h 315"/>
                <a:gd name="T4" fmla="*/ 205 w 280"/>
                <a:gd name="T5" fmla="*/ 286 h 315"/>
                <a:gd name="T6" fmla="*/ 184 w 280"/>
                <a:gd name="T7" fmla="*/ 173 h 315"/>
                <a:gd name="T8" fmla="*/ 187 w 280"/>
                <a:gd name="T9" fmla="*/ 166 h 315"/>
                <a:gd name="T10" fmla="*/ 188 w 280"/>
                <a:gd name="T11" fmla="*/ 107 h 315"/>
                <a:gd name="T12" fmla="*/ 280 w 280"/>
                <a:gd name="T13" fmla="*/ 75 h 315"/>
                <a:gd name="T14" fmla="*/ 257 w 280"/>
                <a:gd name="T15" fmla="*/ 0 h 315"/>
                <a:gd name="T16" fmla="*/ 153 w 280"/>
                <a:gd name="T17" fmla="*/ 15 h 315"/>
                <a:gd name="T18" fmla="*/ 143 w 280"/>
                <a:gd name="T19" fmla="*/ 15 h 315"/>
                <a:gd name="T20" fmla="*/ 77 w 280"/>
                <a:gd name="T21" fmla="*/ 19 h 315"/>
                <a:gd name="T22" fmla="*/ 6 w 280"/>
                <a:gd name="T23" fmla="*/ 53 h 315"/>
                <a:gd name="T24" fmla="*/ 16 w 280"/>
                <a:gd name="T25" fmla="*/ 116 h 315"/>
                <a:gd name="T26" fmla="*/ 40 w 280"/>
                <a:gd name="T27" fmla="*/ 190 h 315"/>
                <a:gd name="T28" fmla="*/ 26 w 280"/>
                <a:gd name="T29" fmla="*/ 270 h 315"/>
                <a:gd name="T30" fmla="*/ 20 w 280"/>
                <a:gd name="T31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0" h="315">
                  <a:moveTo>
                    <a:pt x="20" y="315"/>
                  </a:moveTo>
                  <a:cubicBezTo>
                    <a:pt x="208" y="315"/>
                    <a:pt x="208" y="315"/>
                    <a:pt x="208" y="315"/>
                  </a:cubicBezTo>
                  <a:cubicBezTo>
                    <a:pt x="205" y="286"/>
                    <a:pt x="205" y="286"/>
                    <a:pt x="205" y="286"/>
                  </a:cubicBezTo>
                  <a:cubicBezTo>
                    <a:pt x="205" y="286"/>
                    <a:pt x="183" y="174"/>
                    <a:pt x="184" y="173"/>
                  </a:cubicBezTo>
                  <a:cubicBezTo>
                    <a:pt x="187" y="166"/>
                    <a:pt x="187" y="166"/>
                    <a:pt x="187" y="166"/>
                  </a:cubicBezTo>
                  <a:cubicBezTo>
                    <a:pt x="196" y="147"/>
                    <a:pt x="196" y="126"/>
                    <a:pt x="188" y="107"/>
                  </a:cubicBezTo>
                  <a:cubicBezTo>
                    <a:pt x="280" y="75"/>
                    <a:pt x="280" y="75"/>
                    <a:pt x="280" y="75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216" y="7"/>
                    <a:pt x="153" y="15"/>
                    <a:pt x="153" y="15"/>
                  </a:cubicBezTo>
                  <a:cubicBezTo>
                    <a:pt x="143" y="15"/>
                    <a:pt x="143" y="15"/>
                    <a:pt x="143" y="15"/>
                  </a:cubicBezTo>
                  <a:cubicBezTo>
                    <a:pt x="143" y="15"/>
                    <a:pt x="78" y="19"/>
                    <a:pt x="77" y="19"/>
                  </a:cubicBezTo>
                  <a:cubicBezTo>
                    <a:pt x="50" y="22"/>
                    <a:pt x="18" y="24"/>
                    <a:pt x="6" y="53"/>
                  </a:cubicBezTo>
                  <a:cubicBezTo>
                    <a:pt x="0" y="69"/>
                    <a:pt x="6" y="92"/>
                    <a:pt x="16" y="116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50" y="231"/>
                    <a:pt x="34" y="229"/>
                    <a:pt x="26" y="270"/>
                  </a:cubicBezTo>
                  <a:cubicBezTo>
                    <a:pt x="25" y="276"/>
                    <a:pt x="20" y="309"/>
                    <a:pt x="20" y="315"/>
                  </a:cubicBezTo>
                </a:path>
              </a:pathLst>
            </a:custGeom>
            <a:solidFill>
              <a:srgbClr val="E85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69" name="Freeform 158">
              <a:extLst>
                <a:ext uri="{FF2B5EF4-FFF2-40B4-BE49-F238E27FC236}">
                  <a16:creationId xmlns:a16="http://schemas.microsoft.com/office/drawing/2014/main" id="{591AD6FB-5B81-4831-B622-2BA3EBD20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" y="1742"/>
              <a:ext cx="656" cy="748"/>
            </a:xfrm>
            <a:custGeom>
              <a:avLst/>
              <a:gdLst>
                <a:gd name="T0" fmla="*/ 253 w 276"/>
                <a:gd name="T1" fmla="*/ 0 h 315"/>
                <a:gd name="T2" fmla="*/ 177 w 276"/>
                <a:gd name="T3" fmla="*/ 11 h 315"/>
                <a:gd name="T4" fmla="*/ 175 w 276"/>
                <a:gd name="T5" fmla="*/ 11 h 315"/>
                <a:gd name="T6" fmla="*/ 149 w 276"/>
                <a:gd name="T7" fmla="*/ 15 h 315"/>
                <a:gd name="T8" fmla="*/ 139 w 276"/>
                <a:gd name="T9" fmla="*/ 15 h 315"/>
                <a:gd name="T10" fmla="*/ 138 w 276"/>
                <a:gd name="T11" fmla="*/ 15 h 315"/>
                <a:gd name="T12" fmla="*/ 73 w 276"/>
                <a:gd name="T13" fmla="*/ 19 h 315"/>
                <a:gd name="T14" fmla="*/ 71 w 276"/>
                <a:gd name="T15" fmla="*/ 19 h 315"/>
                <a:gd name="T16" fmla="*/ 6 w 276"/>
                <a:gd name="T17" fmla="*/ 45 h 315"/>
                <a:gd name="T18" fmla="*/ 2 w 276"/>
                <a:gd name="T19" fmla="*/ 53 h 315"/>
                <a:gd name="T20" fmla="*/ 0 w 276"/>
                <a:gd name="T21" fmla="*/ 68 h 315"/>
                <a:gd name="T22" fmla="*/ 12 w 276"/>
                <a:gd name="T23" fmla="*/ 116 h 315"/>
                <a:gd name="T24" fmla="*/ 36 w 276"/>
                <a:gd name="T25" fmla="*/ 190 h 315"/>
                <a:gd name="T26" fmla="*/ 39 w 276"/>
                <a:gd name="T27" fmla="*/ 212 h 315"/>
                <a:gd name="T28" fmla="*/ 22 w 276"/>
                <a:gd name="T29" fmla="*/ 270 h 315"/>
                <a:gd name="T30" fmla="*/ 16 w 276"/>
                <a:gd name="T31" fmla="*/ 315 h 315"/>
                <a:gd name="T32" fmla="*/ 16 w 276"/>
                <a:gd name="T33" fmla="*/ 315 h 315"/>
                <a:gd name="T34" fmla="*/ 204 w 276"/>
                <a:gd name="T35" fmla="*/ 315 h 315"/>
                <a:gd name="T36" fmla="*/ 201 w 276"/>
                <a:gd name="T37" fmla="*/ 286 h 315"/>
                <a:gd name="T38" fmla="*/ 180 w 276"/>
                <a:gd name="T39" fmla="*/ 173 h 315"/>
                <a:gd name="T40" fmla="*/ 180 w 276"/>
                <a:gd name="T41" fmla="*/ 173 h 315"/>
                <a:gd name="T42" fmla="*/ 183 w 276"/>
                <a:gd name="T43" fmla="*/ 166 h 315"/>
                <a:gd name="T44" fmla="*/ 190 w 276"/>
                <a:gd name="T45" fmla="*/ 135 h 315"/>
                <a:gd name="T46" fmla="*/ 184 w 276"/>
                <a:gd name="T47" fmla="*/ 107 h 315"/>
                <a:gd name="T48" fmla="*/ 184 w 276"/>
                <a:gd name="T49" fmla="*/ 107 h 315"/>
                <a:gd name="T50" fmla="*/ 184 w 276"/>
                <a:gd name="T51" fmla="*/ 107 h 315"/>
                <a:gd name="T52" fmla="*/ 276 w 276"/>
                <a:gd name="T53" fmla="*/ 75 h 315"/>
                <a:gd name="T54" fmla="*/ 275 w 276"/>
                <a:gd name="T55" fmla="*/ 75 h 315"/>
                <a:gd name="T56" fmla="*/ 273 w 276"/>
                <a:gd name="T57" fmla="*/ 66 h 315"/>
                <a:gd name="T58" fmla="*/ 255 w 276"/>
                <a:gd name="T59" fmla="*/ 6 h 315"/>
                <a:gd name="T60" fmla="*/ 253 w 276"/>
                <a:gd name="T61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6" h="315">
                  <a:moveTo>
                    <a:pt x="253" y="0"/>
                  </a:moveTo>
                  <a:cubicBezTo>
                    <a:pt x="229" y="4"/>
                    <a:pt x="199" y="8"/>
                    <a:pt x="177" y="11"/>
                  </a:cubicBezTo>
                  <a:cubicBezTo>
                    <a:pt x="176" y="11"/>
                    <a:pt x="175" y="11"/>
                    <a:pt x="175" y="11"/>
                  </a:cubicBezTo>
                  <a:cubicBezTo>
                    <a:pt x="159" y="13"/>
                    <a:pt x="149" y="15"/>
                    <a:pt x="149" y="15"/>
                  </a:cubicBezTo>
                  <a:cubicBezTo>
                    <a:pt x="139" y="15"/>
                    <a:pt x="139" y="15"/>
                    <a:pt x="139" y="15"/>
                  </a:cubicBezTo>
                  <a:cubicBezTo>
                    <a:pt x="139" y="15"/>
                    <a:pt x="139" y="15"/>
                    <a:pt x="138" y="15"/>
                  </a:cubicBezTo>
                  <a:cubicBezTo>
                    <a:pt x="131" y="16"/>
                    <a:pt x="74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47" y="22"/>
                    <a:pt x="20" y="24"/>
                    <a:pt x="6" y="45"/>
                  </a:cubicBezTo>
                  <a:cubicBezTo>
                    <a:pt x="5" y="48"/>
                    <a:pt x="4" y="50"/>
                    <a:pt x="2" y="53"/>
                  </a:cubicBezTo>
                  <a:cubicBezTo>
                    <a:pt x="1" y="58"/>
                    <a:pt x="0" y="63"/>
                    <a:pt x="0" y="68"/>
                  </a:cubicBezTo>
                  <a:cubicBezTo>
                    <a:pt x="0" y="82"/>
                    <a:pt x="5" y="99"/>
                    <a:pt x="12" y="116"/>
                  </a:cubicBezTo>
                  <a:cubicBezTo>
                    <a:pt x="36" y="190"/>
                    <a:pt x="36" y="190"/>
                    <a:pt x="36" y="190"/>
                  </a:cubicBezTo>
                  <a:cubicBezTo>
                    <a:pt x="38" y="200"/>
                    <a:pt x="39" y="206"/>
                    <a:pt x="39" y="212"/>
                  </a:cubicBezTo>
                  <a:cubicBezTo>
                    <a:pt x="39" y="232"/>
                    <a:pt x="29" y="238"/>
                    <a:pt x="22" y="270"/>
                  </a:cubicBezTo>
                  <a:cubicBezTo>
                    <a:pt x="21" y="276"/>
                    <a:pt x="16" y="309"/>
                    <a:pt x="16" y="315"/>
                  </a:cubicBezTo>
                  <a:cubicBezTo>
                    <a:pt x="16" y="315"/>
                    <a:pt x="16" y="315"/>
                    <a:pt x="16" y="315"/>
                  </a:cubicBezTo>
                  <a:cubicBezTo>
                    <a:pt x="204" y="315"/>
                    <a:pt x="204" y="315"/>
                    <a:pt x="204" y="315"/>
                  </a:cubicBezTo>
                  <a:cubicBezTo>
                    <a:pt x="201" y="286"/>
                    <a:pt x="201" y="286"/>
                    <a:pt x="201" y="286"/>
                  </a:cubicBezTo>
                  <a:cubicBezTo>
                    <a:pt x="201" y="286"/>
                    <a:pt x="180" y="175"/>
                    <a:pt x="180" y="173"/>
                  </a:cubicBezTo>
                  <a:cubicBezTo>
                    <a:pt x="180" y="173"/>
                    <a:pt x="180" y="173"/>
                    <a:pt x="180" y="173"/>
                  </a:cubicBezTo>
                  <a:cubicBezTo>
                    <a:pt x="183" y="166"/>
                    <a:pt x="183" y="166"/>
                    <a:pt x="183" y="166"/>
                  </a:cubicBezTo>
                  <a:cubicBezTo>
                    <a:pt x="188" y="156"/>
                    <a:pt x="190" y="146"/>
                    <a:pt x="190" y="135"/>
                  </a:cubicBezTo>
                  <a:cubicBezTo>
                    <a:pt x="190" y="126"/>
                    <a:pt x="188" y="116"/>
                    <a:pt x="184" y="107"/>
                  </a:cubicBezTo>
                  <a:cubicBezTo>
                    <a:pt x="184" y="107"/>
                    <a:pt x="184" y="107"/>
                    <a:pt x="184" y="107"/>
                  </a:cubicBezTo>
                  <a:cubicBezTo>
                    <a:pt x="184" y="107"/>
                    <a:pt x="184" y="107"/>
                    <a:pt x="184" y="107"/>
                  </a:cubicBezTo>
                  <a:cubicBezTo>
                    <a:pt x="276" y="75"/>
                    <a:pt x="276" y="75"/>
                    <a:pt x="276" y="75"/>
                  </a:cubicBezTo>
                  <a:cubicBezTo>
                    <a:pt x="275" y="75"/>
                    <a:pt x="275" y="75"/>
                    <a:pt x="275" y="75"/>
                  </a:cubicBezTo>
                  <a:cubicBezTo>
                    <a:pt x="273" y="66"/>
                    <a:pt x="273" y="66"/>
                    <a:pt x="273" y="66"/>
                  </a:cubicBezTo>
                  <a:cubicBezTo>
                    <a:pt x="255" y="6"/>
                    <a:pt x="255" y="6"/>
                    <a:pt x="255" y="6"/>
                  </a:cubicBezTo>
                  <a:cubicBezTo>
                    <a:pt x="253" y="0"/>
                    <a:pt x="253" y="0"/>
                    <a:pt x="253" y="0"/>
                  </a:cubicBezTo>
                </a:path>
              </a:pathLst>
            </a:custGeom>
            <a:solidFill>
              <a:srgbClr val="A23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0" name="Freeform 159">
              <a:extLst>
                <a:ext uri="{FF2B5EF4-FFF2-40B4-BE49-F238E27FC236}">
                  <a16:creationId xmlns:a16="http://schemas.microsoft.com/office/drawing/2014/main" id="{F83BB258-595B-459D-AD7E-88CC000D7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1925"/>
              <a:ext cx="251" cy="88"/>
            </a:xfrm>
            <a:custGeom>
              <a:avLst/>
              <a:gdLst>
                <a:gd name="T0" fmla="*/ 106 w 106"/>
                <a:gd name="T1" fmla="*/ 0 h 37"/>
                <a:gd name="T2" fmla="*/ 102 w 106"/>
                <a:gd name="T3" fmla="*/ 1 h 37"/>
                <a:gd name="T4" fmla="*/ 90 w 106"/>
                <a:gd name="T5" fmla="*/ 5 h 37"/>
                <a:gd name="T6" fmla="*/ 53 w 106"/>
                <a:gd name="T7" fmla="*/ 18 h 37"/>
                <a:gd name="T8" fmla="*/ 16 w 106"/>
                <a:gd name="T9" fmla="*/ 31 h 37"/>
                <a:gd name="T10" fmla="*/ 4 w 106"/>
                <a:gd name="T11" fmla="*/ 35 h 37"/>
                <a:gd name="T12" fmla="*/ 0 w 106"/>
                <a:gd name="T13" fmla="*/ 37 h 37"/>
                <a:gd name="T14" fmla="*/ 4 w 106"/>
                <a:gd name="T15" fmla="*/ 35 h 37"/>
                <a:gd name="T16" fmla="*/ 15 w 106"/>
                <a:gd name="T17" fmla="*/ 29 h 37"/>
                <a:gd name="T18" fmla="*/ 52 w 106"/>
                <a:gd name="T19" fmla="*/ 16 h 37"/>
                <a:gd name="T20" fmla="*/ 90 w 106"/>
                <a:gd name="T21" fmla="*/ 4 h 37"/>
                <a:gd name="T22" fmla="*/ 101 w 106"/>
                <a:gd name="T23" fmla="*/ 1 h 37"/>
                <a:gd name="T24" fmla="*/ 106 w 106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106" y="0"/>
                    <a:pt x="104" y="0"/>
                    <a:pt x="102" y="1"/>
                  </a:cubicBezTo>
                  <a:cubicBezTo>
                    <a:pt x="99" y="2"/>
                    <a:pt x="95" y="4"/>
                    <a:pt x="90" y="5"/>
                  </a:cubicBezTo>
                  <a:cubicBezTo>
                    <a:pt x="81" y="9"/>
                    <a:pt x="67" y="13"/>
                    <a:pt x="53" y="18"/>
                  </a:cubicBezTo>
                  <a:cubicBezTo>
                    <a:pt x="38" y="22"/>
                    <a:pt x="25" y="27"/>
                    <a:pt x="16" y="31"/>
                  </a:cubicBezTo>
                  <a:cubicBezTo>
                    <a:pt x="11" y="33"/>
                    <a:pt x="7" y="34"/>
                    <a:pt x="4" y="35"/>
                  </a:cubicBezTo>
                  <a:cubicBezTo>
                    <a:pt x="2" y="37"/>
                    <a:pt x="0" y="37"/>
                    <a:pt x="0" y="37"/>
                  </a:cubicBezTo>
                  <a:cubicBezTo>
                    <a:pt x="0" y="37"/>
                    <a:pt x="2" y="36"/>
                    <a:pt x="4" y="35"/>
                  </a:cubicBezTo>
                  <a:cubicBezTo>
                    <a:pt x="7" y="33"/>
                    <a:pt x="10" y="32"/>
                    <a:pt x="15" y="29"/>
                  </a:cubicBezTo>
                  <a:cubicBezTo>
                    <a:pt x="24" y="25"/>
                    <a:pt x="37" y="20"/>
                    <a:pt x="52" y="16"/>
                  </a:cubicBezTo>
                  <a:cubicBezTo>
                    <a:pt x="67" y="11"/>
                    <a:pt x="80" y="7"/>
                    <a:pt x="90" y="4"/>
                  </a:cubicBezTo>
                  <a:cubicBezTo>
                    <a:pt x="95" y="2"/>
                    <a:pt x="99" y="1"/>
                    <a:pt x="101" y="1"/>
                  </a:cubicBezTo>
                  <a:cubicBezTo>
                    <a:pt x="104" y="0"/>
                    <a:pt x="106" y="0"/>
                    <a:pt x="1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1" name="Oval 160">
              <a:extLst>
                <a:ext uri="{FF2B5EF4-FFF2-40B4-BE49-F238E27FC236}">
                  <a16:creationId xmlns:a16="http://schemas.microsoft.com/office/drawing/2014/main" id="{D147EE26-6916-4A24-9904-1C2837B0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" y="1825"/>
              <a:ext cx="589" cy="5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2" name="Oval 161">
              <a:extLst>
                <a:ext uri="{FF2B5EF4-FFF2-40B4-BE49-F238E27FC236}">
                  <a16:creationId xmlns:a16="http://schemas.microsoft.com/office/drawing/2014/main" id="{B68E2C64-80A3-4F0A-A2A0-F940F3412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1913"/>
              <a:ext cx="655" cy="5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3" name="Oval 162">
              <a:extLst>
                <a:ext uri="{FF2B5EF4-FFF2-40B4-BE49-F238E27FC236}">
                  <a16:creationId xmlns:a16="http://schemas.microsoft.com/office/drawing/2014/main" id="{35154C1C-B204-451C-9A41-023CC71C3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" y="2013"/>
              <a:ext cx="55" cy="4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4" name="Oval 163">
              <a:extLst>
                <a:ext uri="{FF2B5EF4-FFF2-40B4-BE49-F238E27FC236}">
                  <a16:creationId xmlns:a16="http://schemas.microsoft.com/office/drawing/2014/main" id="{723824AA-A5A0-43BB-863E-F2B7F0A5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2015"/>
              <a:ext cx="429" cy="5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5" name="Oval 164">
              <a:extLst>
                <a:ext uri="{FF2B5EF4-FFF2-40B4-BE49-F238E27FC236}">
                  <a16:creationId xmlns:a16="http://schemas.microsoft.com/office/drawing/2014/main" id="{DC60E1B2-538C-4899-9521-315ECBB43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117"/>
              <a:ext cx="385" cy="7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6" name="Oval 165">
              <a:extLst>
                <a:ext uri="{FF2B5EF4-FFF2-40B4-BE49-F238E27FC236}">
                  <a16:creationId xmlns:a16="http://schemas.microsoft.com/office/drawing/2014/main" id="{4B4A1256-4692-4B58-96B5-30A01E86D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" y="2212"/>
              <a:ext cx="347" cy="7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7" name="Oval 166">
              <a:extLst>
                <a:ext uri="{FF2B5EF4-FFF2-40B4-BE49-F238E27FC236}">
                  <a16:creationId xmlns:a16="http://schemas.microsoft.com/office/drawing/2014/main" id="{E44C9D13-A11B-4D39-A3A0-9D87CC238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291"/>
              <a:ext cx="373" cy="4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8" name="Oval 167">
              <a:extLst>
                <a:ext uri="{FF2B5EF4-FFF2-40B4-BE49-F238E27FC236}">
                  <a16:creationId xmlns:a16="http://schemas.microsoft.com/office/drawing/2014/main" id="{C18D1C0A-0969-4B59-B57D-E82299460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" y="2388"/>
              <a:ext cx="422" cy="5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  <p:sp>
          <p:nvSpPr>
            <p:cNvPr id="179" name="Freeform 168">
              <a:extLst>
                <a:ext uri="{FF2B5EF4-FFF2-40B4-BE49-F238E27FC236}">
                  <a16:creationId xmlns:a16="http://schemas.microsoft.com/office/drawing/2014/main" id="{934155F8-4DE6-413E-8544-553F60073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" y="1956"/>
              <a:ext cx="78" cy="230"/>
            </a:xfrm>
            <a:custGeom>
              <a:avLst/>
              <a:gdLst>
                <a:gd name="T0" fmla="*/ 33 w 33"/>
                <a:gd name="T1" fmla="*/ 97 h 97"/>
                <a:gd name="T2" fmla="*/ 31 w 33"/>
                <a:gd name="T3" fmla="*/ 93 h 97"/>
                <a:gd name="T4" fmla="*/ 27 w 33"/>
                <a:gd name="T5" fmla="*/ 83 h 97"/>
                <a:gd name="T6" fmla="*/ 15 w 33"/>
                <a:gd name="T7" fmla="*/ 49 h 97"/>
                <a:gd name="T8" fmla="*/ 3 w 33"/>
                <a:gd name="T9" fmla="*/ 15 h 97"/>
                <a:gd name="T10" fmla="*/ 1 w 33"/>
                <a:gd name="T11" fmla="*/ 4 h 97"/>
                <a:gd name="T12" fmla="*/ 0 w 33"/>
                <a:gd name="T13" fmla="*/ 0 h 97"/>
                <a:gd name="T14" fmla="*/ 5 w 33"/>
                <a:gd name="T15" fmla="*/ 14 h 97"/>
                <a:gd name="T16" fmla="*/ 17 w 33"/>
                <a:gd name="T17" fmla="*/ 48 h 97"/>
                <a:gd name="T18" fmla="*/ 29 w 33"/>
                <a:gd name="T19" fmla="*/ 82 h 97"/>
                <a:gd name="T20" fmla="*/ 32 w 33"/>
                <a:gd name="T21" fmla="*/ 93 h 97"/>
                <a:gd name="T22" fmla="*/ 33 w 33"/>
                <a:gd name="T23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" h="97">
                  <a:moveTo>
                    <a:pt x="33" y="97"/>
                  </a:moveTo>
                  <a:cubicBezTo>
                    <a:pt x="33" y="97"/>
                    <a:pt x="32" y="96"/>
                    <a:pt x="31" y="93"/>
                  </a:cubicBezTo>
                  <a:cubicBezTo>
                    <a:pt x="30" y="90"/>
                    <a:pt x="29" y="87"/>
                    <a:pt x="27" y="83"/>
                  </a:cubicBezTo>
                  <a:cubicBezTo>
                    <a:pt x="24" y="74"/>
                    <a:pt x="19" y="62"/>
                    <a:pt x="15" y="49"/>
                  </a:cubicBezTo>
                  <a:cubicBezTo>
                    <a:pt x="10" y="36"/>
                    <a:pt x="6" y="24"/>
                    <a:pt x="3" y="15"/>
                  </a:cubicBezTo>
                  <a:cubicBezTo>
                    <a:pt x="2" y="10"/>
                    <a:pt x="1" y="7"/>
                    <a:pt x="1" y="4"/>
                  </a:cubicBezTo>
                  <a:cubicBezTo>
                    <a:pt x="0" y="2"/>
                    <a:pt x="0" y="0"/>
                    <a:pt x="0" y="0"/>
                  </a:cubicBezTo>
                  <a:cubicBezTo>
                    <a:pt x="0" y="0"/>
                    <a:pt x="2" y="5"/>
                    <a:pt x="5" y="14"/>
                  </a:cubicBezTo>
                  <a:cubicBezTo>
                    <a:pt x="8" y="23"/>
                    <a:pt x="12" y="35"/>
                    <a:pt x="17" y="48"/>
                  </a:cubicBezTo>
                  <a:cubicBezTo>
                    <a:pt x="21" y="62"/>
                    <a:pt x="26" y="74"/>
                    <a:pt x="29" y="82"/>
                  </a:cubicBezTo>
                  <a:cubicBezTo>
                    <a:pt x="30" y="87"/>
                    <a:pt x="31" y="90"/>
                    <a:pt x="32" y="93"/>
                  </a:cubicBezTo>
                  <a:cubicBezTo>
                    <a:pt x="33" y="95"/>
                    <a:pt x="33" y="97"/>
                    <a:pt x="33" y="9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12A85D9-9216-41A9-9BAB-D4D189EABD35}"/>
              </a:ext>
            </a:extLst>
          </p:cNvPr>
          <p:cNvGrpSpPr/>
          <p:nvPr/>
        </p:nvGrpSpPr>
        <p:grpSpPr>
          <a:xfrm>
            <a:off x="5879713" y="347429"/>
            <a:ext cx="5733461" cy="3775764"/>
            <a:chOff x="5014452" y="1446088"/>
            <a:chExt cx="10943303" cy="3775764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E07568A1-0586-451D-9826-7E79C4FD4B07}"/>
                </a:ext>
              </a:extLst>
            </p:cNvPr>
            <p:cNvCxnSpPr/>
            <p:nvPr/>
          </p:nvCxnSpPr>
          <p:spPr>
            <a:xfrm>
              <a:off x="5014452" y="1446088"/>
              <a:ext cx="1094330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7661F31-59F6-4795-9FB4-1EF02A817BE6}"/>
                </a:ext>
              </a:extLst>
            </p:cNvPr>
            <p:cNvCxnSpPr/>
            <p:nvPr/>
          </p:nvCxnSpPr>
          <p:spPr>
            <a:xfrm>
              <a:off x="5014452" y="2401968"/>
              <a:ext cx="1094330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75BE4345-C472-47F3-9036-3E08F903902B}"/>
                </a:ext>
              </a:extLst>
            </p:cNvPr>
            <p:cNvCxnSpPr/>
            <p:nvPr/>
          </p:nvCxnSpPr>
          <p:spPr>
            <a:xfrm>
              <a:off x="5014452" y="4313728"/>
              <a:ext cx="1094330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BA4D4BB-E7E8-404A-9036-C7B1DEECD48A}"/>
                </a:ext>
              </a:extLst>
            </p:cNvPr>
            <p:cNvCxnSpPr/>
            <p:nvPr/>
          </p:nvCxnSpPr>
          <p:spPr>
            <a:xfrm>
              <a:off x="5014452" y="5221852"/>
              <a:ext cx="1094330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Graphic 8">
            <a:extLst>
              <a:ext uri="{FF2B5EF4-FFF2-40B4-BE49-F238E27FC236}">
                <a16:creationId xmlns:a16="http://schemas.microsoft.com/office/drawing/2014/main" id="{47CFF331-5B2E-43E4-93B7-E761BC66D864}"/>
              </a:ext>
            </a:extLst>
          </p:cNvPr>
          <p:cNvSpPr/>
          <p:nvPr/>
        </p:nvSpPr>
        <p:spPr>
          <a:xfrm rot="5400000">
            <a:off x="5046833" y="461252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8FA77DCC-A350-4EA6-9D80-3E1813C97134}"/>
              </a:ext>
            </a:extLst>
          </p:cNvPr>
          <p:cNvSpPr txBox="1">
            <a:spLocks/>
          </p:cNvSpPr>
          <p:nvPr/>
        </p:nvSpPr>
        <p:spPr>
          <a:xfrm>
            <a:off x="5879713" y="538847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연구개요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1" name="Graphic 8">
            <a:extLst>
              <a:ext uri="{FF2B5EF4-FFF2-40B4-BE49-F238E27FC236}">
                <a16:creationId xmlns:a16="http://schemas.microsoft.com/office/drawing/2014/main" id="{9ECA440F-BB0C-4DA3-85CB-41749F455FAC}"/>
              </a:ext>
            </a:extLst>
          </p:cNvPr>
          <p:cNvSpPr/>
          <p:nvPr/>
        </p:nvSpPr>
        <p:spPr>
          <a:xfrm rot="5400000">
            <a:off x="5656439" y="1395573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1)</a:t>
            </a:r>
          </a:p>
        </p:txBody>
      </p:sp>
      <p:sp>
        <p:nvSpPr>
          <p:cNvPr id="203" name="Text Placeholder 2">
            <a:extLst>
              <a:ext uri="{FF2B5EF4-FFF2-40B4-BE49-F238E27FC236}">
                <a16:creationId xmlns:a16="http://schemas.microsoft.com/office/drawing/2014/main" id="{44F7E311-7375-4C92-87DF-3C7415E5885A}"/>
              </a:ext>
            </a:extLst>
          </p:cNvPr>
          <p:cNvSpPr txBox="1">
            <a:spLocks/>
          </p:cNvSpPr>
          <p:nvPr/>
        </p:nvSpPr>
        <p:spPr>
          <a:xfrm>
            <a:off x="6489319" y="1473168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 배경 및 동기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204" name="Graphic 8">
            <a:extLst>
              <a:ext uri="{FF2B5EF4-FFF2-40B4-BE49-F238E27FC236}">
                <a16:creationId xmlns:a16="http://schemas.microsoft.com/office/drawing/2014/main" id="{9B6DF296-8831-49B6-A634-44D829539B48}"/>
              </a:ext>
            </a:extLst>
          </p:cNvPr>
          <p:cNvSpPr/>
          <p:nvPr/>
        </p:nvSpPr>
        <p:spPr>
          <a:xfrm rot="5400000">
            <a:off x="5656439" y="2329894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2)</a:t>
            </a:r>
          </a:p>
        </p:txBody>
      </p:sp>
      <p:sp>
        <p:nvSpPr>
          <p:cNvPr id="206" name="Text Placeholder 2">
            <a:extLst>
              <a:ext uri="{FF2B5EF4-FFF2-40B4-BE49-F238E27FC236}">
                <a16:creationId xmlns:a16="http://schemas.microsoft.com/office/drawing/2014/main" id="{22EB8788-9012-4B29-B0FF-08B564593936}"/>
              </a:ext>
            </a:extLst>
          </p:cNvPr>
          <p:cNvSpPr txBox="1">
            <a:spLocks/>
          </p:cNvSpPr>
          <p:nvPr/>
        </p:nvSpPr>
        <p:spPr>
          <a:xfrm>
            <a:off x="6489319" y="2407489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 목표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0" name="Graphic 8">
            <a:extLst>
              <a:ext uri="{FF2B5EF4-FFF2-40B4-BE49-F238E27FC236}">
                <a16:creationId xmlns:a16="http://schemas.microsoft.com/office/drawing/2014/main" id="{1E23F330-64BD-4DF1-A476-ECB77578C502}"/>
              </a:ext>
            </a:extLst>
          </p:cNvPr>
          <p:cNvSpPr/>
          <p:nvPr/>
        </p:nvSpPr>
        <p:spPr>
          <a:xfrm rot="5400000">
            <a:off x="5004642" y="3264215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212" name="Text Placeholder 2">
            <a:extLst>
              <a:ext uri="{FF2B5EF4-FFF2-40B4-BE49-F238E27FC236}">
                <a16:creationId xmlns:a16="http://schemas.microsoft.com/office/drawing/2014/main" id="{61389B3F-2F38-40A2-A764-F92E059F94ED}"/>
              </a:ext>
            </a:extLst>
          </p:cNvPr>
          <p:cNvSpPr txBox="1">
            <a:spLocks/>
          </p:cNvSpPr>
          <p:nvPr/>
        </p:nvSpPr>
        <p:spPr>
          <a:xfrm>
            <a:off x="5879713" y="3341810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선행 연구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3" name="Graphic 8">
            <a:extLst>
              <a:ext uri="{FF2B5EF4-FFF2-40B4-BE49-F238E27FC236}">
                <a16:creationId xmlns:a16="http://schemas.microsoft.com/office/drawing/2014/main" id="{93464A79-4F3A-4D8B-8C24-2553901895A6}"/>
              </a:ext>
            </a:extLst>
          </p:cNvPr>
          <p:cNvSpPr/>
          <p:nvPr/>
        </p:nvSpPr>
        <p:spPr>
          <a:xfrm rot="5400000">
            <a:off x="5004642" y="4159913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215" name="Text Placeholder 2">
            <a:extLst>
              <a:ext uri="{FF2B5EF4-FFF2-40B4-BE49-F238E27FC236}">
                <a16:creationId xmlns:a16="http://schemas.microsoft.com/office/drawing/2014/main" id="{896660B5-5695-4B12-97CB-D36AAA6217BE}"/>
              </a:ext>
            </a:extLst>
          </p:cNvPr>
          <p:cNvSpPr txBox="1">
            <a:spLocks/>
          </p:cNvSpPr>
          <p:nvPr/>
        </p:nvSpPr>
        <p:spPr>
          <a:xfrm>
            <a:off x="5879713" y="4484620"/>
            <a:ext cx="5659967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9" name="Graphic 8">
            <a:extLst>
              <a:ext uri="{FF2B5EF4-FFF2-40B4-BE49-F238E27FC236}">
                <a16:creationId xmlns:a16="http://schemas.microsoft.com/office/drawing/2014/main" id="{321C1A3F-08EC-4102-B71E-9DFE41E7A2DF}"/>
              </a:ext>
            </a:extLst>
          </p:cNvPr>
          <p:cNvSpPr/>
          <p:nvPr/>
        </p:nvSpPr>
        <p:spPr>
          <a:xfrm rot="5400000">
            <a:off x="5004642" y="5055611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95" name="Text Placeholder 2">
            <a:extLst>
              <a:ext uri="{FF2B5EF4-FFF2-40B4-BE49-F238E27FC236}">
                <a16:creationId xmlns:a16="http://schemas.microsoft.com/office/drawing/2014/main" id="{2F3FC9D8-EFF2-4E5E-92CB-09E19B5B67D7}"/>
              </a:ext>
            </a:extLst>
          </p:cNvPr>
          <p:cNvSpPr txBox="1">
            <a:spLocks/>
          </p:cNvSpPr>
          <p:nvPr/>
        </p:nvSpPr>
        <p:spPr>
          <a:xfrm>
            <a:off x="5879713" y="5210454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연구방법론</a:t>
            </a: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</a:t>
            </a: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연구모형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7" name="Text Placeholder 2">
            <a:extLst>
              <a:ext uri="{FF2B5EF4-FFF2-40B4-BE49-F238E27FC236}">
                <a16:creationId xmlns:a16="http://schemas.microsoft.com/office/drawing/2014/main" id="{DBAD3B36-4693-4246-BA6A-C491470370FA}"/>
              </a:ext>
            </a:extLst>
          </p:cNvPr>
          <p:cNvSpPr txBox="1">
            <a:spLocks/>
          </p:cNvSpPr>
          <p:nvPr/>
        </p:nvSpPr>
        <p:spPr>
          <a:xfrm>
            <a:off x="5879713" y="4276131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데이터 수집 계획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98" name="Straight Connector 189">
            <a:extLst>
              <a:ext uri="{FF2B5EF4-FFF2-40B4-BE49-F238E27FC236}">
                <a16:creationId xmlns:a16="http://schemas.microsoft.com/office/drawing/2014/main" id="{624BC7A7-5F80-48E5-9984-63840D8C5766}"/>
              </a:ext>
            </a:extLst>
          </p:cNvPr>
          <p:cNvCxnSpPr>
            <a:cxnSpLocks/>
          </p:cNvCxnSpPr>
          <p:nvPr/>
        </p:nvCxnSpPr>
        <p:spPr>
          <a:xfrm>
            <a:off x="5879713" y="5051069"/>
            <a:ext cx="573346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Graphic 8">
            <a:extLst>
              <a:ext uri="{FF2B5EF4-FFF2-40B4-BE49-F238E27FC236}">
                <a16:creationId xmlns:a16="http://schemas.microsoft.com/office/drawing/2014/main" id="{0C50C84E-9A1A-4871-A03E-CCD3CE00DB85}"/>
              </a:ext>
            </a:extLst>
          </p:cNvPr>
          <p:cNvSpPr/>
          <p:nvPr/>
        </p:nvSpPr>
        <p:spPr>
          <a:xfrm rot="5400000">
            <a:off x="5004642" y="5951310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202" name="Text Placeholder 2">
            <a:extLst>
              <a:ext uri="{FF2B5EF4-FFF2-40B4-BE49-F238E27FC236}">
                <a16:creationId xmlns:a16="http://schemas.microsoft.com/office/drawing/2014/main" id="{3CCBAE68-D831-4FBA-8AB5-1653CB041EE6}"/>
              </a:ext>
            </a:extLst>
          </p:cNvPr>
          <p:cNvSpPr txBox="1">
            <a:spLocks/>
          </p:cNvSpPr>
          <p:nvPr/>
        </p:nvSpPr>
        <p:spPr>
          <a:xfrm>
            <a:off x="5896645" y="6028905"/>
            <a:ext cx="570806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예상 한계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5" name="Straight Connector 189">
            <a:extLst>
              <a:ext uri="{FF2B5EF4-FFF2-40B4-BE49-F238E27FC236}">
                <a16:creationId xmlns:a16="http://schemas.microsoft.com/office/drawing/2014/main" id="{40BF6590-14BC-422D-9C48-861C3FCA5189}"/>
              </a:ext>
            </a:extLst>
          </p:cNvPr>
          <p:cNvCxnSpPr>
            <a:cxnSpLocks/>
          </p:cNvCxnSpPr>
          <p:nvPr/>
        </p:nvCxnSpPr>
        <p:spPr>
          <a:xfrm>
            <a:off x="5896645" y="5892098"/>
            <a:ext cx="573346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Graphic 8">
            <a:extLst>
              <a:ext uri="{FF2B5EF4-FFF2-40B4-BE49-F238E27FC236}">
                <a16:creationId xmlns:a16="http://schemas.microsoft.com/office/drawing/2014/main" id="{F6030C41-2166-4145-B07B-F2316E6B691C}"/>
              </a:ext>
            </a:extLst>
          </p:cNvPr>
          <p:cNvSpPr/>
          <p:nvPr/>
        </p:nvSpPr>
        <p:spPr>
          <a:xfrm rot="5400000">
            <a:off x="5004642" y="461252"/>
            <a:ext cx="647632" cy="647632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D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0969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1F1409AB-2F1B-4EC9-BA38-0590BF66DEE2}"/>
              </a:ext>
            </a:extLst>
          </p:cNvPr>
          <p:cNvSpPr/>
          <p:nvPr/>
        </p:nvSpPr>
        <p:spPr>
          <a:xfrm flipH="1">
            <a:off x="-7850" y="5858676"/>
            <a:ext cx="1455650" cy="1018208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B9D829-A6CD-4FB7-81E7-5D59C82E7A84}"/>
              </a:ext>
            </a:extLst>
          </p:cNvPr>
          <p:cNvSpPr/>
          <p:nvPr/>
        </p:nvSpPr>
        <p:spPr>
          <a:xfrm>
            <a:off x="0" y="3276151"/>
            <a:ext cx="12192000" cy="2921450"/>
          </a:xfrm>
          <a:prstGeom prst="rect">
            <a:avLst/>
          </a:prstGeom>
          <a:solidFill>
            <a:srgbClr val="69E2CD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203F7-E89F-4162-A921-D690A116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b="1" dirty="0"/>
              <a:t>01 </a:t>
            </a:r>
            <a:r>
              <a:rPr lang="ko-KR" altLang="en-US" b="1" dirty="0"/>
              <a:t>연구 개요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88389-2DEE-4FBA-A076-3136FE2F3D92}"/>
              </a:ext>
            </a:extLst>
          </p:cNvPr>
          <p:cNvSpPr/>
          <p:nvPr/>
        </p:nvSpPr>
        <p:spPr>
          <a:xfrm>
            <a:off x="3836868" y="1387200"/>
            <a:ext cx="7609298" cy="1660299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chemeClr val="bg1"/>
                </a:solidFill>
                <a:effectLst/>
                <a:latin typeface="Muli"/>
              </a:rPr>
              <a:t> </a:t>
            </a:r>
            <a:r>
              <a:rPr lang="ko-KR" altLang="en-US" b="1" i="0" dirty="0">
                <a:solidFill>
                  <a:schemeClr val="bg1"/>
                </a:solidFill>
                <a:effectLst/>
                <a:latin typeface="Muli"/>
              </a:rPr>
              <a:t>고객의 </a:t>
            </a:r>
            <a:r>
              <a:rPr lang="en-US" altLang="ko-KR" b="1" i="0" dirty="0">
                <a:solidFill>
                  <a:schemeClr val="bg1"/>
                </a:solidFill>
                <a:effectLst/>
                <a:latin typeface="Muli"/>
              </a:rPr>
              <a:t>79%</a:t>
            </a:r>
            <a:r>
              <a:rPr lang="ko-KR" altLang="en-US" b="1" i="0" dirty="0">
                <a:solidFill>
                  <a:schemeClr val="bg1"/>
                </a:solidFill>
                <a:effectLst/>
                <a:latin typeface="Muli"/>
              </a:rPr>
              <a:t>가 온라인 리뷰를 개인적인 추천만큼 신뢰</a:t>
            </a:r>
            <a:endParaRPr lang="en-US" altLang="ko-KR" b="1" i="0" dirty="0">
              <a:solidFill>
                <a:schemeClr val="bg1"/>
              </a:solidFill>
              <a:effectLst/>
              <a:latin typeface="Mul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chemeClr val="bg1"/>
              </a:solidFill>
              <a:effectLst/>
              <a:latin typeface="Mul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chemeClr val="bg1"/>
                </a:solidFill>
                <a:effectLst/>
                <a:latin typeface="Muli"/>
              </a:rPr>
              <a:t>제품 문제점</a:t>
            </a:r>
            <a:r>
              <a:rPr lang="en-US" altLang="ko-KR" b="1" dirty="0">
                <a:solidFill>
                  <a:schemeClr val="bg1"/>
                </a:solidFill>
                <a:latin typeface="Muli"/>
              </a:rPr>
              <a:t>,</a:t>
            </a:r>
            <a:r>
              <a:rPr lang="ko-KR" altLang="en-US" b="1" i="0" dirty="0">
                <a:solidFill>
                  <a:schemeClr val="bg1"/>
                </a:solidFill>
                <a:effectLst/>
                <a:latin typeface="Muli"/>
              </a:rPr>
              <a:t> 제품과 관련된 본질적인 요구사항까지도 이해 가능</a:t>
            </a:r>
            <a:endParaRPr lang="en-US" altLang="ko-KR" b="1" i="0" dirty="0">
              <a:solidFill>
                <a:schemeClr val="bg1"/>
              </a:solidFill>
              <a:effectLst/>
              <a:latin typeface="Mul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고객 속마음 </a:t>
            </a:r>
            <a:r>
              <a:rPr lang="en-US" altLang="ko-KR" b="1" dirty="0">
                <a:solidFill>
                  <a:schemeClr val="bg1"/>
                </a:solidFill>
              </a:rPr>
              <a:t>= </a:t>
            </a:r>
            <a:r>
              <a:rPr lang="ko-KR" altLang="en-US" b="1" dirty="0">
                <a:solidFill>
                  <a:schemeClr val="bg1"/>
                </a:solidFill>
              </a:rPr>
              <a:t>마케팅 자원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8CDE3A-9422-4FE2-A656-07A8DD576FDB}"/>
              </a:ext>
            </a:extLst>
          </p:cNvPr>
          <p:cNvSpPr/>
          <p:nvPr/>
        </p:nvSpPr>
        <p:spPr>
          <a:xfrm>
            <a:off x="1283823" y="1971117"/>
            <a:ext cx="2118539" cy="44201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연구 배경 및 동기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A12506-AFAA-457F-873E-B3BAD96A5012}"/>
              </a:ext>
            </a:extLst>
          </p:cNvPr>
          <p:cNvGrpSpPr/>
          <p:nvPr/>
        </p:nvGrpSpPr>
        <p:grpSpPr>
          <a:xfrm>
            <a:off x="565080" y="1993826"/>
            <a:ext cx="454878" cy="456882"/>
            <a:chOff x="5554663" y="3970338"/>
            <a:chExt cx="360363" cy="361950"/>
          </a:xfrm>
          <a:solidFill>
            <a:srgbClr val="2C8DBF"/>
          </a:solidFill>
        </p:grpSpPr>
        <p:sp>
          <p:nvSpPr>
            <p:cNvPr id="18" name="Freeform 128">
              <a:extLst>
                <a:ext uri="{FF2B5EF4-FFF2-40B4-BE49-F238E27FC236}">
                  <a16:creationId xmlns:a16="http://schemas.microsoft.com/office/drawing/2014/main" id="{659D1BB0-C69F-43D6-BEB7-46B4B3A944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4663" y="3970338"/>
              <a:ext cx="255588" cy="331788"/>
            </a:xfrm>
            <a:custGeom>
              <a:avLst/>
              <a:gdLst>
                <a:gd name="T0" fmla="*/ 55 w 68"/>
                <a:gd name="T1" fmla="*/ 78 h 88"/>
                <a:gd name="T2" fmla="*/ 46 w 68"/>
                <a:gd name="T3" fmla="*/ 71 h 88"/>
                <a:gd name="T4" fmla="*/ 44 w 68"/>
                <a:gd name="T5" fmla="*/ 64 h 88"/>
                <a:gd name="T6" fmla="*/ 50 w 68"/>
                <a:gd name="T7" fmla="*/ 60 h 88"/>
                <a:gd name="T8" fmla="*/ 60 w 68"/>
                <a:gd name="T9" fmla="*/ 60 h 88"/>
                <a:gd name="T10" fmla="*/ 67 w 68"/>
                <a:gd name="T11" fmla="*/ 47 h 88"/>
                <a:gd name="T12" fmla="*/ 68 w 68"/>
                <a:gd name="T13" fmla="*/ 46 h 88"/>
                <a:gd name="T14" fmla="*/ 68 w 68"/>
                <a:gd name="T15" fmla="*/ 22 h 88"/>
                <a:gd name="T16" fmla="*/ 67 w 68"/>
                <a:gd name="T17" fmla="*/ 21 h 88"/>
                <a:gd name="T18" fmla="*/ 47 w 68"/>
                <a:gd name="T19" fmla="*/ 1 h 88"/>
                <a:gd name="T20" fmla="*/ 46 w 68"/>
                <a:gd name="T21" fmla="*/ 0 h 88"/>
                <a:gd name="T22" fmla="*/ 2 w 68"/>
                <a:gd name="T23" fmla="*/ 0 h 88"/>
                <a:gd name="T24" fmla="*/ 0 w 68"/>
                <a:gd name="T25" fmla="*/ 2 h 88"/>
                <a:gd name="T26" fmla="*/ 0 w 68"/>
                <a:gd name="T27" fmla="*/ 86 h 88"/>
                <a:gd name="T28" fmla="*/ 2 w 68"/>
                <a:gd name="T29" fmla="*/ 88 h 88"/>
                <a:gd name="T30" fmla="*/ 52 w 68"/>
                <a:gd name="T31" fmla="*/ 88 h 88"/>
                <a:gd name="T32" fmla="*/ 55 w 68"/>
                <a:gd name="T33" fmla="*/ 78 h 88"/>
                <a:gd name="T34" fmla="*/ 46 w 68"/>
                <a:gd name="T35" fmla="*/ 2 h 88"/>
                <a:gd name="T36" fmla="*/ 66 w 68"/>
                <a:gd name="T37" fmla="*/ 22 h 88"/>
                <a:gd name="T38" fmla="*/ 46 w 68"/>
                <a:gd name="T39" fmla="*/ 22 h 88"/>
                <a:gd name="T40" fmla="*/ 46 w 68"/>
                <a:gd name="T41" fmla="*/ 2 h 88"/>
                <a:gd name="T42" fmla="*/ 14 w 68"/>
                <a:gd name="T43" fmla="*/ 24 h 88"/>
                <a:gd name="T44" fmla="*/ 32 w 68"/>
                <a:gd name="T45" fmla="*/ 24 h 88"/>
                <a:gd name="T46" fmla="*/ 34 w 68"/>
                <a:gd name="T47" fmla="*/ 26 h 88"/>
                <a:gd name="T48" fmla="*/ 32 w 68"/>
                <a:gd name="T49" fmla="*/ 28 h 88"/>
                <a:gd name="T50" fmla="*/ 14 w 68"/>
                <a:gd name="T51" fmla="*/ 28 h 88"/>
                <a:gd name="T52" fmla="*/ 12 w 68"/>
                <a:gd name="T53" fmla="*/ 26 h 88"/>
                <a:gd name="T54" fmla="*/ 14 w 68"/>
                <a:gd name="T55" fmla="*/ 24 h 88"/>
                <a:gd name="T56" fmla="*/ 14 w 68"/>
                <a:gd name="T57" fmla="*/ 36 h 88"/>
                <a:gd name="T58" fmla="*/ 46 w 68"/>
                <a:gd name="T59" fmla="*/ 36 h 88"/>
                <a:gd name="T60" fmla="*/ 48 w 68"/>
                <a:gd name="T61" fmla="*/ 38 h 88"/>
                <a:gd name="T62" fmla="*/ 46 w 68"/>
                <a:gd name="T63" fmla="*/ 40 h 88"/>
                <a:gd name="T64" fmla="*/ 14 w 68"/>
                <a:gd name="T65" fmla="*/ 40 h 88"/>
                <a:gd name="T66" fmla="*/ 12 w 68"/>
                <a:gd name="T67" fmla="*/ 38 h 88"/>
                <a:gd name="T68" fmla="*/ 14 w 68"/>
                <a:gd name="T69" fmla="*/ 36 h 88"/>
                <a:gd name="T70" fmla="*/ 34 w 68"/>
                <a:gd name="T71" fmla="*/ 64 h 88"/>
                <a:gd name="T72" fmla="*/ 14 w 68"/>
                <a:gd name="T73" fmla="*/ 64 h 88"/>
                <a:gd name="T74" fmla="*/ 12 w 68"/>
                <a:gd name="T75" fmla="*/ 62 h 88"/>
                <a:gd name="T76" fmla="*/ 14 w 68"/>
                <a:gd name="T77" fmla="*/ 60 h 88"/>
                <a:gd name="T78" fmla="*/ 34 w 68"/>
                <a:gd name="T79" fmla="*/ 60 h 88"/>
                <a:gd name="T80" fmla="*/ 36 w 68"/>
                <a:gd name="T81" fmla="*/ 62 h 88"/>
                <a:gd name="T82" fmla="*/ 34 w 68"/>
                <a:gd name="T83" fmla="*/ 64 h 88"/>
                <a:gd name="T84" fmla="*/ 38 w 68"/>
                <a:gd name="T85" fmla="*/ 52 h 88"/>
                <a:gd name="T86" fmla="*/ 14 w 68"/>
                <a:gd name="T87" fmla="*/ 52 h 88"/>
                <a:gd name="T88" fmla="*/ 12 w 68"/>
                <a:gd name="T89" fmla="*/ 50 h 88"/>
                <a:gd name="T90" fmla="*/ 14 w 68"/>
                <a:gd name="T91" fmla="*/ 48 h 88"/>
                <a:gd name="T92" fmla="*/ 38 w 68"/>
                <a:gd name="T93" fmla="*/ 48 h 88"/>
                <a:gd name="T94" fmla="*/ 40 w 68"/>
                <a:gd name="T95" fmla="*/ 50 h 88"/>
                <a:gd name="T96" fmla="*/ 38 w 68"/>
                <a:gd name="T97" fmla="*/ 5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" h="88">
                  <a:moveTo>
                    <a:pt x="55" y="78"/>
                  </a:moveTo>
                  <a:cubicBezTo>
                    <a:pt x="46" y="71"/>
                    <a:pt x="46" y="71"/>
                    <a:pt x="46" y="71"/>
                  </a:cubicBezTo>
                  <a:cubicBezTo>
                    <a:pt x="44" y="69"/>
                    <a:pt x="43" y="66"/>
                    <a:pt x="44" y="64"/>
                  </a:cubicBezTo>
                  <a:cubicBezTo>
                    <a:pt x="45" y="62"/>
                    <a:pt x="47" y="60"/>
                    <a:pt x="50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7" y="47"/>
                    <a:pt x="67" y="47"/>
                    <a:pt x="67" y="47"/>
                  </a:cubicBezTo>
                  <a:cubicBezTo>
                    <a:pt x="67" y="47"/>
                    <a:pt x="67" y="46"/>
                    <a:pt x="68" y="46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8" y="21"/>
                    <a:pt x="68" y="21"/>
                    <a:pt x="67" y="2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7"/>
                    <a:pt x="1" y="88"/>
                    <a:pt x="2" y="88"/>
                  </a:cubicBezTo>
                  <a:cubicBezTo>
                    <a:pt x="52" y="88"/>
                    <a:pt x="52" y="88"/>
                    <a:pt x="52" y="88"/>
                  </a:cubicBezTo>
                  <a:lnTo>
                    <a:pt x="55" y="78"/>
                  </a:lnTo>
                  <a:close/>
                  <a:moveTo>
                    <a:pt x="46" y="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46" y="22"/>
                    <a:pt x="46" y="22"/>
                    <a:pt x="46" y="22"/>
                  </a:cubicBezTo>
                  <a:lnTo>
                    <a:pt x="46" y="2"/>
                  </a:lnTo>
                  <a:close/>
                  <a:moveTo>
                    <a:pt x="14" y="24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33" y="24"/>
                    <a:pt x="34" y="25"/>
                    <a:pt x="34" y="26"/>
                  </a:cubicBezTo>
                  <a:cubicBezTo>
                    <a:pt x="34" y="27"/>
                    <a:pt x="33" y="28"/>
                    <a:pt x="32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3" y="28"/>
                    <a:pt x="12" y="27"/>
                    <a:pt x="12" y="26"/>
                  </a:cubicBezTo>
                  <a:cubicBezTo>
                    <a:pt x="12" y="25"/>
                    <a:pt x="13" y="24"/>
                    <a:pt x="14" y="24"/>
                  </a:cubicBezTo>
                  <a:close/>
                  <a:moveTo>
                    <a:pt x="14" y="36"/>
                  </a:moveTo>
                  <a:cubicBezTo>
                    <a:pt x="46" y="36"/>
                    <a:pt x="46" y="36"/>
                    <a:pt x="46" y="36"/>
                  </a:cubicBezTo>
                  <a:cubicBezTo>
                    <a:pt x="47" y="36"/>
                    <a:pt x="48" y="37"/>
                    <a:pt x="48" y="38"/>
                  </a:cubicBezTo>
                  <a:cubicBezTo>
                    <a:pt x="48" y="39"/>
                    <a:pt x="47" y="40"/>
                    <a:pt x="46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3" y="40"/>
                    <a:pt x="12" y="39"/>
                    <a:pt x="12" y="38"/>
                  </a:cubicBezTo>
                  <a:cubicBezTo>
                    <a:pt x="12" y="37"/>
                    <a:pt x="13" y="36"/>
                    <a:pt x="14" y="36"/>
                  </a:cubicBezTo>
                  <a:close/>
                  <a:moveTo>
                    <a:pt x="34" y="64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13" y="64"/>
                    <a:pt x="12" y="63"/>
                    <a:pt x="12" y="62"/>
                  </a:cubicBezTo>
                  <a:cubicBezTo>
                    <a:pt x="12" y="61"/>
                    <a:pt x="13" y="60"/>
                    <a:pt x="1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5" y="60"/>
                    <a:pt x="36" y="61"/>
                    <a:pt x="36" y="62"/>
                  </a:cubicBezTo>
                  <a:cubicBezTo>
                    <a:pt x="36" y="63"/>
                    <a:pt x="35" y="64"/>
                    <a:pt x="34" y="64"/>
                  </a:cubicBezTo>
                  <a:close/>
                  <a:moveTo>
                    <a:pt x="38" y="52"/>
                  </a:moveTo>
                  <a:cubicBezTo>
                    <a:pt x="14" y="52"/>
                    <a:pt x="14" y="52"/>
                    <a:pt x="14" y="52"/>
                  </a:cubicBezTo>
                  <a:cubicBezTo>
                    <a:pt x="13" y="52"/>
                    <a:pt x="12" y="51"/>
                    <a:pt x="12" y="50"/>
                  </a:cubicBezTo>
                  <a:cubicBezTo>
                    <a:pt x="12" y="49"/>
                    <a:pt x="13" y="48"/>
                    <a:pt x="14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8"/>
                    <a:pt x="40" y="49"/>
                    <a:pt x="40" y="50"/>
                  </a:cubicBezTo>
                  <a:cubicBezTo>
                    <a:pt x="40" y="51"/>
                    <a:pt x="39" y="52"/>
                    <a:pt x="38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129">
              <a:extLst>
                <a:ext uri="{FF2B5EF4-FFF2-40B4-BE49-F238E27FC236}">
                  <a16:creationId xmlns:a16="http://schemas.microsoft.com/office/drawing/2014/main" id="{1A327831-C118-4B79-B706-AA912B300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4151313"/>
              <a:ext cx="179388" cy="180975"/>
            </a:xfrm>
            <a:custGeom>
              <a:avLst/>
              <a:gdLst>
                <a:gd name="T0" fmla="*/ 48 w 48"/>
                <a:gd name="T1" fmla="*/ 17 h 48"/>
                <a:gd name="T2" fmla="*/ 46 w 48"/>
                <a:gd name="T3" fmla="*/ 16 h 48"/>
                <a:gd name="T4" fmla="*/ 33 w 48"/>
                <a:gd name="T5" fmla="*/ 16 h 48"/>
                <a:gd name="T6" fmla="*/ 26 w 48"/>
                <a:gd name="T7" fmla="*/ 1 h 48"/>
                <a:gd name="T8" fmla="*/ 24 w 48"/>
                <a:gd name="T9" fmla="*/ 0 h 48"/>
                <a:gd name="T10" fmla="*/ 22 w 48"/>
                <a:gd name="T11" fmla="*/ 1 h 48"/>
                <a:gd name="T12" fmla="*/ 15 w 48"/>
                <a:gd name="T13" fmla="*/ 16 h 48"/>
                <a:gd name="T14" fmla="*/ 2 w 48"/>
                <a:gd name="T15" fmla="*/ 16 h 48"/>
                <a:gd name="T16" fmla="*/ 0 w 48"/>
                <a:gd name="T17" fmla="*/ 17 h 48"/>
                <a:gd name="T18" fmla="*/ 1 w 48"/>
                <a:gd name="T19" fmla="*/ 20 h 48"/>
                <a:gd name="T20" fmla="*/ 12 w 48"/>
                <a:gd name="T21" fmla="*/ 29 h 48"/>
                <a:gd name="T22" fmla="*/ 6 w 48"/>
                <a:gd name="T23" fmla="*/ 45 h 48"/>
                <a:gd name="T24" fmla="*/ 7 w 48"/>
                <a:gd name="T25" fmla="*/ 48 h 48"/>
                <a:gd name="T26" fmla="*/ 8 w 48"/>
                <a:gd name="T27" fmla="*/ 48 h 48"/>
                <a:gd name="T28" fmla="*/ 9 w 48"/>
                <a:gd name="T29" fmla="*/ 48 h 48"/>
                <a:gd name="T30" fmla="*/ 24 w 48"/>
                <a:gd name="T31" fmla="*/ 37 h 48"/>
                <a:gd name="T32" fmla="*/ 39 w 48"/>
                <a:gd name="T33" fmla="*/ 48 h 48"/>
                <a:gd name="T34" fmla="*/ 41 w 48"/>
                <a:gd name="T35" fmla="*/ 48 h 48"/>
                <a:gd name="T36" fmla="*/ 42 w 48"/>
                <a:gd name="T37" fmla="*/ 45 h 48"/>
                <a:gd name="T38" fmla="*/ 36 w 48"/>
                <a:gd name="T39" fmla="*/ 29 h 48"/>
                <a:gd name="T40" fmla="*/ 47 w 48"/>
                <a:gd name="T41" fmla="*/ 20 h 48"/>
                <a:gd name="T42" fmla="*/ 48 w 48"/>
                <a:gd name="T43" fmla="*/ 1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48">
                  <a:moveTo>
                    <a:pt x="48" y="17"/>
                  </a:moveTo>
                  <a:cubicBezTo>
                    <a:pt x="48" y="17"/>
                    <a:pt x="47" y="16"/>
                    <a:pt x="46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3" y="0"/>
                    <a:pt x="23" y="0"/>
                    <a:pt x="22" y="1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7"/>
                    <a:pt x="0" y="17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6"/>
                    <a:pt x="6" y="47"/>
                    <a:pt x="7" y="48"/>
                  </a:cubicBezTo>
                  <a:cubicBezTo>
                    <a:pt x="7" y="48"/>
                    <a:pt x="8" y="48"/>
                    <a:pt x="8" y="48"/>
                  </a:cubicBezTo>
                  <a:cubicBezTo>
                    <a:pt x="8" y="48"/>
                    <a:pt x="9" y="48"/>
                    <a:pt x="9" y="4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40" y="48"/>
                    <a:pt x="41" y="48"/>
                    <a:pt x="41" y="48"/>
                  </a:cubicBezTo>
                  <a:cubicBezTo>
                    <a:pt x="42" y="47"/>
                    <a:pt x="42" y="46"/>
                    <a:pt x="42" y="45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8" y="19"/>
                    <a:pt x="48" y="18"/>
                    <a:pt x="4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47F22F7-3F99-4EE1-9915-70C9176D1DF3}"/>
              </a:ext>
            </a:extLst>
          </p:cNvPr>
          <p:cNvSpPr/>
          <p:nvPr/>
        </p:nvSpPr>
        <p:spPr>
          <a:xfrm>
            <a:off x="1218259" y="4468503"/>
            <a:ext cx="2118539" cy="44201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연구 목표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2D56D06-8410-450C-9672-29FFF83D56B5}"/>
              </a:ext>
            </a:extLst>
          </p:cNvPr>
          <p:cNvGrpSpPr/>
          <p:nvPr/>
        </p:nvGrpSpPr>
        <p:grpSpPr>
          <a:xfrm>
            <a:off x="534940" y="4394813"/>
            <a:ext cx="454878" cy="456882"/>
            <a:chOff x="5554663" y="3970338"/>
            <a:chExt cx="360363" cy="361950"/>
          </a:xfrm>
          <a:solidFill>
            <a:srgbClr val="2C8DBF"/>
          </a:solidFill>
        </p:grpSpPr>
        <p:sp>
          <p:nvSpPr>
            <p:cNvPr id="58" name="Freeform 128">
              <a:extLst>
                <a:ext uri="{FF2B5EF4-FFF2-40B4-BE49-F238E27FC236}">
                  <a16:creationId xmlns:a16="http://schemas.microsoft.com/office/drawing/2014/main" id="{98A85500-40EE-4AE9-8D97-5DE03F3D4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4663" y="3970338"/>
              <a:ext cx="255588" cy="331788"/>
            </a:xfrm>
            <a:custGeom>
              <a:avLst/>
              <a:gdLst>
                <a:gd name="T0" fmla="*/ 55 w 68"/>
                <a:gd name="T1" fmla="*/ 78 h 88"/>
                <a:gd name="T2" fmla="*/ 46 w 68"/>
                <a:gd name="T3" fmla="*/ 71 h 88"/>
                <a:gd name="T4" fmla="*/ 44 w 68"/>
                <a:gd name="T5" fmla="*/ 64 h 88"/>
                <a:gd name="T6" fmla="*/ 50 w 68"/>
                <a:gd name="T7" fmla="*/ 60 h 88"/>
                <a:gd name="T8" fmla="*/ 60 w 68"/>
                <a:gd name="T9" fmla="*/ 60 h 88"/>
                <a:gd name="T10" fmla="*/ 67 w 68"/>
                <a:gd name="T11" fmla="*/ 47 h 88"/>
                <a:gd name="T12" fmla="*/ 68 w 68"/>
                <a:gd name="T13" fmla="*/ 46 h 88"/>
                <a:gd name="T14" fmla="*/ 68 w 68"/>
                <a:gd name="T15" fmla="*/ 22 h 88"/>
                <a:gd name="T16" fmla="*/ 67 w 68"/>
                <a:gd name="T17" fmla="*/ 21 h 88"/>
                <a:gd name="T18" fmla="*/ 47 w 68"/>
                <a:gd name="T19" fmla="*/ 1 h 88"/>
                <a:gd name="T20" fmla="*/ 46 w 68"/>
                <a:gd name="T21" fmla="*/ 0 h 88"/>
                <a:gd name="T22" fmla="*/ 2 w 68"/>
                <a:gd name="T23" fmla="*/ 0 h 88"/>
                <a:gd name="T24" fmla="*/ 0 w 68"/>
                <a:gd name="T25" fmla="*/ 2 h 88"/>
                <a:gd name="T26" fmla="*/ 0 w 68"/>
                <a:gd name="T27" fmla="*/ 86 h 88"/>
                <a:gd name="T28" fmla="*/ 2 w 68"/>
                <a:gd name="T29" fmla="*/ 88 h 88"/>
                <a:gd name="T30" fmla="*/ 52 w 68"/>
                <a:gd name="T31" fmla="*/ 88 h 88"/>
                <a:gd name="T32" fmla="*/ 55 w 68"/>
                <a:gd name="T33" fmla="*/ 78 h 88"/>
                <a:gd name="T34" fmla="*/ 46 w 68"/>
                <a:gd name="T35" fmla="*/ 2 h 88"/>
                <a:gd name="T36" fmla="*/ 66 w 68"/>
                <a:gd name="T37" fmla="*/ 22 h 88"/>
                <a:gd name="T38" fmla="*/ 46 w 68"/>
                <a:gd name="T39" fmla="*/ 22 h 88"/>
                <a:gd name="T40" fmla="*/ 46 w 68"/>
                <a:gd name="T41" fmla="*/ 2 h 88"/>
                <a:gd name="T42" fmla="*/ 14 w 68"/>
                <a:gd name="T43" fmla="*/ 24 h 88"/>
                <a:gd name="T44" fmla="*/ 32 w 68"/>
                <a:gd name="T45" fmla="*/ 24 h 88"/>
                <a:gd name="T46" fmla="*/ 34 w 68"/>
                <a:gd name="T47" fmla="*/ 26 h 88"/>
                <a:gd name="T48" fmla="*/ 32 w 68"/>
                <a:gd name="T49" fmla="*/ 28 h 88"/>
                <a:gd name="T50" fmla="*/ 14 w 68"/>
                <a:gd name="T51" fmla="*/ 28 h 88"/>
                <a:gd name="T52" fmla="*/ 12 w 68"/>
                <a:gd name="T53" fmla="*/ 26 h 88"/>
                <a:gd name="T54" fmla="*/ 14 w 68"/>
                <a:gd name="T55" fmla="*/ 24 h 88"/>
                <a:gd name="T56" fmla="*/ 14 w 68"/>
                <a:gd name="T57" fmla="*/ 36 h 88"/>
                <a:gd name="T58" fmla="*/ 46 w 68"/>
                <a:gd name="T59" fmla="*/ 36 h 88"/>
                <a:gd name="T60" fmla="*/ 48 w 68"/>
                <a:gd name="T61" fmla="*/ 38 h 88"/>
                <a:gd name="T62" fmla="*/ 46 w 68"/>
                <a:gd name="T63" fmla="*/ 40 h 88"/>
                <a:gd name="T64" fmla="*/ 14 w 68"/>
                <a:gd name="T65" fmla="*/ 40 h 88"/>
                <a:gd name="T66" fmla="*/ 12 w 68"/>
                <a:gd name="T67" fmla="*/ 38 h 88"/>
                <a:gd name="T68" fmla="*/ 14 w 68"/>
                <a:gd name="T69" fmla="*/ 36 h 88"/>
                <a:gd name="T70" fmla="*/ 34 w 68"/>
                <a:gd name="T71" fmla="*/ 64 h 88"/>
                <a:gd name="T72" fmla="*/ 14 w 68"/>
                <a:gd name="T73" fmla="*/ 64 h 88"/>
                <a:gd name="T74" fmla="*/ 12 w 68"/>
                <a:gd name="T75" fmla="*/ 62 h 88"/>
                <a:gd name="T76" fmla="*/ 14 w 68"/>
                <a:gd name="T77" fmla="*/ 60 h 88"/>
                <a:gd name="T78" fmla="*/ 34 w 68"/>
                <a:gd name="T79" fmla="*/ 60 h 88"/>
                <a:gd name="T80" fmla="*/ 36 w 68"/>
                <a:gd name="T81" fmla="*/ 62 h 88"/>
                <a:gd name="T82" fmla="*/ 34 w 68"/>
                <a:gd name="T83" fmla="*/ 64 h 88"/>
                <a:gd name="T84" fmla="*/ 38 w 68"/>
                <a:gd name="T85" fmla="*/ 52 h 88"/>
                <a:gd name="T86" fmla="*/ 14 w 68"/>
                <a:gd name="T87" fmla="*/ 52 h 88"/>
                <a:gd name="T88" fmla="*/ 12 w 68"/>
                <a:gd name="T89" fmla="*/ 50 h 88"/>
                <a:gd name="T90" fmla="*/ 14 w 68"/>
                <a:gd name="T91" fmla="*/ 48 h 88"/>
                <a:gd name="T92" fmla="*/ 38 w 68"/>
                <a:gd name="T93" fmla="*/ 48 h 88"/>
                <a:gd name="T94" fmla="*/ 40 w 68"/>
                <a:gd name="T95" fmla="*/ 50 h 88"/>
                <a:gd name="T96" fmla="*/ 38 w 68"/>
                <a:gd name="T97" fmla="*/ 5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" h="88">
                  <a:moveTo>
                    <a:pt x="55" y="78"/>
                  </a:moveTo>
                  <a:cubicBezTo>
                    <a:pt x="46" y="71"/>
                    <a:pt x="46" y="71"/>
                    <a:pt x="46" y="71"/>
                  </a:cubicBezTo>
                  <a:cubicBezTo>
                    <a:pt x="44" y="69"/>
                    <a:pt x="43" y="66"/>
                    <a:pt x="44" y="64"/>
                  </a:cubicBezTo>
                  <a:cubicBezTo>
                    <a:pt x="45" y="62"/>
                    <a:pt x="47" y="60"/>
                    <a:pt x="50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7" y="47"/>
                    <a:pt x="67" y="47"/>
                    <a:pt x="67" y="47"/>
                  </a:cubicBezTo>
                  <a:cubicBezTo>
                    <a:pt x="67" y="47"/>
                    <a:pt x="67" y="46"/>
                    <a:pt x="68" y="46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8" y="21"/>
                    <a:pt x="68" y="21"/>
                    <a:pt x="67" y="2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7"/>
                    <a:pt x="1" y="88"/>
                    <a:pt x="2" y="88"/>
                  </a:cubicBezTo>
                  <a:cubicBezTo>
                    <a:pt x="52" y="88"/>
                    <a:pt x="52" y="88"/>
                    <a:pt x="52" y="88"/>
                  </a:cubicBezTo>
                  <a:lnTo>
                    <a:pt x="55" y="78"/>
                  </a:lnTo>
                  <a:close/>
                  <a:moveTo>
                    <a:pt x="46" y="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46" y="22"/>
                    <a:pt x="46" y="22"/>
                    <a:pt x="46" y="22"/>
                  </a:cubicBezTo>
                  <a:lnTo>
                    <a:pt x="46" y="2"/>
                  </a:lnTo>
                  <a:close/>
                  <a:moveTo>
                    <a:pt x="14" y="24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33" y="24"/>
                    <a:pt x="34" y="25"/>
                    <a:pt x="34" y="26"/>
                  </a:cubicBezTo>
                  <a:cubicBezTo>
                    <a:pt x="34" y="27"/>
                    <a:pt x="33" y="28"/>
                    <a:pt x="32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3" y="28"/>
                    <a:pt x="12" y="27"/>
                    <a:pt x="12" y="26"/>
                  </a:cubicBezTo>
                  <a:cubicBezTo>
                    <a:pt x="12" y="25"/>
                    <a:pt x="13" y="24"/>
                    <a:pt x="14" y="24"/>
                  </a:cubicBezTo>
                  <a:close/>
                  <a:moveTo>
                    <a:pt x="14" y="36"/>
                  </a:moveTo>
                  <a:cubicBezTo>
                    <a:pt x="46" y="36"/>
                    <a:pt x="46" y="36"/>
                    <a:pt x="46" y="36"/>
                  </a:cubicBezTo>
                  <a:cubicBezTo>
                    <a:pt x="47" y="36"/>
                    <a:pt x="48" y="37"/>
                    <a:pt x="48" y="38"/>
                  </a:cubicBezTo>
                  <a:cubicBezTo>
                    <a:pt x="48" y="39"/>
                    <a:pt x="47" y="40"/>
                    <a:pt x="46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3" y="40"/>
                    <a:pt x="12" y="39"/>
                    <a:pt x="12" y="38"/>
                  </a:cubicBezTo>
                  <a:cubicBezTo>
                    <a:pt x="12" y="37"/>
                    <a:pt x="13" y="36"/>
                    <a:pt x="14" y="36"/>
                  </a:cubicBezTo>
                  <a:close/>
                  <a:moveTo>
                    <a:pt x="34" y="64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13" y="64"/>
                    <a:pt x="12" y="63"/>
                    <a:pt x="12" y="62"/>
                  </a:cubicBezTo>
                  <a:cubicBezTo>
                    <a:pt x="12" y="61"/>
                    <a:pt x="13" y="60"/>
                    <a:pt x="1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5" y="60"/>
                    <a:pt x="36" y="61"/>
                    <a:pt x="36" y="62"/>
                  </a:cubicBezTo>
                  <a:cubicBezTo>
                    <a:pt x="36" y="63"/>
                    <a:pt x="35" y="64"/>
                    <a:pt x="34" y="64"/>
                  </a:cubicBezTo>
                  <a:close/>
                  <a:moveTo>
                    <a:pt x="38" y="52"/>
                  </a:moveTo>
                  <a:cubicBezTo>
                    <a:pt x="14" y="52"/>
                    <a:pt x="14" y="52"/>
                    <a:pt x="14" y="52"/>
                  </a:cubicBezTo>
                  <a:cubicBezTo>
                    <a:pt x="13" y="52"/>
                    <a:pt x="12" y="51"/>
                    <a:pt x="12" y="50"/>
                  </a:cubicBezTo>
                  <a:cubicBezTo>
                    <a:pt x="12" y="49"/>
                    <a:pt x="13" y="48"/>
                    <a:pt x="14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8"/>
                    <a:pt x="40" y="49"/>
                    <a:pt x="40" y="50"/>
                  </a:cubicBezTo>
                  <a:cubicBezTo>
                    <a:pt x="40" y="51"/>
                    <a:pt x="39" y="52"/>
                    <a:pt x="38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9" name="Freeform 129">
              <a:extLst>
                <a:ext uri="{FF2B5EF4-FFF2-40B4-BE49-F238E27FC236}">
                  <a16:creationId xmlns:a16="http://schemas.microsoft.com/office/drawing/2014/main" id="{8F763950-71D8-4955-8817-1925BA923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638" y="4151313"/>
              <a:ext cx="179388" cy="180975"/>
            </a:xfrm>
            <a:custGeom>
              <a:avLst/>
              <a:gdLst>
                <a:gd name="T0" fmla="*/ 48 w 48"/>
                <a:gd name="T1" fmla="*/ 17 h 48"/>
                <a:gd name="T2" fmla="*/ 46 w 48"/>
                <a:gd name="T3" fmla="*/ 16 h 48"/>
                <a:gd name="T4" fmla="*/ 33 w 48"/>
                <a:gd name="T5" fmla="*/ 16 h 48"/>
                <a:gd name="T6" fmla="*/ 26 w 48"/>
                <a:gd name="T7" fmla="*/ 1 h 48"/>
                <a:gd name="T8" fmla="*/ 24 w 48"/>
                <a:gd name="T9" fmla="*/ 0 h 48"/>
                <a:gd name="T10" fmla="*/ 22 w 48"/>
                <a:gd name="T11" fmla="*/ 1 h 48"/>
                <a:gd name="T12" fmla="*/ 15 w 48"/>
                <a:gd name="T13" fmla="*/ 16 h 48"/>
                <a:gd name="T14" fmla="*/ 2 w 48"/>
                <a:gd name="T15" fmla="*/ 16 h 48"/>
                <a:gd name="T16" fmla="*/ 0 w 48"/>
                <a:gd name="T17" fmla="*/ 17 h 48"/>
                <a:gd name="T18" fmla="*/ 1 w 48"/>
                <a:gd name="T19" fmla="*/ 20 h 48"/>
                <a:gd name="T20" fmla="*/ 12 w 48"/>
                <a:gd name="T21" fmla="*/ 29 h 48"/>
                <a:gd name="T22" fmla="*/ 6 w 48"/>
                <a:gd name="T23" fmla="*/ 45 h 48"/>
                <a:gd name="T24" fmla="*/ 7 w 48"/>
                <a:gd name="T25" fmla="*/ 48 h 48"/>
                <a:gd name="T26" fmla="*/ 8 w 48"/>
                <a:gd name="T27" fmla="*/ 48 h 48"/>
                <a:gd name="T28" fmla="*/ 9 w 48"/>
                <a:gd name="T29" fmla="*/ 48 h 48"/>
                <a:gd name="T30" fmla="*/ 24 w 48"/>
                <a:gd name="T31" fmla="*/ 37 h 48"/>
                <a:gd name="T32" fmla="*/ 39 w 48"/>
                <a:gd name="T33" fmla="*/ 48 h 48"/>
                <a:gd name="T34" fmla="*/ 41 w 48"/>
                <a:gd name="T35" fmla="*/ 48 h 48"/>
                <a:gd name="T36" fmla="*/ 42 w 48"/>
                <a:gd name="T37" fmla="*/ 45 h 48"/>
                <a:gd name="T38" fmla="*/ 36 w 48"/>
                <a:gd name="T39" fmla="*/ 29 h 48"/>
                <a:gd name="T40" fmla="*/ 47 w 48"/>
                <a:gd name="T41" fmla="*/ 20 h 48"/>
                <a:gd name="T42" fmla="*/ 48 w 48"/>
                <a:gd name="T43" fmla="*/ 1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48">
                  <a:moveTo>
                    <a:pt x="48" y="17"/>
                  </a:moveTo>
                  <a:cubicBezTo>
                    <a:pt x="48" y="17"/>
                    <a:pt x="47" y="16"/>
                    <a:pt x="46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3" y="0"/>
                    <a:pt x="23" y="0"/>
                    <a:pt x="22" y="1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7"/>
                    <a:pt x="0" y="17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6"/>
                    <a:pt x="6" y="47"/>
                    <a:pt x="7" y="48"/>
                  </a:cubicBezTo>
                  <a:cubicBezTo>
                    <a:pt x="7" y="48"/>
                    <a:pt x="8" y="48"/>
                    <a:pt x="8" y="48"/>
                  </a:cubicBezTo>
                  <a:cubicBezTo>
                    <a:pt x="8" y="48"/>
                    <a:pt x="9" y="48"/>
                    <a:pt x="9" y="4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40" y="48"/>
                    <a:pt x="41" y="48"/>
                    <a:pt x="41" y="48"/>
                  </a:cubicBezTo>
                  <a:cubicBezTo>
                    <a:pt x="42" y="47"/>
                    <a:pt x="42" y="46"/>
                    <a:pt x="42" y="45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8" y="19"/>
                    <a:pt x="48" y="18"/>
                    <a:pt x="4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8" name="Rectangle 9">
            <a:extLst>
              <a:ext uri="{FF2B5EF4-FFF2-40B4-BE49-F238E27FC236}">
                <a16:creationId xmlns:a16="http://schemas.microsoft.com/office/drawing/2014/main" id="{CC5ACEE8-7EC0-41ED-9829-9DF688BD9478}"/>
              </a:ext>
            </a:extLst>
          </p:cNvPr>
          <p:cNvSpPr/>
          <p:nvPr/>
        </p:nvSpPr>
        <p:spPr>
          <a:xfrm>
            <a:off x="3836868" y="3742193"/>
            <a:ext cx="7609298" cy="1659600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기존 상품 리뷰 분석 방향 개선한 모델 구축</a:t>
            </a:r>
            <a:endParaRPr lang="en-US" altLang="ko-KR" b="1" dirty="0">
              <a:solidFill>
                <a:schemeClr val="bg1"/>
              </a:solidFill>
            </a:endParaRP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리뷰 분석을 활용 방안 확장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       -</a:t>
            </a:r>
            <a:r>
              <a:rPr lang="ko-KR" altLang="en-US" b="1" dirty="0">
                <a:solidFill>
                  <a:schemeClr val="bg1"/>
                </a:solidFill>
              </a:rPr>
              <a:t>가격 예측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       -</a:t>
            </a:r>
            <a:r>
              <a:rPr lang="ko-KR" altLang="en-US" b="1" dirty="0">
                <a:solidFill>
                  <a:schemeClr val="bg1"/>
                </a:solidFill>
              </a:rPr>
              <a:t>추천 시스템</a:t>
            </a:r>
            <a:r>
              <a:rPr lang="en-US" altLang="ko-KR" b="1" dirty="0">
                <a:solidFill>
                  <a:schemeClr val="bg1"/>
                </a:solidFill>
              </a:rPr>
              <a:t>-&gt;</a:t>
            </a:r>
            <a:r>
              <a:rPr lang="ko-KR" altLang="en-US" b="1" dirty="0">
                <a:solidFill>
                  <a:schemeClr val="bg1"/>
                </a:solidFill>
              </a:rPr>
              <a:t>상품 개발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Isosceles Triangle 500">
            <a:extLst>
              <a:ext uri="{FF2B5EF4-FFF2-40B4-BE49-F238E27FC236}">
                <a16:creationId xmlns:a16="http://schemas.microsoft.com/office/drawing/2014/main" id="{313757ED-9CFC-411E-8373-A5E647EBF55F}"/>
              </a:ext>
            </a:extLst>
          </p:cNvPr>
          <p:cNvSpPr/>
          <p:nvPr/>
        </p:nvSpPr>
        <p:spPr>
          <a:xfrm flipH="1">
            <a:off x="0" y="3497145"/>
            <a:ext cx="4267200" cy="3360855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Isosceles Triangle 499">
            <a:extLst>
              <a:ext uri="{FF2B5EF4-FFF2-40B4-BE49-F238E27FC236}">
                <a16:creationId xmlns:a16="http://schemas.microsoft.com/office/drawing/2014/main" id="{38647AEF-79D0-4C0D-86E8-ABD5AB497E0B}"/>
              </a:ext>
            </a:extLst>
          </p:cNvPr>
          <p:cNvSpPr/>
          <p:nvPr/>
        </p:nvSpPr>
        <p:spPr>
          <a:xfrm flipV="1">
            <a:off x="10257008" y="-4"/>
            <a:ext cx="1934991" cy="1524003"/>
          </a:xfrm>
          <a:prstGeom prst="triangle">
            <a:avLst>
              <a:gd name="adj" fmla="val 10000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382C7-DDC2-4853-9834-2DF02C08A3C3}"/>
              </a:ext>
            </a:extLst>
          </p:cNvPr>
          <p:cNvSpPr/>
          <p:nvPr/>
        </p:nvSpPr>
        <p:spPr>
          <a:xfrm>
            <a:off x="969338" y="1473200"/>
            <a:ext cx="11222662" cy="4724400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9" name="Isosceles Triangle 498">
            <a:extLst>
              <a:ext uri="{FF2B5EF4-FFF2-40B4-BE49-F238E27FC236}">
                <a16:creationId xmlns:a16="http://schemas.microsoft.com/office/drawing/2014/main" id="{FEA198A9-B397-489F-A626-CEABD0A912CA}"/>
              </a:ext>
            </a:extLst>
          </p:cNvPr>
          <p:cNvSpPr/>
          <p:nvPr/>
        </p:nvSpPr>
        <p:spPr>
          <a:xfrm>
            <a:off x="7878851" y="1504279"/>
            <a:ext cx="4313149" cy="4666854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b="1" dirty="0"/>
              <a:t>02 </a:t>
            </a:r>
            <a:r>
              <a:rPr lang="ko-KR" altLang="en-US" b="1" dirty="0"/>
              <a:t>선행 연구</a:t>
            </a:r>
            <a:endParaRPr lang="en-US" b="1" dirty="0"/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0E405E6B-C820-4792-B3A2-A6C143DD6E17}"/>
              </a:ext>
            </a:extLst>
          </p:cNvPr>
          <p:cNvGrpSpPr/>
          <p:nvPr/>
        </p:nvGrpSpPr>
        <p:grpSpPr>
          <a:xfrm>
            <a:off x="1663042" y="3116353"/>
            <a:ext cx="6571080" cy="1382803"/>
            <a:chOff x="-400050" y="3116353"/>
            <a:chExt cx="13258800" cy="1382803"/>
          </a:xfrm>
        </p:grpSpPr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46B6C1E-E42C-4946-A205-42448E3382CF}"/>
                </a:ext>
              </a:extLst>
            </p:cNvPr>
            <p:cNvCxnSpPr/>
            <p:nvPr/>
          </p:nvCxnSpPr>
          <p:spPr>
            <a:xfrm>
              <a:off x="-400050" y="3116353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526D624-84F2-4C5C-AF7F-79D1A6E5FC0A}"/>
                </a:ext>
              </a:extLst>
            </p:cNvPr>
            <p:cNvCxnSpPr/>
            <p:nvPr/>
          </p:nvCxnSpPr>
          <p:spPr>
            <a:xfrm>
              <a:off x="-400050" y="4499156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5" name="Graphic 8">
            <a:extLst>
              <a:ext uri="{FF2B5EF4-FFF2-40B4-BE49-F238E27FC236}">
                <a16:creationId xmlns:a16="http://schemas.microsoft.com/office/drawing/2014/main" id="{627E64BF-8C28-46A7-962A-DF1190CF0EF9}"/>
              </a:ext>
            </a:extLst>
          </p:cNvPr>
          <p:cNvSpPr/>
          <p:nvPr/>
        </p:nvSpPr>
        <p:spPr>
          <a:xfrm rot="5400000">
            <a:off x="553950" y="2039622"/>
            <a:ext cx="770659" cy="770659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6" name="Graphic 8">
            <a:extLst>
              <a:ext uri="{FF2B5EF4-FFF2-40B4-BE49-F238E27FC236}">
                <a16:creationId xmlns:a16="http://schemas.microsoft.com/office/drawing/2014/main" id="{F651F627-408F-4E60-A420-1EE523CC416B}"/>
              </a:ext>
            </a:extLst>
          </p:cNvPr>
          <p:cNvSpPr/>
          <p:nvPr/>
        </p:nvSpPr>
        <p:spPr>
          <a:xfrm rot="5400000">
            <a:off x="553950" y="3477897"/>
            <a:ext cx="770659" cy="770659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7" name="Graphic 8">
            <a:extLst>
              <a:ext uri="{FF2B5EF4-FFF2-40B4-BE49-F238E27FC236}">
                <a16:creationId xmlns:a16="http://schemas.microsoft.com/office/drawing/2014/main" id="{B8EFBFCC-6C13-40B7-90AE-A6BF27D047BA}"/>
              </a:ext>
            </a:extLst>
          </p:cNvPr>
          <p:cNvSpPr/>
          <p:nvPr/>
        </p:nvSpPr>
        <p:spPr>
          <a:xfrm rot="5400000">
            <a:off x="553950" y="4805228"/>
            <a:ext cx="770659" cy="770659"/>
          </a:xfrm>
          <a:prstGeom prst="roundRect">
            <a:avLst>
              <a:gd name="adj" fmla="val 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567F87CE-B13F-4832-98CF-5B56C479C811}"/>
              </a:ext>
            </a:extLst>
          </p:cNvPr>
          <p:cNvSpPr txBox="1">
            <a:spLocks/>
          </p:cNvSpPr>
          <p:nvPr/>
        </p:nvSpPr>
        <p:spPr>
          <a:xfrm>
            <a:off x="1625600" y="2055675"/>
            <a:ext cx="6216048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bg1"/>
                </a:solidFill>
              </a:rPr>
              <a:t>리뷰</a:t>
            </a:r>
            <a:endParaRPr lang="en-US" altLang="ko-KR" sz="18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오피니언 마이닝 </a:t>
            </a:r>
            <a:r>
              <a:rPr lang="en-US" altLang="ko-KR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긍정</a:t>
            </a:r>
            <a:r>
              <a:rPr lang="en-US" altLang="ko-KR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부정 </a:t>
            </a:r>
            <a:r>
              <a:rPr lang="en-US" altLang="ko-KR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가지로 리뷰 분석</a:t>
            </a:r>
            <a:endParaRPr lang="en-US" altLang="ko-KR" sz="18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</a:rPr>
              <a:t>제품마다 상이한 소비자의 의견을 반영 못 함</a:t>
            </a:r>
            <a:endParaRPr lang="en-US" altLang="ko-KR" sz="18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</a:rPr>
              <a:t>상품의 특징</a:t>
            </a:r>
            <a:r>
              <a:rPr lang="en-US" altLang="ko-KR" sz="1800" b="1" dirty="0">
                <a:solidFill>
                  <a:schemeClr val="bg1"/>
                </a:solidFill>
              </a:rPr>
              <a:t>, </a:t>
            </a:r>
            <a:r>
              <a:rPr lang="ko-KR" altLang="en-US" sz="1800" b="1" dirty="0">
                <a:solidFill>
                  <a:schemeClr val="bg1"/>
                </a:solidFill>
              </a:rPr>
              <a:t>주제를 추출하고 이를 평가 기준으로 사용</a:t>
            </a:r>
            <a:endParaRPr lang="en-US" altLang="ko-KR" sz="1800" b="1" dirty="0">
              <a:solidFill>
                <a:schemeClr val="bg1"/>
              </a:solidFill>
            </a:endParaRPr>
          </a:p>
        </p:txBody>
      </p: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DEE6E675-F1E6-4FA1-8EC5-91F04098DDEE}"/>
              </a:ext>
            </a:extLst>
          </p:cNvPr>
          <p:cNvSpPr txBox="1">
            <a:spLocks/>
          </p:cNvSpPr>
          <p:nvPr/>
        </p:nvSpPr>
        <p:spPr>
          <a:xfrm>
            <a:off x="1625600" y="3497065"/>
            <a:ext cx="6421392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</a:rPr>
              <a:t>손익분석과 재고관리 등에 집중되었던 기존 판매 시스템</a:t>
            </a:r>
            <a:endParaRPr lang="en-US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557498EE-F35A-48FC-9025-1665BFDEE25D}"/>
              </a:ext>
            </a:extLst>
          </p:cNvPr>
          <p:cNvSpPr txBox="1">
            <a:spLocks/>
          </p:cNvSpPr>
          <p:nvPr/>
        </p:nvSpPr>
        <p:spPr>
          <a:xfrm>
            <a:off x="1625600" y="4824396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리뷰 상품 추천 시스템에 사용</a:t>
            </a:r>
            <a:endParaRPr lang="en-US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22683D03-7782-453B-A22A-763B56619DB3}"/>
              </a:ext>
            </a:extLst>
          </p:cNvPr>
          <p:cNvGrpSpPr/>
          <p:nvPr/>
        </p:nvGrpSpPr>
        <p:grpSpPr>
          <a:xfrm>
            <a:off x="759098" y="2243976"/>
            <a:ext cx="360363" cy="361950"/>
            <a:chOff x="5554663" y="3248025"/>
            <a:chExt cx="360363" cy="361950"/>
          </a:xfrm>
          <a:solidFill>
            <a:schemeClr val="bg1"/>
          </a:solidFill>
        </p:grpSpPr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CAF0B5EC-0F2B-412B-88A9-0C379A8D0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3575" y="3489325"/>
              <a:ext cx="666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450321A6-0258-48E8-A054-2120A55F8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1025" y="3489325"/>
              <a:ext cx="666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091EDCAB-6BDA-4F46-988B-8759B7886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3575" y="3429000"/>
              <a:ext cx="666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83446A41-BEDD-444F-8DAD-56CFF74AC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1025" y="3429000"/>
              <a:ext cx="666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6" name="Freeform 33">
              <a:extLst>
                <a:ext uri="{FF2B5EF4-FFF2-40B4-BE49-F238E27FC236}">
                  <a16:creationId xmlns:a16="http://schemas.microsoft.com/office/drawing/2014/main" id="{3C40E82F-F77C-4BD9-BAA3-FD4CAB40F8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4663" y="3368675"/>
              <a:ext cx="360363" cy="241300"/>
            </a:xfrm>
            <a:custGeom>
              <a:avLst/>
              <a:gdLst>
                <a:gd name="T0" fmla="*/ 2 w 96"/>
                <a:gd name="T1" fmla="*/ 64 h 64"/>
                <a:gd name="T2" fmla="*/ 96 w 96"/>
                <a:gd name="T3" fmla="*/ 62 h 64"/>
                <a:gd name="T4" fmla="*/ 0 w 96"/>
                <a:gd name="T5" fmla="*/ 0 h 64"/>
                <a:gd name="T6" fmla="*/ 10 w 96"/>
                <a:gd name="T7" fmla="*/ 32 h 64"/>
                <a:gd name="T8" fmla="*/ 10 w 96"/>
                <a:gd name="T9" fmla="*/ 28 h 64"/>
                <a:gd name="T10" fmla="*/ 24 w 96"/>
                <a:gd name="T11" fmla="*/ 16 h 64"/>
                <a:gd name="T12" fmla="*/ 8 w 96"/>
                <a:gd name="T13" fmla="*/ 14 h 64"/>
                <a:gd name="T14" fmla="*/ 24 w 96"/>
                <a:gd name="T15" fmla="*/ 12 h 64"/>
                <a:gd name="T16" fmla="*/ 26 w 96"/>
                <a:gd name="T17" fmla="*/ 4 h 64"/>
                <a:gd name="T18" fmla="*/ 28 w 96"/>
                <a:gd name="T19" fmla="*/ 12 h 64"/>
                <a:gd name="T20" fmla="*/ 46 w 96"/>
                <a:gd name="T21" fmla="*/ 6 h 64"/>
                <a:gd name="T22" fmla="*/ 50 w 96"/>
                <a:gd name="T23" fmla="*/ 6 h 64"/>
                <a:gd name="T24" fmla="*/ 68 w 96"/>
                <a:gd name="T25" fmla="*/ 12 h 64"/>
                <a:gd name="T26" fmla="*/ 70 w 96"/>
                <a:gd name="T27" fmla="*/ 4 h 64"/>
                <a:gd name="T28" fmla="*/ 72 w 96"/>
                <a:gd name="T29" fmla="*/ 12 h 64"/>
                <a:gd name="T30" fmla="*/ 88 w 96"/>
                <a:gd name="T31" fmla="*/ 14 h 64"/>
                <a:gd name="T32" fmla="*/ 72 w 96"/>
                <a:gd name="T33" fmla="*/ 16 h 64"/>
                <a:gd name="T34" fmla="*/ 86 w 96"/>
                <a:gd name="T35" fmla="*/ 28 h 64"/>
                <a:gd name="T36" fmla="*/ 86 w 96"/>
                <a:gd name="T37" fmla="*/ 32 h 64"/>
                <a:gd name="T38" fmla="*/ 72 w 96"/>
                <a:gd name="T39" fmla="*/ 44 h 64"/>
                <a:gd name="T40" fmla="*/ 88 w 96"/>
                <a:gd name="T41" fmla="*/ 46 h 64"/>
                <a:gd name="T42" fmla="*/ 72 w 96"/>
                <a:gd name="T43" fmla="*/ 48 h 64"/>
                <a:gd name="T44" fmla="*/ 70 w 96"/>
                <a:gd name="T45" fmla="*/ 56 h 64"/>
                <a:gd name="T46" fmla="*/ 68 w 96"/>
                <a:gd name="T47" fmla="*/ 48 h 64"/>
                <a:gd name="T48" fmla="*/ 50 w 96"/>
                <a:gd name="T49" fmla="*/ 54 h 64"/>
                <a:gd name="T50" fmla="*/ 46 w 96"/>
                <a:gd name="T51" fmla="*/ 54 h 64"/>
                <a:gd name="T52" fmla="*/ 28 w 96"/>
                <a:gd name="T53" fmla="*/ 48 h 64"/>
                <a:gd name="T54" fmla="*/ 26 w 96"/>
                <a:gd name="T55" fmla="*/ 56 h 64"/>
                <a:gd name="T56" fmla="*/ 24 w 96"/>
                <a:gd name="T57" fmla="*/ 48 h 64"/>
                <a:gd name="T58" fmla="*/ 8 w 96"/>
                <a:gd name="T59" fmla="*/ 46 h 64"/>
                <a:gd name="T60" fmla="*/ 24 w 96"/>
                <a:gd name="T61" fmla="*/ 44 h 64"/>
                <a:gd name="T62" fmla="*/ 10 w 96"/>
                <a:gd name="T63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" h="64">
                  <a:moveTo>
                    <a:pt x="0" y="62"/>
                  </a:moveTo>
                  <a:cubicBezTo>
                    <a:pt x="0" y="63"/>
                    <a:pt x="1" y="64"/>
                    <a:pt x="2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5" y="64"/>
                    <a:pt x="96" y="63"/>
                    <a:pt x="96" y="62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2"/>
                  </a:lnTo>
                  <a:close/>
                  <a:moveTo>
                    <a:pt x="10" y="32"/>
                  </a:moveTo>
                  <a:cubicBezTo>
                    <a:pt x="9" y="32"/>
                    <a:pt x="8" y="31"/>
                    <a:pt x="8" y="30"/>
                  </a:cubicBezTo>
                  <a:cubicBezTo>
                    <a:pt x="8" y="29"/>
                    <a:pt x="9" y="28"/>
                    <a:pt x="10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6"/>
                    <a:pt x="8" y="15"/>
                    <a:pt x="8" y="14"/>
                  </a:cubicBezTo>
                  <a:cubicBezTo>
                    <a:pt x="8" y="13"/>
                    <a:pt x="9" y="12"/>
                    <a:pt x="10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5"/>
                    <a:pt x="25" y="4"/>
                    <a:pt x="26" y="4"/>
                  </a:cubicBezTo>
                  <a:cubicBezTo>
                    <a:pt x="27" y="4"/>
                    <a:pt x="28" y="5"/>
                    <a:pt x="28" y="6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5"/>
                    <a:pt x="47" y="4"/>
                    <a:pt x="48" y="4"/>
                  </a:cubicBezTo>
                  <a:cubicBezTo>
                    <a:pt x="49" y="4"/>
                    <a:pt x="50" y="5"/>
                    <a:pt x="50" y="6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9" y="4"/>
                    <a:pt x="70" y="4"/>
                  </a:cubicBezTo>
                  <a:cubicBezTo>
                    <a:pt x="71" y="4"/>
                    <a:pt x="72" y="5"/>
                    <a:pt x="72" y="6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7" y="12"/>
                    <a:pt x="88" y="13"/>
                    <a:pt x="88" y="14"/>
                  </a:cubicBezTo>
                  <a:cubicBezTo>
                    <a:pt x="88" y="15"/>
                    <a:pt x="87" y="16"/>
                    <a:pt x="86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7" y="28"/>
                    <a:pt x="88" y="29"/>
                    <a:pt x="88" y="30"/>
                  </a:cubicBezTo>
                  <a:cubicBezTo>
                    <a:pt x="88" y="31"/>
                    <a:pt x="87" y="32"/>
                    <a:pt x="86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8" y="45"/>
                    <a:pt x="88" y="46"/>
                  </a:cubicBezTo>
                  <a:cubicBezTo>
                    <a:pt x="88" y="47"/>
                    <a:pt x="87" y="48"/>
                    <a:pt x="8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2" y="55"/>
                    <a:pt x="71" y="56"/>
                    <a:pt x="70" y="56"/>
                  </a:cubicBezTo>
                  <a:cubicBezTo>
                    <a:pt x="69" y="56"/>
                    <a:pt x="68" y="55"/>
                    <a:pt x="68" y="54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55"/>
                    <a:pt x="49" y="56"/>
                    <a:pt x="48" y="56"/>
                  </a:cubicBezTo>
                  <a:cubicBezTo>
                    <a:pt x="47" y="56"/>
                    <a:pt x="46" y="55"/>
                    <a:pt x="46" y="54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5"/>
                    <a:pt x="27" y="56"/>
                    <a:pt x="26" y="56"/>
                  </a:cubicBezTo>
                  <a:cubicBezTo>
                    <a:pt x="25" y="56"/>
                    <a:pt x="24" y="55"/>
                    <a:pt x="24" y="54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8" y="45"/>
                    <a:pt x="9" y="44"/>
                    <a:pt x="10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32"/>
                    <a:pt x="24" y="32"/>
                    <a:pt x="24" y="32"/>
                  </a:cubicBezTo>
                  <a:lnTo>
                    <a:pt x="10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7" name="Freeform 34">
              <a:extLst>
                <a:ext uri="{FF2B5EF4-FFF2-40B4-BE49-F238E27FC236}">
                  <a16:creationId xmlns:a16="http://schemas.microsoft.com/office/drawing/2014/main" id="{C3D02AE4-398E-47FE-BA91-B4999A8F44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4663" y="3248025"/>
              <a:ext cx="360363" cy="106363"/>
            </a:xfrm>
            <a:custGeom>
              <a:avLst/>
              <a:gdLst>
                <a:gd name="T0" fmla="*/ 94 w 96"/>
                <a:gd name="T1" fmla="*/ 8 h 28"/>
                <a:gd name="T2" fmla="*/ 80 w 96"/>
                <a:gd name="T3" fmla="*/ 8 h 28"/>
                <a:gd name="T4" fmla="*/ 80 w 96"/>
                <a:gd name="T5" fmla="*/ 2 h 28"/>
                <a:gd name="T6" fmla="*/ 78 w 96"/>
                <a:gd name="T7" fmla="*/ 0 h 28"/>
                <a:gd name="T8" fmla="*/ 66 w 96"/>
                <a:gd name="T9" fmla="*/ 0 h 28"/>
                <a:gd name="T10" fmla="*/ 64 w 96"/>
                <a:gd name="T11" fmla="*/ 2 h 28"/>
                <a:gd name="T12" fmla="*/ 64 w 96"/>
                <a:gd name="T13" fmla="*/ 8 h 28"/>
                <a:gd name="T14" fmla="*/ 32 w 96"/>
                <a:gd name="T15" fmla="*/ 8 h 28"/>
                <a:gd name="T16" fmla="*/ 32 w 96"/>
                <a:gd name="T17" fmla="*/ 2 h 28"/>
                <a:gd name="T18" fmla="*/ 30 w 96"/>
                <a:gd name="T19" fmla="*/ 0 h 28"/>
                <a:gd name="T20" fmla="*/ 18 w 96"/>
                <a:gd name="T21" fmla="*/ 0 h 28"/>
                <a:gd name="T22" fmla="*/ 16 w 96"/>
                <a:gd name="T23" fmla="*/ 2 h 28"/>
                <a:gd name="T24" fmla="*/ 16 w 96"/>
                <a:gd name="T25" fmla="*/ 8 h 28"/>
                <a:gd name="T26" fmla="*/ 2 w 96"/>
                <a:gd name="T27" fmla="*/ 8 h 28"/>
                <a:gd name="T28" fmla="*/ 0 w 96"/>
                <a:gd name="T29" fmla="*/ 10 h 28"/>
                <a:gd name="T30" fmla="*/ 0 w 96"/>
                <a:gd name="T31" fmla="*/ 28 h 28"/>
                <a:gd name="T32" fmla="*/ 96 w 96"/>
                <a:gd name="T33" fmla="*/ 28 h 28"/>
                <a:gd name="T34" fmla="*/ 96 w 96"/>
                <a:gd name="T35" fmla="*/ 10 h 28"/>
                <a:gd name="T36" fmla="*/ 94 w 96"/>
                <a:gd name="T37" fmla="*/ 8 h 28"/>
                <a:gd name="T38" fmla="*/ 28 w 96"/>
                <a:gd name="T39" fmla="*/ 16 h 28"/>
                <a:gd name="T40" fmla="*/ 20 w 96"/>
                <a:gd name="T41" fmla="*/ 16 h 28"/>
                <a:gd name="T42" fmla="*/ 20 w 96"/>
                <a:gd name="T43" fmla="*/ 4 h 28"/>
                <a:gd name="T44" fmla="*/ 28 w 96"/>
                <a:gd name="T45" fmla="*/ 4 h 28"/>
                <a:gd name="T46" fmla="*/ 28 w 96"/>
                <a:gd name="T47" fmla="*/ 16 h 28"/>
                <a:gd name="T48" fmla="*/ 76 w 96"/>
                <a:gd name="T49" fmla="*/ 16 h 28"/>
                <a:gd name="T50" fmla="*/ 68 w 96"/>
                <a:gd name="T51" fmla="*/ 16 h 28"/>
                <a:gd name="T52" fmla="*/ 68 w 96"/>
                <a:gd name="T53" fmla="*/ 4 h 28"/>
                <a:gd name="T54" fmla="*/ 76 w 96"/>
                <a:gd name="T55" fmla="*/ 4 h 28"/>
                <a:gd name="T56" fmla="*/ 76 w 96"/>
                <a:gd name="T57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6" h="28">
                  <a:moveTo>
                    <a:pt x="94" y="8"/>
                  </a:moveTo>
                  <a:cubicBezTo>
                    <a:pt x="80" y="8"/>
                    <a:pt x="80" y="8"/>
                    <a:pt x="80" y="8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4" y="1"/>
                    <a:pt x="64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0" y="9"/>
                    <a:pt x="0" y="1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9"/>
                    <a:pt x="95" y="8"/>
                    <a:pt x="94" y="8"/>
                  </a:cubicBezTo>
                  <a:close/>
                  <a:moveTo>
                    <a:pt x="28" y="16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8" y="4"/>
                    <a:pt x="28" y="4"/>
                    <a:pt x="28" y="4"/>
                  </a:cubicBezTo>
                  <a:lnTo>
                    <a:pt x="28" y="16"/>
                  </a:lnTo>
                  <a:close/>
                  <a:moveTo>
                    <a:pt x="76" y="16"/>
                  </a:moveTo>
                  <a:cubicBezTo>
                    <a:pt x="68" y="16"/>
                    <a:pt x="68" y="16"/>
                    <a:pt x="68" y="16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76" y="4"/>
                    <a:pt x="76" y="4"/>
                    <a:pt x="76" y="4"/>
                  </a:cubicBezTo>
                  <a:lnTo>
                    <a:pt x="76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583F34C1-5687-4B79-A218-CB1B05472498}"/>
              </a:ext>
            </a:extLst>
          </p:cNvPr>
          <p:cNvGrpSpPr/>
          <p:nvPr/>
        </p:nvGrpSpPr>
        <p:grpSpPr>
          <a:xfrm>
            <a:off x="741080" y="3665027"/>
            <a:ext cx="396399" cy="396399"/>
            <a:chOff x="8440738" y="5054601"/>
            <a:chExt cx="360363" cy="360363"/>
          </a:xfrm>
          <a:solidFill>
            <a:schemeClr val="bg1"/>
          </a:solidFill>
        </p:grpSpPr>
        <p:sp>
          <p:nvSpPr>
            <p:cNvPr id="489" name="Freeform 191">
              <a:extLst>
                <a:ext uri="{FF2B5EF4-FFF2-40B4-BE49-F238E27FC236}">
                  <a16:creationId xmlns:a16="http://schemas.microsoft.com/office/drawing/2014/main" id="{A6170D2A-E01D-41DD-AFE5-F1CD12783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9638" y="5084763"/>
              <a:ext cx="180975" cy="44450"/>
            </a:xfrm>
            <a:custGeom>
              <a:avLst/>
              <a:gdLst>
                <a:gd name="T0" fmla="*/ 2 w 48"/>
                <a:gd name="T1" fmla="*/ 4 h 12"/>
                <a:gd name="T2" fmla="*/ 19 w 48"/>
                <a:gd name="T3" fmla="*/ 4 h 12"/>
                <a:gd name="T4" fmla="*/ 22 w 48"/>
                <a:gd name="T5" fmla="*/ 11 h 12"/>
                <a:gd name="T6" fmla="*/ 24 w 48"/>
                <a:gd name="T7" fmla="*/ 12 h 12"/>
                <a:gd name="T8" fmla="*/ 46 w 48"/>
                <a:gd name="T9" fmla="*/ 12 h 12"/>
                <a:gd name="T10" fmla="*/ 48 w 48"/>
                <a:gd name="T11" fmla="*/ 10 h 12"/>
                <a:gd name="T12" fmla="*/ 46 w 48"/>
                <a:gd name="T13" fmla="*/ 8 h 12"/>
                <a:gd name="T14" fmla="*/ 25 w 48"/>
                <a:gd name="T15" fmla="*/ 8 h 12"/>
                <a:gd name="T16" fmla="*/ 22 w 48"/>
                <a:gd name="T17" fmla="*/ 1 h 12"/>
                <a:gd name="T18" fmla="*/ 20 w 48"/>
                <a:gd name="T19" fmla="*/ 0 h 12"/>
                <a:gd name="T20" fmla="*/ 2 w 48"/>
                <a:gd name="T21" fmla="*/ 0 h 12"/>
                <a:gd name="T22" fmla="*/ 0 w 48"/>
                <a:gd name="T23" fmla="*/ 2 h 12"/>
                <a:gd name="T24" fmla="*/ 2 w 48"/>
                <a:gd name="T2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12">
                  <a:moveTo>
                    <a:pt x="2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4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7" y="12"/>
                    <a:pt x="48" y="11"/>
                    <a:pt x="48" y="10"/>
                  </a:cubicBezTo>
                  <a:cubicBezTo>
                    <a:pt x="48" y="9"/>
                    <a:pt x="47" y="8"/>
                    <a:pt x="46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0" name="Freeform 192">
              <a:extLst>
                <a:ext uri="{FF2B5EF4-FFF2-40B4-BE49-F238E27FC236}">
                  <a16:creationId xmlns:a16="http://schemas.microsoft.com/office/drawing/2014/main" id="{F50C5BAD-EEBC-47B7-939A-F3CD5741D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5513" y="5054601"/>
              <a:ext cx="150813" cy="44450"/>
            </a:xfrm>
            <a:custGeom>
              <a:avLst/>
              <a:gdLst>
                <a:gd name="T0" fmla="*/ 2 w 40"/>
                <a:gd name="T1" fmla="*/ 4 h 12"/>
                <a:gd name="T2" fmla="*/ 19 w 40"/>
                <a:gd name="T3" fmla="*/ 4 h 12"/>
                <a:gd name="T4" fmla="*/ 22 w 40"/>
                <a:gd name="T5" fmla="*/ 11 h 12"/>
                <a:gd name="T6" fmla="*/ 24 w 40"/>
                <a:gd name="T7" fmla="*/ 12 h 12"/>
                <a:gd name="T8" fmla="*/ 38 w 40"/>
                <a:gd name="T9" fmla="*/ 12 h 12"/>
                <a:gd name="T10" fmla="*/ 40 w 40"/>
                <a:gd name="T11" fmla="*/ 10 h 12"/>
                <a:gd name="T12" fmla="*/ 38 w 40"/>
                <a:gd name="T13" fmla="*/ 8 h 12"/>
                <a:gd name="T14" fmla="*/ 25 w 40"/>
                <a:gd name="T15" fmla="*/ 8 h 12"/>
                <a:gd name="T16" fmla="*/ 22 w 40"/>
                <a:gd name="T17" fmla="*/ 1 h 12"/>
                <a:gd name="T18" fmla="*/ 20 w 40"/>
                <a:gd name="T19" fmla="*/ 0 h 12"/>
                <a:gd name="T20" fmla="*/ 2 w 40"/>
                <a:gd name="T21" fmla="*/ 0 h 12"/>
                <a:gd name="T22" fmla="*/ 0 w 40"/>
                <a:gd name="T23" fmla="*/ 2 h 12"/>
                <a:gd name="T24" fmla="*/ 2 w 40"/>
                <a:gd name="T2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12">
                  <a:moveTo>
                    <a:pt x="2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4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9" y="12"/>
                    <a:pt x="40" y="11"/>
                    <a:pt x="40" y="10"/>
                  </a:cubicBezTo>
                  <a:cubicBezTo>
                    <a:pt x="40" y="9"/>
                    <a:pt x="39" y="8"/>
                    <a:pt x="38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1" name="Freeform 193">
              <a:extLst>
                <a:ext uri="{FF2B5EF4-FFF2-40B4-BE49-F238E27FC236}">
                  <a16:creationId xmlns:a16="http://schemas.microsoft.com/office/drawing/2014/main" id="{90688EFD-766A-4E1E-9CF6-377359197A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0738" y="5114926"/>
              <a:ext cx="360363" cy="300038"/>
            </a:xfrm>
            <a:custGeom>
              <a:avLst/>
              <a:gdLst>
                <a:gd name="T0" fmla="*/ 96 w 96"/>
                <a:gd name="T1" fmla="*/ 50 h 80"/>
                <a:gd name="T2" fmla="*/ 96 w 96"/>
                <a:gd name="T3" fmla="*/ 49 h 80"/>
                <a:gd name="T4" fmla="*/ 96 w 96"/>
                <a:gd name="T5" fmla="*/ 49 h 80"/>
                <a:gd name="T6" fmla="*/ 96 w 96"/>
                <a:gd name="T7" fmla="*/ 49 h 80"/>
                <a:gd name="T8" fmla="*/ 82 w 96"/>
                <a:gd name="T9" fmla="*/ 25 h 80"/>
                <a:gd name="T10" fmla="*/ 80 w 96"/>
                <a:gd name="T11" fmla="*/ 24 h 80"/>
                <a:gd name="T12" fmla="*/ 76 w 96"/>
                <a:gd name="T13" fmla="*/ 24 h 80"/>
                <a:gd name="T14" fmla="*/ 76 w 96"/>
                <a:gd name="T15" fmla="*/ 10 h 80"/>
                <a:gd name="T16" fmla="*/ 74 w 96"/>
                <a:gd name="T17" fmla="*/ 8 h 80"/>
                <a:gd name="T18" fmla="*/ 45 w 96"/>
                <a:gd name="T19" fmla="*/ 8 h 80"/>
                <a:gd name="T20" fmla="*/ 42 w 96"/>
                <a:gd name="T21" fmla="*/ 1 h 80"/>
                <a:gd name="T22" fmla="*/ 40 w 96"/>
                <a:gd name="T23" fmla="*/ 0 h 80"/>
                <a:gd name="T24" fmla="*/ 22 w 96"/>
                <a:gd name="T25" fmla="*/ 0 h 80"/>
                <a:gd name="T26" fmla="*/ 20 w 96"/>
                <a:gd name="T27" fmla="*/ 2 h 80"/>
                <a:gd name="T28" fmla="*/ 20 w 96"/>
                <a:gd name="T29" fmla="*/ 24 h 80"/>
                <a:gd name="T30" fmla="*/ 16 w 96"/>
                <a:gd name="T31" fmla="*/ 24 h 80"/>
                <a:gd name="T32" fmla="*/ 14 w 96"/>
                <a:gd name="T33" fmla="*/ 25 h 80"/>
                <a:gd name="T34" fmla="*/ 0 w 96"/>
                <a:gd name="T35" fmla="*/ 49 h 80"/>
                <a:gd name="T36" fmla="*/ 0 w 96"/>
                <a:gd name="T37" fmla="*/ 49 h 80"/>
                <a:gd name="T38" fmla="*/ 0 w 96"/>
                <a:gd name="T39" fmla="*/ 49 h 80"/>
                <a:gd name="T40" fmla="*/ 0 w 96"/>
                <a:gd name="T41" fmla="*/ 50 h 80"/>
                <a:gd name="T42" fmla="*/ 0 w 96"/>
                <a:gd name="T43" fmla="*/ 50 h 80"/>
                <a:gd name="T44" fmla="*/ 0 w 96"/>
                <a:gd name="T45" fmla="*/ 78 h 80"/>
                <a:gd name="T46" fmla="*/ 2 w 96"/>
                <a:gd name="T47" fmla="*/ 80 h 80"/>
                <a:gd name="T48" fmla="*/ 94 w 96"/>
                <a:gd name="T49" fmla="*/ 80 h 80"/>
                <a:gd name="T50" fmla="*/ 96 w 96"/>
                <a:gd name="T51" fmla="*/ 78 h 80"/>
                <a:gd name="T52" fmla="*/ 96 w 96"/>
                <a:gd name="T53" fmla="*/ 50 h 80"/>
                <a:gd name="T54" fmla="*/ 96 w 96"/>
                <a:gd name="T55" fmla="*/ 50 h 80"/>
                <a:gd name="T56" fmla="*/ 46 w 96"/>
                <a:gd name="T57" fmla="*/ 27 h 80"/>
                <a:gd name="T58" fmla="*/ 43 w 96"/>
                <a:gd name="T59" fmla="*/ 21 h 80"/>
                <a:gd name="T60" fmla="*/ 50 w 96"/>
                <a:gd name="T61" fmla="*/ 14 h 80"/>
                <a:gd name="T62" fmla="*/ 57 w 96"/>
                <a:gd name="T63" fmla="*/ 21 h 80"/>
                <a:gd name="T64" fmla="*/ 54 w 96"/>
                <a:gd name="T65" fmla="*/ 27 h 80"/>
                <a:gd name="T66" fmla="*/ 62 w 96"/>
                <a:gd name="T67" fmla="*/ 38 h 80"/>
                <a:gd name="T68" fmla="*/ 38 w 96"/>
                <a:gd name="T69" fmla="*/ 38 h 80"/>
                <a:gd name="T70" fmla="*/ 46 w 96"/>
                <a:gd name="T71" fmla="*/ 27 h 80"/>
                <a:gd name="T72" fmla="*/ 66 w 96"/>
                <a:gd name="T73" fmla="*/ 48 h 80"/>
                <a:gd name="T74" fmla="*/ 64 w 96"/>
                <a:gd name="T75" fmla="*/ 50 h 80"/>
                <a:gd name="T76" fmla="*/ 64 w 96"/>
                <a:gd name="T77" fmla="*/ 54 h 80"/>
                <a:gd name="T78" fmla="*/ 58 w 96"/>
                <a:gd name="T79" fmla="*/ 60 h 80"/>
                <a:gd name="T80" fmla="*/ 40 w 96"/>
                <a:gd name="T81" fmla="*/ 60 h 80"/>
                <a:gd name="T82" fmla="*/ 34 w 96"/>
                <a:gd name="T83" fmla="*/ 54 h 80"/>
                <a:gd name="T84" fmla="*/ 34 w 96"/>
                <a:gd name="T85" fmla="*/ 50 h 80"/>
                <a:gd name="T86" fmla="*/ 32 w 96"/>
                <a:gd name="T87" fmla="*/ 48 h 80"/>
                <a:gd name="T88" fmla="*/ 5 w 96"/>
                <a:gd name="T89" fmla="*/ 48 h 80"/>
                <a:gd name="T90" fmla="*/ 17 w 96"/>
                <a:gd name="T91" fmla="*/ 28 h 80"/>
                <a:gd name="T92" fmla="*/ 20 w 96"/>
                <a:gd name="T93" fmla="*/ 28 h 80"/>
                <a:gd name="T94" fmla="*/ 20 w 96"/>
                <a:gd name="T95" fmla="*/ 42 h 80"/>
                <a:gd name="T96" fmla="*/ 22 w 96"/>
                <a:gd name="T97" fmla="*/ 44 h 80"/>
                <a:gd name="T98" fmla="*/ 74 w 96"/>
                <a:gd name="T99" fmla="*/ 44 h 80"/>
                <a:gd name="T100" fmla="*/ 76 w 96"/>
                <a:gd name="T101" fmla="*/ 42 h 80"/>
                <a:gd name="T102" fmla="*/ 76 w 96"/>
                <a:gd name="T103" fmla="*/ 28 h 80"/>
                <a:gd name="T104" fmla="*/ 79 w 96"/>
                <a:gd name="T105" fmla="*/ 28 h 80"/>
                <a:gd name="T106" fmla="*/ 91 w 96"/>
                <a:gd name="T107" fmla="*/ 48 h 80"/>
                <a:gd name="T108" fmla="*/ 66 w 96"/>
                <a:gd name="T109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6" h="80">
                  <a:moveTo>
                    <a:pt x="96" y="50"/>
                  </a:moveTo>
                  <a:cubicBezTo>
                    <a:pt x="96" y="50"/>
                    <a:pt x="96" y="50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4"/>
                    <a:pt x="81" y="24"/>
                    <a:pt x="80" y="24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9"/>
                    <a:pt x="75" y="8"/>
                    <a:pt x="74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0"/>
                    <a:pt x="41" y="0"/>
                    <a:pt x="4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5" y="24"/>
                    <a:pt x="15" y="24"/>
                    <a:pt x="14" y="25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1" y="80"/>
                    <a:pt x="2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5" y="80"/>
                    <a:pt x="96" y="79"/>
                    <a:pt x="96" y="78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50"/>
                    <a:pt x="96" y="50"/>
                    <a:pt x="96" y="50"/>
                  </a:cubicBezTo>
                  <a:close/>
                  <a:moveTo>
                    <a:pt x="46" y="27"/>
                  </a:moveTo>
                  <a:cubicBezTo>
                    <a:pt x="44" y="25"/>
                    <a:pt x="43" y="23"/>
                    <a:pt x="43" y="21"/>
                  </a:cubicBezTo>
                  <a:cubicBezTo>
                    <a:pt x="43" y="17"/>
                    <a:pt x="46" y="14"/>
                    <a:pt x="50" y="14"/>
                  </a:cubicBezTo>
                  <a:cubicBezTo>
                    <a:pt x="54" y="14"/>
                    <a:pt x="57" y="17"/>
                    <a:pt x="57" y="21"/>
                  </a:cubicBezTo>
                  <a:cubicBezTo>
                    <a:pt x="57" y="23"/>
                    <a:pt x="56" y="25"/>
                    <a:pt x="54" y="27"/>
                  </a:cubicBezTo>
                  <a:cubicBezTo>
                    <a:pt x="59" y="28"/>
                    <a:pt x="62" y="31"/>
                    <a:pt x="62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1"/>
                    <a:pt x="41" y="28"/>
                    <a:pt x="46" y="27"/>
                  </a:cubicBezTo>
                  <a:close/>
                  <a:moveTo>
                    <a:pt x="66" y="48"/>
                  </a:moveTo>
                  <a:cubicBezTo>
                    <a:pt x="65" y="48"/>
                    <a:pt x="64" y="49"/>
                    <a:pt x="64" y="50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7"/>
                    <a:pt x="61" y="60"/>
                    <a:pt x="58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7" y="60"/>
                    <a:pt x="34" y="57"/>
                    <a:pt x="34" y="54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4" y="49"/>
                    <a:pt x="33" y="48"/>
                    <a:pt x="32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21" y="44"/>
                    <a:pt x="22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5" y="44"/>
                    <a:pt x="76" y="43"/>
                    <a:pt x="76" y="42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6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3B68849C-9517-4809-8E4A-5D2A5916E6F0}"/>
              </a:ext>
            </a:extLst>
          </p:cNvPr>
          <p:cNvGrpSpPr/>
          <p:nvPr/>
        </p:nvGrpSpPr>
        <p:grpSpPr>
          <a:xfrm>
            <a:off x="740206" y="4998470"/>
            <a:ext cx="398146" cy="384175"/>
            <a:chOff x="3390900" y="4703763"/>
            <a:chExt cx="361951" cy="349250"/>
          </a:xfrm>
          <a:solidFill>
            <a:schemeClr val="bg1"/>
          </a:solidFill>
        </p:grpSpPr>
        <p:sp>
          <p:nvSpPr>
            <p:cNvPr id="493" name="Freeform 168">
              <a:extLst>
                <a:ext uri="{FF2B5EF4-FFF2-40B4-BE49-F238E27FC236}">
                  <a16:creationId xmlns:a16="http://schemas.microsoft.com/office/drawing/2014/main" id="{189F9B29-9854-4FA7-86CC-19452706A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6163" y="4887913"/>
              <a:ext cx="166688" cy="165100"/>
            </a:xfrm>
            <a:custGeom>
              <a:avLst/>
              <a:gdLst>
                <a:gd name="T0" fmla="*/ 22 w 44"/>
                <a:gd name="T1" fmla="*/ 0 h 44"/>
                <a:gd name="T2" fmla="*/ 0 w 44"/>
                <a:gd name="T3" fmla="*/ 22 h 44"/>
                <a:gd name="T4" fmla="*/ 22 w 44"/>
                <a:gd name="T5" fmla="*/ 44 h 44"/>
                <a:gd name="T6" fmla="*/ 44 w 44"/>
                <a:gd name="T7" fmla="*/ 22 h 44"/>
                <a:gd name="T8" fmla="*/ 22 w 44"/>
                <a:gd name="T9" fmla="*/ 0 h 44"/>
                <a:gd name="T10" fmla="*/ 33 w 44"/>
                <a:gd name="T11" fmla="*/ 17 h 44"/>
                <a:gd name="T12" fmla="*/ 20 w 44"/>
                <a:gd name="T13" fmla="*/ 31 h 44"/>
                <a:gd name="T14" fmla="*/ 11 w 44"/>
                <a:gd name="T15" fmla="*/ 21 h 44"/>
                <a:gd name="T16" fmla="*/ 11 w 44"/>
                <a:gd name="T17" fmla="*/ 19 h 44"/>
                <a:gd name="T18" fmla="*/ 13 w 44"/>
                <a:gd name="T19" fmla="*/ 19 h 44"/>
                <a:gd name="T20" fmla="*/ 20 w 44"/>
                <a:gd name="T21" fmla="*/ 25 h 44"/>
                <a:gd name="T22" fmla="*/ 31 w 44"/>
                <a:gd name="T23" fmla="*/ 15 h 44"/>
                <a:gd name="T24" fmla="*/ 33 w 44"/>
                <a:gd name="T25" fmla="*/ 15 h 44"/>
                <a:gd name="T26" fmla="*/ 33 w 44"/>
                <a:gd name="T27" fmla="*/ 1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33" y="17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19"/>
                    <a:pt x="11" y="19"/>
                  </a:cubicBezTo>
                  <a:cubicBezTo>
                    <a:pt x="11" y="18"/>
                    <a:pt x="13" y="18"/>
                    <a:pt x="13" y="19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4"/>
                    <a:pt x="33" y="14"/>
                    <a:pt x="33" y="15"/>
                  </a:cubicBezTo>
                  <a:cubicBezTo>
                    <a:pt x="34" y="15"/>
                    <a:pt x="34" y="17"/>
                    <a:pt x="3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4" name="Freeform 169">
              <a:extLst>
                <a:ext uri="{FF2B5EF4-FFF2-40B4-BE49-F238E27FC236}">
                  <a16:creationId xmlns:a16="http://schemas.microsoft.com/office/drawing/2014/main" id="{75D86ECE-4247-4CB4-9FCD-FB7FE8142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700" y="4703763"/>
              <a:ext cx="104775" cy="71438"/>
            </a:xfrm>
            <a:custGeom>
              <a:avLst/>
              <a:gdLst>
                <a:gd name="T0" fmla="*/ 11 w 28"/>
                <a:gd name="T1" fmla="*/ 0 h 19"/>
                <a:gd name="T2" fmla="*/ 0 w 28"/>
                <a:gd name="T3" fmla="*/ 4 h 19"/>
                <a:gd name="T4" fmla="*/ 6 w 28"/>
                <a:gd name="T5" fmla="*/ 17 h 19"/>
                <a:gd name="T6" fmla="*/ 11 w 28"/>
                <a:gd name="T7" fmla="*/ 13 h 19"/>
                <a:gd name="T8" fmla="*/ 13 w 28"/>
                <a:gd name="T9" fmla="*/ 9 h 19"/>
                <a:gd name="T10" fmla="*/ 15 w 28"/>
                <a:gd name="T11" fmla="*/ 13 h 19"/>
                <a:gd name="T12" fmla="*/ 24 w 28"/>
                <a:gd name="T13" fmla="*/ 18 h 19"/>
                <a:gd name="T14" fmla="*/ 28 w 28"/>
                <a:gd name="T15" fmla="*/ 17 h 19"/>
                <a:gd name="T16" fmla="*/ 11 w 28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9">
                  <a:moveTo>
                    <a:pt x="11" y="0"/>
                  </a:moveTo>
                  <a:cubicBezTo>
                    <a:pt x="7" y="0"/>
                    <a:pt x="3" y="2"/>
                    <a:pt x="0" y="4"/>
                  </a:cubicBezTo>
                  <a:cubicBezTo>
                    <a:pt x="3" y="8"/>
                    <a:pt x="5" y="12"/>
                    <a:pt x="6" y="17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7"/>
                    <a:pt x="20" y="19"/>
                    <a:pt x="24" y="18"/>
                  </a:cubicBezTo>
                  <a:cubicBezTo>
                    <a:pt x="25" y="18"/>
                    <a:pt x="27" y="17"/>
                    <a:pt x="28" y="17"/>
                  </a:cubicBezTo>
                  <a:cubicBezTo>
                    <a:pt x="26" y="7"/>
                    <a:pt x="19" y="0"/>
                    <a:pt x="1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5" name="Freeform 170">
              <a:extLst>
                <a:ext uri="{FF2B5EF4-FFF2-40B4-BE49-F238E27FC236}">
                  <a16:creationId xmlns:a16="http://schemas.microsoft.com/office/drawing/2014/main" id="{2862354E-6062-406C-A72E-C685B533F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050" y="4703763"/>
              <a:ext cx="127000" cy="71438"/>
            </a:xfrm>
            <a:custGeom>
              <a:avLst/>
              <a:gdLst>
                <a:gd name="T0" fmla="*/ 2 w 34"/>
                <a:gd name="T1" fmla="*/ 16 h 19"/>
                <a:gd name="T2" fmla="*/ 7 w 34"/>
                <a:gd name="T3" fmla="*/ 18 h 19"/>
                <a:gd name="T4" fmla="*/ 17 w 34"/>
                <a:gd name="T5" fmla="*/ 13 h 19"/>
                <a:gd name="T6" fmla="*/ 19 w 34"/>
                <a:gd name="T7" fmla="*/ 9 h 19"/>
                <a:gd name="T8" fmla="*/ 21 w 34"/>
                <a:gd name="T9" fmla="*/ 13 h 19"/>
                <a:gd name="T10" fmla="*/ 30 w 34"/>
                <a:gd name="T11" fmla="*/ 18 h 19"/>
                <a:gd name="T12" fmla="*/ 34 w 34"/>
                <a:gd name="T13" fmla="*/ 17 h 19"/>
                <a:gd name="T14" fmla="*/ 17 w 34"/>
                <a:gd name="T15" fmla="*/ 0 h 19"/>
                <a:gd name="T16" fmla="*/ 0 w 34"/>
                <a:gd name="T17" fmla="*/ 15 h 19"/>
                <a:gd name="T18" fmla="*/ 2 w 34"/>
                <a:gd name="T19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19">
                  <a:moveTo>
                    <a:pt x="2" y="16"/>
                  </a:moveTo>
                  <a:cubicBezTo>
                    <a:pt x="4" y="17"/>
                    <a:pt x="5" y="18"/>
                    <a:pt x="7" y="18"/>
                  </a:cubicBezTo>
                  <a:cubicBezTo>
                    <a:pt x="11" y="18"/>
                    <a:pt x="16" y="15"/>
                    <a:pt x="17" y="13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3" y="17"/>
                    <a:pt x="26" y="19"/>
                    <a:pt x="30" y="18"/>
                  </a:cubicBezTo>
                  <a:cubicBezTo>
                    <a:pt x="31" y="18"/>
                    <a:pt x="33" y="17"/>
                    <a:pt x="34" y="17"/>
                  </a:cubicBezTo>
                  <a:cubicBezTo>
                    <a:pt x="32" y="7"/>
                    <a:pt x="25" y="0"/>
                    <a:pt x="17" y="0"/>
                  </a:cubicBezTo>
                  <a:cubicBezTo>
                    <a:pt x="9" y="0"/>
                    <a:pt x="2" y="7"/>
                    <a:pt x="0" y="15"/>
                  </a:cubicBezTo>
                  <a:lnTo>
                    <a:pt x="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6" name="Freeform 171">
              <a:extLst>
                <a:ext uri="{FF2B5EF4-FFF2-40B4-BE49-F238E27FC236}">
                  <a16:creationId xmlns:a16="http://schemas.microsoft.com/office/drawing/2014/main" id="{49C87D3C-D7FC-40A4-AFDE-D6E739D34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0" y="4767263"/>
              <a:ext cx="219075" cy="195263"/>
            </a:xfrm>
            <a:custGeom>
              <a:avLst/>
              <a:gdLst>
                <a:gd name="T0" fmla="*/ 58 w 58"/>
                <a:gd name="T1" fmla="*/ 34 h 52"/>
                <a:gd name="T2" fmla="*/ 56 w 58"/>
                <a:gd name="T3" fmla="*/ 33 h 52"/>
                <a:gd name="T4" fmla="*/ 42 w 58"/>
                <a:gd name="T5" fmla="*/ 28 h 52"/>
                <a:gd name="T6" fmla="*/ 42 w 58"/>
                <a:gd name="T7" fmla="*/ 21 h 52"/>
                <a:gd name="T8" fmla="*/ 49 w 58"/>
                <a:gd name="T9" fmla="*/ 4 h 52"/>
                <a:gd name="T10" fmla="*/ 49 w 58"/>
                <a:gd name="T11" fmla="*/ 4 h 52"/>
                <a:gd name="T12" fmla="*/ 46 w 58"/>
                <a:gd name="T13" fmla="*/ 5 h 52"/>
                <a:gd name="T14" fmla="*/ 43 w 58"/>
                <a:gd name="T15" fmla="*/ 5 h 52"/>
                <a:gd name="T16" fmla="*/ 34 w 58"/>
                <a:gd name="T17" fmla="*/ 0 h 52"/>
                <a:gd name="T18" fmla="*/ 22 w 58"/>
                <a:gd name="T19" fmla="*/ 5 h 52"/>
                <a:gd name="T20" fmla="*/ 15 w 58"/>
                <a:gd name="T21" fmla="*/ 3 h 52"/>
                <a:gd name="T22" fmla="*/ 14 w 58"/>
                <a:gd name="T23" fmla="*/ 2 h 52"/>
                <a:gd name="T24" fmla="*/ 14 w 58"/>
                <a:gd name="T25" fmla="*/ 4 h 52"/>
                <a:gd name="T26" fmla="*/ 22 w 58"/>
                <a:gd name="T27" fmla="*/ 22 h 52"/>
                <a:gd name="T28" fmla="*/ 22 w 58"/>
                <a:gd name="T29" fmla="*/ 28 h 52"/>
                <a:gd name="T30" fmla="*/ 8 w 58"/>
                <a:gd name="T31" fmla="*/ 33 h 52"/>
                <a:gd name="T32" fmla="*/ 0 w 58"/>
                <a:gd name="T33" fmla="*/ 44 h 52"/>
                <a:gd name="T34" fmla="*/ 0 w 58"/>
                <a:gd name="T35" fmla="*/ 52 h 52"/>
                <a:gd name="T36" fmla="*/ 48 w 58"/>
                <a:gd name="T37" fmla="*/ 52 h 52"/>
                <a:gd name="T38" fmla="*/ 58 w 58"/>
                <a:gd name="T39" fmla="*/ 3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52">
                  <a:moveTo>
                    <a:pt x="58" y="34"/>
                  </a:moveTo>
                  <a:cubicBezTo>
                    <a:pt x="57" y="34"/>
                    <a:pt x="57" y="33"/>
                    <a:pt x="56" y="33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6" y="17"/>
                    <a:pt x="49" y="11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8" y="4"/>
                    <a:pt x="46" y="5"/>
                    <a:pt x="46" y="5"/>
                  </a:cubicBezTo>
                  <a:cubicBezTo>
                    <a:pt x="45" y="5"/>
                    <a:pt x="44" y="5"/>
                    <a:pt x="43" y="5"/>
                  </a:cubicBezTo>
                  <a:cubicBezTo>
                    <a:pt x="39" y="5"/>
                    <a:pt x="36" y="3"/>
                    <a:pt x="34" y="0"/>
                  </a:cubicBezTo>
                  <a:cubicBezTo>
                    <a:pt x="31" y="3"/>
                    <a:pt x="26" y="5"/>
                    <a:pt x="22" y="5"/>
                  </a:cubicBezTo>
                  <a:cubicBezTo>
                    <a:pt x="19" y="5"/>
                    <a:pt x="17" y="4"/>
                    <a:pt x="15" y="3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12"/>
                    <a:pt x="17" y="18"/>
                    <a:pt x="22" y="22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3" y="35"/>
                    <a:pt x="0" y="39"/>
                    <a:pt x="0" y="4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9" y="45"/>
                    <a:pt x="52" y="38"/>
                    <a:pt x="58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7" name="Freeform 172">
              <a:extLst>
                <a:ext uri="{FF2B5EF4-FFF2-40B4-BE49-F238E27FC236}">
                  <a16:creationId xmlns:a16="http://schemas.microsoft.com/office/drawing/2014/main" id="{0960280B-D412-4F16-A394-0AD6AC3E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875" y="4767263"/>
              <a:ext cx="101600" cy="117475"/>
            </a:xfrm>
            <a:custGeom>
              <a:avLst/>
              <a:gdLst>
                <a:gd name="T0" fmla="*/ 20 w 27"/>
                <a:gd name="T1" fmla="*/ 28 h 31"/>
                <a:gd name="T2" fmla="*/ 20 w 27"/>
                <a:gd name="T3" fmla="*/ 26 h 31"/>
                <a:gd name="T4" fmla="*/ 20 w 27"/>
                <a:gd name="T5" fmla="*/ 21 h 31"/>
                <a:gd name="T6" fmla="*/ 27 w 27"/>
                <a:gd name="T7" fmla="*/ 4 h 31"/>
                <a:gd name="T8" fmla="*/ 27 w 27"/>
                <a:gd name="T9" fmla="*/ 4 h 31"/>
                <a:gd name="T10" fmla="*/ 24 w 27"/>
                <a:gd name="T11" fmla="*/ 5 h 31"/>
                <a:gd name="T12" fmla="*/ 21 w 27"/>
                <a:gd name="T13" fmla="*/ 5 h 31"/>
                <a:gd name="T14" fmla="*/ 12 w 27"/>
                <a:gd name="T15" fmla="*/ 0 h 31"/>
                <a:gd name="T16" fmla="*/ 5 w 27"/>
                <a:gd name="T17" fmla="*/ 4 h 31"/>
                <a:gd name="T18" fmla="*/ 5 w 27"/>
                <a:gd name="T19" fmla="*/ 4 h 31"/>
                <a:gd name="T20" fmla="*/ 0 w 27"/>
                <a:gd name="T21" fmla="*/ 22 h 31"/>
                <a:gd name="T22" fmla="*/ 0 w 27"/>
                <a:gd name="T23" fmla="*/ 22 h 31"/>
                <a:gd name="T24" fmla="*/ 0 w 27"/>
                <a:gd name="T25" fmla="*/ 26 h 31"/>
                <a:gd name="T26" fmla="*/ 10 w 27"/>
                <a:gd name="T27" fmla="*/ 29 h 31"/>
                <a:gd name="T28" fmla="*/ 13 w 27"/>
                <a:gd name="T29" fmla="*/ 31 h 31"/>
                <a:gd name="T30" fmla="*/ 20 w 27"/>
                <a:gd name="T31" fmla="*/ 29 h 31"/>
                <a:gd name="T32" fmla="*/ 20 w 27"/>
                <a:gd name="T33" fmla="*/ 2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31">
                  <a:moveTo>
                    <a:pt x="20" y="28"/>
                  </a:moveTo>
                  <a:cubicBezTo>
                    <a:pt x="20" y="26"/>
                    <a:pt x="20" y="26"/>
                    <a:pt x="20" y="26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4" y="17"/>
                    <a:pt x="27" y="11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6" y="4"/>
                    <a:pt x="24" y="5"/>
                    <a:pt x="24" y="5"/>
                  </a:cubicBezTo>
                  <a:cubicBezTo>
                    <a:pt x="23" y="5"/>
                    <a:pt x="22" y="5"/>
                    <a:pt x="21" y="5"/>
                  </a:cubicBezTo>
                  <a:cubicBezTo>
                    <a:pt x="17" y="5"/>
                    <a:pt x="14" y="3"/>
                    <a:pt x="12" y="0"/>
                  </a:cubicBezTo>
                  <a:cubicBezTo>
                    <a:pt x="10" y="2"/>
                    <a:pt x="8" y="3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1"/>
                    <a:pt x="3" y="17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30"/>
                    <a:pt x="12" y="31"/>
                    <a:pt x="13" y="31"/>
                  </a:cubicBezTo>
                  <a:cubicBezTo>
                    <a:pt x="15" y="30"/>
                    <a:pt x="18" y="29"/>
                    <a:pt x="20" y="29"/>
                  </a:cubicBezTo>
                  <a:lnTo>
                    <a:pt x="2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40349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Isosceles Triangle 500">
            <a:extLst>
              <a:ext uri="{FF2B5EF4-FFF2-40B4-BE49-F238E27FC236}">
                <a16:creationId xmlns:a16="http://schemas.microsoft.com/office/drawing/2014/main" id="{313757ED-9CFC-411E-8373-A5E647EBF55F}"/>
              </a:ext>
            </a:extLst>
          </p:cNvPr>
          <p:cNvSpPr/>
          <p:nvPr/>
        </p:nvSpPr>
        <p:spPr>
          <a:xfrm flipH="1">
            <a:off x="0" y="3497145"/>
            <a:ext cx="4267200" cy="3360855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Isosceles Triangle 499">
            <a:extLst>
              <a:ext uri="{FF2B5EF4-FFF2-40B4-BE49-F238E27FC236}">
                <a16:creationId xmlns:a16="http://schemas.microsoft.com/office/drawing/2014/main" id="{38647AEF-79D0-4C0D-86E8-ABD5AB497E0B}"/>
              </a:ext>
            </a:extLst>
          </p:cNvPr>
          <p:cNvSpPr/>
          <p:nvPr/>
        </p:nvSpPr>
        <p:spPr>
          <a:xfrm flipV="1">
            <a:off x="10257008" y="-4"/>
            <a:ext cx="1934991" cy="1524003"/>
          </a:xfrm>
          <a:prstGeom prst="triangle">
            <a:avLst>
              <a:gd name="adj" fmla="val 10000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382C7-DDC2-4853-9834-2DF02C08A3C3}"/>
              </a:ext>
            </a:extLst>
          </p:cNvPr>
          <p:cNvSpPr/>
          <p:nvPr/>
        </p:nvSpPr>
        <p:spPr>
          <a:xfrm>
            <a:off x="1095594" y="2495932"/>
            <a:ext cx="5406315" cy="2880587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9" name="Isosceles Triangle 498">
            <a:extLst>
              <a:ext uri="{FF2B5EF4-FFF2-40B4-BE49-F238E27FC236}">
                <a16:creationId xmlns:a16="http://schemas.microsoft.com/office/drawing/2014/main" id="{FEA198A9-B397-489F-A626-CEABD0A912CA}"/>
              </a:ext>
            </a:extLst>
          </p:cNvPr>
          <p:cNvSpPr/>
          <p:nvPr/>
        </p:nvSpPr>
        <p:spPr>
          <a:xfrm>
            <a:off x="7878851" y="1504279"/>
            <a:ext cx="4313149" cy="4666854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</a:t>
            </a:r>
            <a:r>
              <a:rPr lang="ko-KR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데이터 수집 계획</a:t>
            </a:r>
            <a:endParaRPr lang="en-US" b="1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30AE520-B069-4762-8DD5-EAE439080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04326" y="1641487"/>
            <a:ext cx="4741333" cy="4851387"/>
            <a:chOff x="3274" y="-228"/>
            <a:chExt cx="4222" cy="4320"/>
          </a:xfrm>
        </p:grpSpPr>
        <p:grpSp>
          <p:nvGrpSpPr>
            <p:cNvPr id="11" name="Group 205">
              <a:extLst>
                <a:ext uri="{FF2B5EF4-FFF2-40B4-BE49-F238E27FC236}">
                  <a16:creationId xmlns:a16="http://schemas.microsoft.com/office/drawing/2014/main" id="{52446EA4-1136-4669-B139-C995AA753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4" y="-228"/>
              <a:ext cx="4064" cy="4288"/>
              <a:chOff x="3274" y="-228"/>
              <a:chExt cx="4064" cy="4288"/>
            </a:xfrm>
          </p:grpSpPr>
          <p:sp>
            <p:nvSpPr>
              <p:cNvPr id="270" name="Freeform 5">
                <a:extLst>
                  <a:ext uri="{FF2B5EF4-FFF2-40B4-BE49-F238E27FC236}">
                    <a16:creationId xmlns:a16="http://schemas.microsoft.com/office/drawing/2014/main" id="{902D1C03-1F18-4CC7-97DC-FA1A65AF5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380"/>
                <a:ext cx="152" cy="61"/>
              </a:xfrm>
              <a:custGeom>
                <a:avLst/>
                <a:gdLst>
                  <a:gd name="T0" fmla="*/ 65 w 65"/>
                  <a:gd name="T1" fmla="*/ 15 h 26"/>
                  <a:gd name="T2" fmla="*/ 22 w 65"/>
                  <a:gd name="T3" fmla="*/ 1 h 26"/>
                  <a:gd name="T4" fmla="*/ 2 w 65"/>
                  <a:gd name="T5" fmla="*/ 5 h 26"/>
                  <a:gd name="T6" fmla="*/ 0 w 65"/>
                  <a:gd name="T7" fmla="*/ 8 h 26"/>
                  <a:gd name="T8" fmla="*/ 2 w 65"/>
                  <a:gd name="T9" fmla="*/ 11 h 26"/>
                  <a:gd name="T10" fmla="*/ 65 w 65"/>
                  <a:gd name="T11" fmla="*/ 1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26">
                    <a:moveTo>
                      <a:pt x="65" y="15"/>
                    </a:moveTo>
                    <a:cubicBezTo>
                      <a:pt x="52" y="7"/>
                      <a:pt x="37" y="2"/>
                      <a:pt x="22" y="1"/>
                    </a:cubicBezTo>
                    <a:cubicBezTo>
                      <a:pt x="15" y="0"/>
                      <a:pt x="8" y="0"/>
                      <a:pt x="2" y="5"/>
                    </a:cubicBezTo>
                    <a:cubicBezTo>
                      <a:pt x="1" y="5"/>
                      <a:pt x="0" y="7"/>
                      <a:pt x="0" y="8"/>
                    </a:cubicBezTo>
                    <a:cubicBezTo>
                      <a:pt x="0" y="9"/>
                      <a:pt x="1" y="10"/>
                      <a:pt x="2" y="11"/>
                    </a:cubicBezTo>
                    <a:cubicBezTo>
                      <a:pt x="19" y="24"/>
                      <a:pt x="45" y="26"/>
                      <a:pt x="65" y="1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6">
                <a:extLst>
                  <a:ext uri="{FF2B5EF4-FFF2-40B4-BE49-F238E27FC236}">
                    <a16:creationId xmlns:a16="http://schemas.microsoft.com/office/drawing/2014/main" id="{284A8E27-995D-43C2-BA6D-1069CB404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9" y="3260"/>
                <a:ext cx="107" cy="153"/>
              </a:xfrm>
              <a:custGeom>
                <a:avLst/>
                <a:gdLst>
                  <a:gd name="T0" fmla="*/ 46 w 46"/>
                  <a:gd name="T1" fmla="*/ 66 h 66"/>
                  <a:gd name="T2" fmla="*/ 18 w 46"/>
                  <a:gd name="T3" fmla="*/ 42 h 66"/>
                  <a:gd name="T4" fmla="*/ 1 w 46"/>
                  <a:gd name="T5" fmla="*/ 11 h 66"/>
                  <a:gd name="T6" fmla="*/ 2 w 46"/>
                  <a:gd name="T7" fmla="*/ 0 h 66"/>
                  <a:gd name="T8" fmla="*/ 46 w 46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6">
                    <a:moveTo>
                      <a:pt x="46" y="66"/>
                    </a:moveTo>
                    <a:cubicBezTo>
                      <a:pt x="36" y="59"/>
                      <a:pt x="26" y="51"/>
                      <a:pt x="18" y="42"/>
                    </a:cubicBezTo>
                    <a:cubicBezTo>
                      <a:pt x="10" y="33"/>
                      <a:pt x="4" y="22"/>
                      <a:pt x="1" y="11"/>
                    </a:cubicBezTo>
                    <a:cubicBezTo>
                      <a:pt x="0" y="7"/>
                      <a:pt x="0" y="3"/>
                      <a:pt x="2" y="0"/>
                    </a:cubicBezTo>
                    <a:cubicBezTo>
                      <a:pt x="24" y="17"/>
                      <a:pt x="41" y="39"/>
                      <a:pt x="46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7">
                <a:extLst>
                  <a:ext uri="{FF2B5EF4-FFF2-40B4-BE49-F238E27FC236}">
                    <a16:creationId xmlns:a16="http://schemas.microsoft.com/office/drawing/2014/main" id="{435056F6-DB39-40B0-883D-6231C346F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264"/>
                <a:ext cx="60" cy="158"/>
              </a:xfrm>
              <a:custGeom>
                <a:avLst/>
                <a:gdLst>
                  <a:gd name="T0" fmla="*/ 2 w 26"/>
                  <a:gd name="T1" fmla="*/ 65 h 68"/>
                  <a:gd name="T2" fmla="*/ 3 w 26"/>
                  <a:gd name="T3" fmla="*/ 29 h 68"/>
                  <a:gd name="T4" fmla="*/ 22 w 26"/>
                  <a:gd name="T5" fmla="*/ 0 h 68"/>
                  <a:gd name="T6" fmla="*/ 22 w 26"/>
                  <a:gd name="T7" fmla="*/ 28 h 68"/>
                  <a:gd name="T8" fmla="*/ 3 w 26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8">
                    <a:moveTo>
                      <a:pt x="2" y="65"/>
                    </a:moveTo>
                    <a:cubicBezTo>
                      <a:pt x="1" y="53"/>
                      <a:pt x="0" y="41"/>
                      <a:pt x="3" y="29"/>
                    </a:cubicBezTo>
                    <a:cubicBezTo>
                      <a:pt x="6" y="18"/>
                      <a:pt x="12" y="7"/>
                      <a:pt x="22" y="0"/>
                    </a:cubicBezTo>
                    <a:cubicBezTo>
                      <a:pt x="26" y="9"/>
                      <a:pt x="24" y="19"/>
                      <a:pt x="22" y="28"/>
                    </a:cubicBezTo>
                    <a:cubicBezTo>
                      <a:pt x="17" y="42"/>
                      <a:pt x="11" y="56"/>
                      <a:pt x="3" y="68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8">
                <a:extLst>
                  <a:ext uri="{FF2B5EF4-FFF2-40B4-BE49-F238E27FC236}">
                    <a16:creationId xmlns:a16="http://schemas.microsoft.com/office/drawing/2014/main" id="{5A5DCB00-4303-45C8-86E5-29378302E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506"/>
                <a:ext cx="125" cy="116"/>
              </a:xfrm>
              <a:custGeom>
                <a:avLst/>
                <a:gdLst>
                  <a:gd name="T0" fmla="*/ 54 w 54"/>
                  <a:gd name="T1" fmla="*/ 0 h 50"/>
                  <a:gd name="T2" fmla="*/ 20 w 54"/>
                  <a:gd name="T3" fmla="*/ 17 h 50"/>
                  <a:gd name="T4" fmla="*/ 0 w 54"/>
                  <a:gd name="T5" fmla="*/ 50 h 50"/>
                  <a:gd name="T6" fmla="*/ 32 w 54"/>
                  <a:gd name="T7" fmla="*/ 30 h 50"/>
                  <a:gd name="T8" fmla="*/ 54 w 54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0">
                    <a:moveTo>
                      <a:pt x="54" y="0"/>
                    </a:moveTo>
                    <a:cubicBezTo>
                      <a:pt x="41" y="1"/>
                      <a:pt x="30" y="8"/>
                      <a:pt x="20" y="17"/>
                    </a:cubicBezTo>
                    <a:cubicBezTo>
                      <a:pt x="10" y="25"/>
                      <a:pt x="3" y="37"/>
                      <a:pt x="0" y="50"/>
                    </a:cubicBezTo>
                    <a:cubicBezTo>
                      <a:pt x="13" y="49"/>
                      <a:pt x="24" y="40"/>
                      <a:pt x="32" y="30"/>
                    </a:cubicBezTo>
                    <a:cubicBezTo>
                      <a:pt x="40" y="20"/>
                      <a:pt x="45" y="9"/>
                      <a:pt x="54" y="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9">
                <a:extLst>
                  <a:ext uri="{FF2B5EF4-FFF2-40B4-BE49-F238E27FC236}">
                    <a16:creationId xmlns:a16="http://schemas.microsoft.com/office/drawing/2014/main" id="{39F387AF-3D6C-493A-8000-F0B1A936F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3336"/>
                <a:ext cx="63" cy="184"/>
              </a:xfrm>
              <a:custGeom>
                <a:avLst/>
                <a:gdLst>
                  <a:gd name="T0" fmla="*/ 10 w 27"/>
                  <a:gd name="T1" fmla="*/ 79 h 79"/>
                  <a:gd name="T2" fmla="*/ 20 w 27"/>
                  <a:gd name="T3" fmla="*/ 0 h 79"/>
                  <a:gd name="T4" fmla="*/ 10 w 27"/>
                  <a:gd name="T5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79">
                    <a:moveTo>
                      <a:pt x="10" y="79"/>
                    </a:moveTo>
                    <a:cubicBezTo>
                      <a:pt x="0" y="53"/>
                      <a:pt x="4" y="22"/>
                      <a:pt x="20" y="0"/>
                    </a:cubicBezTo>
                    <a:cubicBezTo>
                      <a:pt x="27" y="26"/>
                      <a:pt x="25" y="55"/>
                      <a:pt x="10" y="79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Freeform 10">
                <a:extLst>
                  <a:ext uri="{FF2B5EF4-FFF2-40B4-BE49-F238E27FC236}">
                    <a16:creationId xmlns:a16="http://schemas.microsoft.com/office/drawing/2014/main" id="{91B387A3-9BAA-4F93-9524-F087FCC42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5" y="3597"/>
                <a:ext cx="139" cy="91"/>
              </a:xfrm>
              <a:custGeom>
                <a:avLst/>
                <a:gdLst>
                  <a:gd name="T0" fmla="*/ 60 w 60"/>
                  <a:gd name="T1" fmla="*/ 0 h 39"/>
                  <a:gd name="T2" fmla="*/ 26 w 60"/>
                  <a:gd name="T3" fmla="*/ 8 h 39"/>
                  <a:gd name="T4" fmla="*/ 2 w 60"/>
                  <a:gd name="T5" fmla="*/ 34 h 39"/>
                  <a:gd name="T6" fmla="*/ 1 w 60"/>
                  <a:gd name="T7" fmla="*/ 38 h 39"/>
                  <a:gd name="T8" fmla="*/ 5 w 60"/>
                  <a:gd name="T9" fmla="*/ 39 h 39"/>
                  <a:gd name="T10" fmla="*/ 35 w 60"/>
                  <a:gd name="T11" fmla="*/ 24 h 39"/>
                  <a:gd name="T12" fmla="*/ 60 w 60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39">
                    <a:moveTo>
                      <a:pt x="60" y="0"/>
                    </a:moveTo>
                    <a:cubicBezTo>
                      <a:pt x="48" y="0"/>
                      <a:pt x="36" y="2"/>
                      <a:pt x="26" y="8"/>
                    </a:cubicBezTo>
                    <a:cubicBezTo>
                      <a:pt x="15" y="14"/>
                      <a:pt x="7" y="23"/>
                      <a:pt x="2" y="34"/>
                    </a:cubicBezTo>
                    <a:cubicBezTo>
                      <a:pt x="1" y="35"/>
                      <a:pt x="0" y="37"/>
                      <a:pt x="1" y="38"/>
                    </a:cubicBezTo>
                    <a:cubicBezTo>
                      <a:pt x="2" y="39"/>
                      <a:pt x="4" y="39"/>
                      <a:pt x="5" y="39"/>
                    </a:cubicBezTo>
                    <a:cubicBezTo>
                      <a:pt x="17" y="38"/>
                      <a:pt x="27" y="32"/>
                      <a:pt x="35" y="24"/>
                    </a:cubicBezTo>
                    <a:cubicBezTo>
                      <a:pt x="43" y="16"/>
                      <a:pt x="51" y="7"/>
                      <a:pt x="60" y="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1">
                <a:extLst>
                  <a:ext uri="{FF2B5EF4-FFF2-40B4-BE49-F238E27FC236}">
                    <a16:creationId xmlns:a16="http://schemas.microsoft.com/office/drawing/2014/main" id="{0B3CF1F1-8F74-4C3E-BD45-A176F74F4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406"/>
                <a:ext cx="58" cy="186"/>
              </a:xfrm>
              <a:custGeom>
                <a:avLst/>
                <a:gdLst>
                  <a:gd name="T0" fmla="*/ 7 w 25"/>
                  <a:gd name="T1" fmla="*/ 80 h 80"/>
                  <a:gd name="T2" fmla="*/ 6 w 25"/>
                  <a:gd name="T3" fmla="*/ 20 h 80"/>
                  <a:gd name="T4" fmla="*/ 18 w 25"/>
                  <a:gd name="T5" fmla="*/ 1 h 80"/>
                  <a:gd name="T6" fmla="*/ 20 w 25"/>
                  <a:gd name="T7" fmla="*/ 0 h 80"/>
                  <a:gd name="T8" fmla="*/ 22 w 25"/>
                  <a:gd name="T9" fmla="*/ 2 h 80"/>
                  <a:gd name="T10" fmla="*/ 25 w 25"/>
                  <a:gd name="T11" fmla="*/ 19 h 80"/>
                  <a:gd name="T12" fmla="*/ 22 w 25"/>
                  <a:gd name="T13" fmla="*/ 37 h 80"/>
                  <a:gd name="T14" fmla="*/ 13 w 25"/>
                  <a:gd name="T15" fmla="*/ 68 h 80"/>
                  <a:gd name="T16" fmla="*/ 9 w 25"/>
                  <a:gd name="T17" fmla="*/ 75 h 80"/>
                  <a:gd name="T18" fmla="*/ 7 w 25"/>
                  <a:gd name="T19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80">
                    <a:moveTo>
                      <a:pt x="7" y="80"/>
                    </a:moveTo>
                    <a:cubicBezTo>
                      <a:pt x="1" y="61"/>
                      <a:pt x="0" y="40"/>
                      <a:pt x="6" y="20"/>
                    </a:cubicBezTo>
                    <a:cubicBezTo>
                      <a:pt x="8" y="13"/>
                      <a:pt x="11" y="4"/>
                      <a:pt x="18" y="1"/>
                    </a:cubicBezTo>
                    <a:cubicBezTo>
                      <a:pt x="19" y="0"/>
                      <a:pt x="20" y="0"/>
                      <a:pt x="20" y="0"/>
                    </a:cubicBezTo>
                    <a:cubicBezTo>
                      <a:pt x="21" y="1"/>
                      <a:pt x="21" y="1"/>
                      <a:pt x="22" y="2"/>
                    </a:cubicBezTo>
                    <a:cubicBezTo>
                      <a:pt x="24" y="7"/>
                      <a:pt x="25" y="13"/>
                      <a:pt x="25" y="19"/>
                    </a:cubicBezTo>
                    <a:cubicBezTo>
                      <a:pt x="24" y="25"/>
                      <a:pt x="23" y="31"/>
                      <a:pt x="22" y="37"/>
                    </a:cubicBezTo>
                    <a:cubicBezTo>
                      <a:pt x="20" y="47"/>
                      <a:pt x="19" y="59"/>
                      <a:pt x="13" y="68"/>
                    </a:cubicBezTo>
                    <a:cubicBezTo>
                      <a:pt x="11" y="70"/>
                      <a:pt x="10" y="72"/>
                      <a:pt x="9" y="75"/>
                    </a:cubicBezTo>
                    <a:cubicBezTo>
                      <a:pt x="8" y="77"/>
                      <a:pt x="8" y="78"/>
                      <a:pt x="7" y="8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12">
                <a:extLst>
                  <a:ext uri="{FF2B5EF4-FFF2-40B4-BE49-F238E27FC236}">
                    <a16:creationId xmlns:a16="http://schemas.microsoft.com/office/drawing/2014/main" id="{00669653-DD37-43E3-B96E-0954B3180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3464"/>
                <a:ext cx="61" cy="156"/>
              </a:xfrm>
              <a:custGeom>
                <a:avLst/>
                <a:gdLst>
                  <a:gd name="T0" fmla="*/ 5 w 26"/>
                  <a:gd name="T1" fmla="*/ 67 h 67"/>
                  <a:gd name="T2" fmla="*/ 19 w 26"/>
                  <a:gd name="T3" fmla="*/ 3 h 67"/>
                  <a:gd name="T4" fmla="*/ 23 w 26"/>
                  <a:gd name="T5" fmla="*/ 0 h 67"/>
                  <a:gd name="T6" fmla="*/ 26 w 26"/>
                  <a:gd name="T7" fmla="*/ 6 h 67"/>
                  <a:gd name="T8" fmla="*/ 5 w 26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7">
                    <a:moveTo>
                      <a:pt x="5" y="67"/>
                    </a:moveTo>
                    <a:cubicBezTo>
                      <a:pt x="0" y="46"/>
                      <a:pt x="6" y="20"/>
                      <a:pt x="19" y="3"/>
                    </a:cubicBezTo>
                    <a:cubicBezTo>
                      <a:pt x="20" y="1"/>
                      <a:pt x="21" y="0"/>
                      <a:pt x="23" y="0"/>
                    </a:cubicBezTo>
                    <a:cubicBezTo>
                      <a:pt x="25" y="1"/>
                      <a:pt x="26" y="4"/>
                      <a:pt x="26" y="6"/>
                    </a:cubicBezTo>
                    <a:cubicBezTo>
                      <a:pt x="25" y="28"/>
                      <a:pt x="18" y="49"/>
                      <a:pt x="5" y="6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13">
                <a:extLst>
                  <a:ext uri="{FF2B5EF4-FFF2-40B4-BE49-F238E27FC236}">
                    <a16:creationId xmlns:a16="http://schemas.microsoft.com/office/drawing/2014/main" id="{03F08779-F528-47D2-8A4E-12174C2DE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3574"/>
                <a:ext cx="177" cy="72"/>
              </a:xfrm>
              <a:custGeom>
                <a:avLst/>
                <a:gdLst>
                  <a:gd name="T0" fmla="*/ 0 w 76"/>
                  <a:gd name="T1" fmla="*/ 24 h 31"/>
                  <a:gd name="T2" fmla="*/ 76 w 76"/>
                  <a:gd name="T3" fmla="*/ 9 h 31"/>
                  <a:gd name="T4" fmla="*/ 35 w 76"/>
                  <a:gd name="T5" fmla="*/ 4 h 31"/>
                  <a:gd name="T6" fmla="*/ 0 w 76"/>
                  <a:gd name="T7" fmla="*/ 2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" h="31">
                    <a:moveTo>
                      <a:pt x="0" y="24"/>
                    </a:moveTo>
                    <a:cubicBezTo>
                      <a:pt x="26" y="31"/>
                      <a:pt x="55" y="24"/>
                      <a:pt x="76" y="9"/>
                    </a:cubicBezTo>
                    <a:cubicBezTo>
                      <a:pt x="64" y="2"/>
                      <a:pt x="49" y="0"/>
                      <a:pt x="35" y="4"/>
                    </a:cubicBezTo>
                    <a:cubicBezTo>
                      <a:pt x="21" y="7"/>
                      <a:pt x="9" y="13"/>
                      <a:pt x="0" y="2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14">
                <a:extLst>
                  <a:ext uri="{FF2B5EF4-FFF2-40B4-BE49-F238E27FC236}">
                    <a16:creationId xmlns:a16="http://schemas.microsoft.com/office/drawing/2014/main" id="{2B41F37B-EC3A-494F-BAC1-79234B6D6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504"/>
                <a:ext cx="161" cy="93"/>
              </a:xfrm>
              <a:custGeom>
                <a:avLst/>
                <a:gdLst>
                  <a:gd name="T0" fmla="*/ 0 w 69"/>
                  <a:gd name="T1" fmla="*/ 40 h 40"/>
                  <a:gd name="T2" fmla="*/ 69 w 69"/>
                  <a:gd name="T3" fmla="*/ 0 h 40"/>
                  <a:gd name="T4" fmla="*/ 46 w 69"/>
                  <a:gd name="T5" fmla="*/ 25 h 40"/>
                  <a:gd name="T6" fmla="*/ 13 w 69"/>
                  <a:gd name="T7" fmla="*/ 35 h 40"/>
                  <a:gd name="T8" fmla="*/ 0 w 69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40">
                    <a:moveTo>
                      <a:pt x="0" y="40"/>
                    </a:moveTo>
                    <a:cubicBezTo>
                      <a:pt x="14" y="17"/>
                      <a:pt x="42" y="2"/>
                      <a:pt x="69" y="0"/>
                    </a:cubicBezTo>
                    <a:cubicBezTo>
                      <a:pt x="66" y="11"/>
                      <a:pt x="57" y="20"/>
                      <a:pt x="46" y="25"/>
                    </a:cubicBezTo>
                    <a:cubicBezTo>
                      <a:pt x="36" y="30"/>
                      <a:pt x="24" y="33"/>
                      <a:pt x="13" y="35"/>
                    </a:cubicBezTo>
                    <a:cubicBezTo>
                      <a:pt x="9" y="36"/>
                      <a:pt x="3" y="37"/>
                      <a:pt x="0" y="4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15">
                <a:extLst>
                  <a:ext uri="{FF2B5EF4-FFF2-40B4-BE49-F238E27FC236}">
                    <a16:creationId xmlns:a16="http://schemas.microsoft.com/office/drawing/2014/main" id="{E775DFDB-C695-4B04-B7E8-5B538A4B2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3253"/>
                <a:ext cx="56" cy="190"/>
              </a:xfrm>
              <a:custGeom>
                <a:avLst/>
                <a:gdLst>
                  <a:gd name="T0" fmla="*/ 14 w 24"/>
                  <a:gd name="T1" fmla="*/ 80 h 82"/>
                  <a:gd name="T2" fmla="*/ 23 w 24"/>
                  <a:gd name="T3" fmla="*/ 40 h 82"/>
                  <a:gd name="T4" fmla="*/ 15 w 24"/>
                  <a:gd name="T5" fmla="*/ 0 h 82"/>
                  <a:gd name="T6" fmla="*/ 13 w 24"/>
                  <a:gd name="T7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82">
                    <a:moveTo>
                      <a:pt x="14" y="80"/>
                    </a:moveTo>
                    <a:cubicBezTo>
                      <a:pt x="18" y="67"/>
                      <a:pt x="22" y="53"/>
                      <a:pt x="23" y="40"/>
                    </a:cubicBezTo>
                    <a:cubicBezTo>
                      <a:pt x="24" y="26"/>
                      <a:pt x="22" y="12"/>
                      <a:pt x="15" y="0"/>
                    </a:cubicBezTo>
                    <a:cubicBezTo>
                      <a:pt x="1" y="26"/>
                      <a:pt x="0" y="56"/>
                      <a:pt x="13" y="82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16">
                <a:extLst>
                  <a:ext uri="{FF2B5EF4-FFF2-40B4-BE49-F238E27FC236}">
                    <a16:creationId xmlns:a16="http://schemas.microsoft.com/office/drawing/2014/main" id="{4B74CAE2-9221-4246-A4D0-4E24EE8E2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3260"/>
                <a:ext cx="186" cy="127"/>
              </a:xfrm>
              <a:custGeom>
                <a:avLst/>
                <a:gdLst>
                  <a:gd name="T0" fmla="*/ 0 w 80"/>
                  <a:gd name="T1" fmla="*/ 54 h 55"/>
                  <a:gd name="T2" fmla="*/ 80 w 80"/>
                  <a:gd name="T3" fmla="*/ 0 h 55"/>
                  <a:gd name="T4" fmla="*/ 0 w 80"/>
                  <a:gd name="T5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" h="55">
                    <a:moveTo>
                      <a:pt x="0" y="54"/>
                    </a:moveTo>
                    <a:cubicBezTo>
                      <a:pt x="15" y="26"/>
                      <a:pt x="47" y="3"/>
                      <a:pt x="80" y="0"/>
                    </a:cubicBezTo>
                    <a:cubicBezTo>
                      <a:pt x="67" y="31"/>
                      <a:pt x="33" y="55"/>
                      <a:pt x="0" y="5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17">
                <a:extLst>
                  <a:ext uri="{FF2B5EF4-FFF2-40B4-BE49-F238E27FC236}">
                    <a16:creationId xmlns:a16="http://schemas.microsoft.com/office/drawing/2014/main" id="{1B425DFC-25CB-4B45-8170-BA5310F7C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383"/>
                <a:ext cx="214" cy="88"/>
              </a:xfrm>
              <a:custGeom>
                <a:avLst/>
                <a:gdLst>
                  <a:gd name="T0" fmla="*/ 0 w 92"/>
                  <a:gd name="T1" fmla="*/ 7 h 38"/>
                  <a:gd name="T2" fmla="*/ 65 w 92"/>
                  <a:gd name="T3" fmla="*/ 34 h 38"/>
                  <a:gd name="T4" fmla="*/ 80 w 92"/>
                  <a:gd name="T5" fmla="*/ 37 h 38"/>
                  <a:gd name="T6" fmla="*/ 91 w 92"/>
                  <a:gd name="T7" fmla="*/ 28 h 38"/>
                  <a:gd name="T8" fmla="*/ 87 w 92"/>
                  <a:gd name="T9" fmla="*/ 17 h 38"/>
                  <a:gd name="T10" fmla="*/ 76 w 92"/>
                  <a:gd name="T11" fmla="*/ 10 h 38"/>
                  <a:gd name="T12" fmla="*/ 2 w 92"/>
                  <a:gd name="T13" fmla="*/ 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38">
                    <a:moveTo>
                      <a:pt x="0" y="7"/>
                    </a:moveTo>
                    <a:cubicBezTo>
                      <a:pt x="23" y="11"/>
                      <a:pt x="43" y="25"/>
                      <a:pt x="65" y="34"/>
                    </a:cubicBezTo>
                    <a:cubicBezTo>
                      <a:pt x="70" y="36"/>
                      <a:pt x="75" y="38"/>
                      <a:pt x="80" y="37"/>
                    </a:cubicBezTo>
                    <a:cubicBezTo>
                      <a:pt x="85" y="37"/>
                      <a:pt x="90" y="33"/>
                      <a:pt x="91" y="28"/>
                    </a:cubicBezTo>
                    <a:cubicBezTo>
                      <a:pt x="92" y="24"/>
                      <a:pt x="90" y="20"/>
                      <a:pt x="87" y="17"/>
                    </a:cubicBezTo>
                    <a:cubicBezTo>
                      <a:pt x="84" y="14"/>
                      <a:pt x="80" y="12"/>
                      <a:pt x="76" y="10"/>
                    </a:cubicBezTo>
                    <a:cubicBezTo>
                      <a:pt x="52" y="1"/>
                      <a:pt x="27" y="0"/>
                      <a:pt x="2" y="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18">
                <a:extLst>
                  <a:ext uri="{FF2B5EF4-FFF2-40B4-BE49-F238E27FC236}">
                    <a16:creationId xmlns:a16="http://schemas.microsoft.com/office/drawing/2014/main" id="{C7B41B91-6996-450E-AC3B-B3D579870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3432"/>
                <a:ext cx="156" cy="83"/>
              </a:xfrm>
              <a:custGeom>
                <a:avLst/>
                <a:gdLst>
                  <a:gd name="T0" fmla="*/ 0 w 67"/>
                  <a:gd name="T1" fmla="*/ 2 h 36"/>
                  <a:gd name="T2" fmla="*/ 12 w 67"/>
                  <a:gd name="T3" fmla="*/ 10 h 36"/>
                  <a:gd name="T4" fmla="*/ 61 w 67"/>
                  <a:gd name="T5" fmla="*/ 35 h 36"/>
                  <a:gd name="T6" fmla="*/ 66 w 67"/>
                  <a:gd name="T7" fmla="*/ 34 h 36"/>
                  <a:gd name="T8" fmla="*/ 65 w 67"/>
                  <a:gd name="T9" fmla="*/ 30 h 36"/>
                  <a:gd name="T10" fmla="*/ 35 w 67"/>
                  <a:gd name="T11" fmla="*/ 10 h 36"/>
                  <a:gd name="T12" fmla="*/ 0 w 67"/>
                  <a:gd name="T13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36">
                    <a:moveTo>
                      <a:pt x="0" y="2"/>
                    </a:moveTo>
                    <a:cubicBezTo>
                      <a:pt x="6" y="4"/>
                      <a:pt x="8" y="7"/>
                      <a:pt x="12" y="10"/>
                    </a:cubicBezTo>
                    <a:cubicBezTo>
                      <a:pt x="26" y="22"/>
                      <a:pt x="43" y="31"/>
                      <a:pt x="61" y="35"/>
                    </a:cubicBezTo>
                    <a:cubicBezTo>
                      <a:pt x="63" y="36"/>
                      <a:pt x="65" y="36"/>
                      <a:pt x="66" y="34"/>
                    </a:cubicBezTo>
                    <a:cubicBezTo>
                      <a:pt x="67" y="33"/>
                      <a:pt x="66" y="31"/>
                      <a:pt x="65" y="30"/>
                    </a:cubicBezTo>
                    <a:cubicBezTo>
                      <a:pt x="57" y="20"/>
                      <a:pt x="47" y="14"/>
                      <a:pt x="35" y="10"/>
                    </a:cubicBezTo>
                    <a:cubicBezTo>
                      <a:pt x="24" y="5"/>
                      <a:pt x="14" y="0"/>
                      <a:pt x="0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19">
                <a:extLst>
                  <a:ext uri="{FF2B5EF4-FFF2-40B4-BE49-F238E27FC236}">
                    <a16:creationId xmlns:a16="http://schemas.microsoft.com/office/drawing/2014/main" id="{2640AF71-99E1-44C4-88CC-F77F29990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92"/>
                <a:ext cx="179" cy="77"/>
              </a:xfrm>
              <a:custGeom>
                <a:avLst/>
                <a:gdLst>
                  <a:gd name="T0" fmla="*/ 0 w 77"/>
                  <a:gd name="T1" fmla="*/ 7 h 33"/>
                  <a:gd name="T2" fmla="*/ 72 w 77"/>
                  <a:gd name="T3" fmla="*/ 31 h 33"/>
                  <a:gd name="T4" fmla="*/ 75 w 77"/>
                  <a:gd name="T5" fmla="*/ 30 h 33"/>
                  <a:gd name="T6" fmla="*/ 73 w 77"/>
                  <a:gd name="T7" fmla="*/ 23 h 33"/>
                  <a:gd name="T8" fmla="*/ 0 w 77"/>
                  <a:gd name="T9" fmla="*/ 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33">
                    <a:moveTo>
                      <a:pt x="0" y="7"/>
                    </a:moveTo>
                    <a:cubicBezTo>
                      <a:pt x="19" y="24"/>
                      <a:pt x="46" y="33"/>
                      <a:pt x="72" y="31"/>
                    </a:cubicBezTo>
                    <a:cubicBezTo>
                      <a:pt x="73" y="31"/>
                      <a:pt x="74" y="31"/>
                      <a:pt x="75" y="30"/>
                    </a:cubicBezTo>
                    <a:cubicBezTo>
                      <a:pt x="77" y="28"/>
                      <a:pt x="75" y="25"/>
                      <a:pt x="73" y="23"/>
                    </a:cubicBezTo>
                    <a:cubicBezTo>
                      <a:pt x="52" y="7"/>
                      <a:pt x="26" y="0"/>
                      <a:pt x="0" y="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20">
                <a:extLst>
                  <a:ext uri="{FF2B5EF4-FFF2-40B4-BE49-F238E27FC236}">
                    <a16:creationId xmlns:a16="http://schemas.microsoft.com/office/drawing/2014/main" id="{D4D08E8C-8F71-494B-8FA2-789CE48E8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3134"/>
                <a:ext cx="210" cy="72"/>
              </a:xfrm>
              <a:custGeom>
                <a:avLst/>
                <a:gdLst>
                  <a:gd name="T0" fmla="*/ 0 w 90"/>
                  <a:gd name="T1" fmla="*/ 25 h 31"/>
                  <a:gd name="T2" fmla="*/ 90 w 90"/>
                  <a:gd name="T3" fmla="*/ 10 h 31"/>
                  <a:gd name="T4" fmla="*/ 47 w 90"/>
                  <a:gd name="T5" fmla="*/ 29 h 31"/>
                  <a:gd name="T6" fmla="*/ 0 w 90"/>
                  <a:gd name="T7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31">
                    <a:moveTo>
                      <a:pt x="0" y="25"/>
                    </a:moveTo>
                    <a:cubicBezTo>
                      <a:pt x="25" y="6"/>
                      <a:pt x="60" y="0"/>
                      <a:pt x="90" y="10"/>
                    </a:cubicBezTo>
                    <a:cubicBezTo>
                      <a:pt x="78" y="21"/>
                      <a:pt x="63" y="27"/>
                      <a:pt x="47" y="29"/>
                    </a:cubicBezTo>
                    <a:cubicBezTo>
                      <a:pt x="31" y="31"/>
                      <a:pt x="16" y="29"/>
                      <a:pt x="0" y="2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21">
                <a:extLst>
                  <a:ext uri="{FF2B5EF4-FFF2-40B4-BE49-F238E27FC236}">
                    <a16:creationId xmlns:a16="http://schemas.microsoft.com/office/drawing/2014/main" id="{61658F8C-CE61-4CBA-8CA2-EE648806D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938"/>
                <a:ext cx="35" cy="149"/>
              </a:xfrm>
              <a:custGeom>
                <a:avLst/>
                <a:gdLst>
                  <a:gd name="T0" fmla="*/ 15 w 15"/>
                  <a:gd name="T1" fmla="*/ 64 h 64"/>
                  <a:gd name="T2" fmla="*/ 13 w 15"/>
                  <a:gd name="T3" fmla="*/ 5 h 64"/>
                  <a:gd name="T4" fmla="*/ 11 w 15"/>
                  <a:gd name="T5" fmla="*/ 1 h 64"/>
                  <a:gd name="T6" fmla="*/ 6 w 15"/>
                  <a:gd name="T7" fmla="*/ 5 h 64"/>
                  <a:gd name="T8" fmla="*/ 15 w 15"/>
                  <a:gd name="T9" fmla="*/ 6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64">
                    <a:moveTo>
                      <a:pt x="15" y="64"/>
                    </a:moveTo>
                    <a:cubicBezTo>
                      <a:pt x="13" y="43"/>
                      <a:pt x="14" y="26"/>
                      <a:pt x="13" y="5"/>
                    </a:cubicBezTo>
                    <a:cubicBezTo>
                      <a:pt x="13" y="3"/>
                      <a:pt x="12" y="1"/>
                      <a:pt x="11" y="1"/>
                    </a:cubicBezTo>
                    <a:cubicBezTo>
                      <a:pt x="9" y="0"/>
                      <a:pt x="7" y="2"/>
                      <a:pt x="6" y="5"/>
                    </a:cubicBezTo>
                    <a:cubicBezTo>
                      <a:pt x="0" y="24"/>
                      <a:pt x="3" y="46"/>
                      <a:pt x="15" y="6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Freeform 22">
                <a:extLst>
                  <a:ext uri="{FF2B5EF4-FFF2-40B4-BE49-F238E27FC236}">
                    <a16:creationId xmlns:a16="http://schemas.microsoft.com/office/drawing/2014/main" id="{AF0F0E30-DA89-4E5D-AF06-7F6386933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938"/>
                <a:ext cx="109" cy="154"/>
              </a:xfrm>
              <a:custGeom>
                <a:avLst/>
                <a:gdLst>
                  <a:gd name="T0" fmla="*/ 0 w 47"/>
                  <a:gd name="T1" fmla="*/ 66 h 66"/>
                  <a:gd name="T2" fmla="*/ 34 w 47"/>
                  <a:gd name="T3" fmla="*/ 32 h 66"/>
                  <a:gd name="T4" fmla="*/ 45 w 47"/>
                  <a:gd name="T5" fmla="*/ 0 h 66"/>
                  <a:gd name="T6" fmla="*/ 20 w 47"/>
                  <a:gd name="T7" fmla="*/ 12 h 66"/>
                  <a:gd name="T8" fmla="*/ 8 w 47"/>
                  <a:gd name="T9" fmla="*/ 38 h 66"/>
                  <a:gd name="T10" fmla="*/ 0 w 47"/>
                  <a:gd name="T1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" h="66">
                    <a:moveTo>
                      <a:pt x="0" y="66"/>
                    </a:moveTo>
                    <a:cubicBezTo>
                      <a:pt x="14" y="57"/>
                      <a:pt x="25" y="46"/>
                      <a:pt x="34" y="32"/>
                    </a:cubicBezTo>
                    <a:cubicBezTo>
                      <a:pt x="41" y="23"/>
                      <a:pt x="47" y="11"/>
                      <a:pt x="45" y="0"/>
                    </a:cubicBezTo>
                    <a:cubicBezTo>
                      <a:pt x="36" y="0"/>
                      <a:pt x="27" y="5"/>
                      <a:pt x="20" y="12"/>
                    </a:cubicBezTo>
                    <a:cubicBezTo>
                      <a:pt x="14" y="20"/>
                      <a:pt x="10" y="29"/>
                      <a:pt x="8" y="38"/>
                    </a:cubicBezTo>
                    <a:cubicBezTo>
                      <a:pt x="5" y="47"/>
                      <a:pt x="3" y="57"/>
                      <a:pt x="0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Freeform 23">
                <a:extLst>
                  <a:ext uri="{FF2B5EF4-FFF2-40B4-BE49-F238E27FC236}">
                    <a16:creationId xmlns:a16="http://schemas.microsoft.com/office/drawing/2014/main" id="{50804100-4600-4D3D-B17A-B36B6ECD9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2943"/>
                <a:ext cx="200" cy="126"/>
              </a:xfrm>
              <a:custGeom>
                <a:avLst/>
                <a:gdLst>
                  <a:gd name="T0" fmla="*/ 1 w 86"/>
                  <a:gd name="T1" fmla="*/ 54 h 54"/>
                  <a:gd name="T2" fmla="*/ 86 w 86"/>
                  <a:gd name="T3" fmla="*/ 4 h 54"/>
                  <a:gd name="T4" fmla="*/ 54 w 86"/>
                  <a:gd name="T5" fmla="*/ 6 h 54"/>
                  <a:gd name="T6" fmla="*/ 0 w 86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" h="54">
                    <a:moveTo>
                      <a:pt x="1" y="54"/>
                    </a:moveTo>
                    <a:cubicBezTo>
                      <a:pt x="32" y="43"/>
                      <a:pt x="61" y="26"/>
                      <a:pt x="86" y="4"/>
                    </a:cubicBezTo>
                    <a:cubicBezTo>
                      <a:pt x="76" y="0"/>
                      <a:pt x="64" y="2"/>
                      <a:pt x="54" y="6"/>
                    </a:cubicBezTo>
                    <a:cubicBezTo>
                      <a:pt x="31" y="16"/>
                      <a:pt x="12" y="32"/>
                      <a:pt x="0" y="5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Freeform 24">
                <a:extLst>
                  <a:ext uri="{FF2B5EF4-FFF2-40B4-BE49-F238E27FC236}">
                    <a16:creationId xmlns:a16="http://schemas.microsoft.com/office/drawing/2014/main" id="{FB8FA27D-64F2-45CA-B4A4-B914B34F9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3057"/>
                <a:ext cx="223" cy="68"/>
              </a:xfrm>
              <a:custGeom>
                <a:avLst/>
                <a:gdLst>
                  <a:gd name="T0" fmla="*/ 0 w 96"/>
                  <a:gd name="T1" fmla="*/ 26 h 29"/>
                  <a:gd name="T2" fmla="*/ 48 w 96"/>
                  <a:gd name="T3" fmla="*/ 27 h 29"/>
                  <a:gd name="T4" fmla="*/ 92 w 96"/>
                  <a:gd name="T5" fmla="*/ 12 h 29"/>
                  <a:gd name="T6" fmla="*/ 95 w 96"/>
                  <a:gd name="T7" fmla="*/ 10 h 29"/>
                  <a:gd name="T8" fmla="*/ 94 w 96"/>
                  <a:gd name="T9" fmla="*/ 6 h 29"/>
                  <a:gd name="T10" fmla="*/ 90 w 96"/>
                  <a:gd name="T11" fmla="*/ 4 h 29"/>
                  <a:gd name="T12" fmla="*/ 42 w 96"/>
                  <a:gd name="T13" fmla="*/ 7 h 29"/>
                  <a:gd name="T14" fmla="*/ 0 w 96"/>
                  <a:gd name="T1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29">
                    <a:moveTo>
                      <a:pt x="0" y="26"/>
                    </a:moveTo>
                    <a:cubicBezTo>
                      <a:pt x="16" y="28"/>
                      <a:pt x="32" y="29"/>
                      <a:pt x="48" y="27"/>
                    </a:cubicBezTo>
                    <a:cubicBezTo>
                      <a:pt x="63" y="24"/>
                      <a:pt x="78" y="18"/>
                      <a:pt x="92" y="12"/>
                    </a:cubicBezTo>
                    <a:cubicBezTo>
                      <a:pt x="93" y="11"/>
                      <a:pt x="95" y="11"/>
                      <a:pt x="95" y="10"/>
                    </a:cubicBezTo>
                    <a:cubicBezTo>
                      <a:pt x="96" y="8"/>
                      <a:pt x="95" y="7"/>
                      <a:pt x="94" y="6"/>
                    </a:cubicBezTo>
                    <a:cubicBezTo>
                      <a:pt x="93" y="5"/>
                      <a:pt x="92" y="4"/>
                      <a:pt x="90" y="4"/>
                    </a:cubicBezTo>
                    <a:cubicBezTo>
                      <a:pt x="75" y="0"/>
                      <a:pt x="58" y="2"/>
                      <a:pt x="42" y="7"/>
                    </a:cubicBezTo>
                    <a:cubicBezTo>
                      <a:pt x="27" y="12"/>
                      <a:pt x="14" y="18"/>
                      <a:pt x="0" y="2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Freeform 25">
                <a:extLst>
                  <a:ext uri="{FF2B5EF4-FFF2-40B4-BE49-F238E27FC236}">
                    <a16:creationId xmlns:a16="http://schemas.microsoft.com/office/drawing/2014/main" id="{CCEC0BC2-B996-446A-9F4C-AFB99BD7E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3048"/>
                <a:ext cx="42" cy="163"/>
              </a:xfrm>
              <a:custGeom>
                <a:avLst/>
                <a:gdLst>
                  <a:gd name="T0" fmla="*/ 11 w 18"/>
                  <a:gd name="T1" fmla="*/ 69 h 70"/>
                  <a:gd name="T2" fmla="*/ 10 w 18"/>
                  <a:gd name="T3" fmla="*/ 0 h 70"/>
                  <a:gd name="T4" fmla="*/ 16 w 18"/>
                  <a:gd name="T5" fmla="*/ 34 h 70"/>
                  <a:gd name="T6" fmla="*/ 11 w 18"/>
                  <a:gd name="T7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70">
                    <a:moveTo>
                      <a:pt x="11" y="69"/>
                    </a:moveTo>
                    <a:cubicBezTo>
                      <a:pt x="0" y="48"/>
                      <a:pt x="1" y="22"/>
                      <a:pt x="10" y="0"/>
                    </a:cubicBezTo>
                    <a:cubicBezTo>
                      <a:pt x="17" y="10"/>
                      <a:pt x="18" y="22"/>
                      <a:pt x="16" y="34"/>
                    </a:cubicBezTo>
                    <a:cubicBezTo>
                      <a:pt x="15" y="46"/>
                      <a:pt x="12" y="58"/>
                      <a:pt x="11" y="7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Freeform 26">
                <a:extLst>
                  <a:ext uri="{FF2B5EF4-FFF2-40B4-BE49-F238E27FC236}">
                    <a16:creationId xmlns:a16="http://schemas.microsoft.com/office/drawing/2014/main" id="{005E9743-CCA5-44C4-9766-8E204A0D1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0" y="3157"/>
                <a:ext cx="170" cy="77"/>
              </a:xfrm>
              <a:custGeom>
                <a:avLst/>
                <a:gdLst>
                  <a:gd name="T0" fmla="*/ 72 w 73"/>
                  <a:gd name="T1" fmla="*/ 1 h 33"/>
                  <a:gd name="T2" fmla="*/ 0 w 73"/>
                  <a:gd name="T3" fmla="*/ 31 h 33"/>
                  <a:gd name="T4" fmla="*/ 39 w 73"/>
                  <a:gd name="T5" fmla="*/ 24 h 33"/>
                  <a:gd name="T6" fmla="*/ 73 w 73"/>
                  <a:gd name="T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3">
                    <a:moveTo>
                      <a:pt x="72" y="1"/>
                    </a:moveTo>
                    <a:cubicBezTo>
                      <a:pt x="45" y="0"/>
                      <a:pt x="18" y="12"/>
                      <a:pt x="0" y="31"/>
                    </a:cubicBezTo>
                    <a:cubicBezTo>
                      <a:pt x="13" y="33"/>
                      <a:pt x="27" y="30"/>
                      <a:pt x="39" y="24"/>
                    </a:cubicBezTo>
                    <a:cubicBezTo>
                      <a:pt x="52" y="18"/>
                      <a:pt x="62" y="10"/>
                      <a:pt x="73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Freeform 27">
                <a:extLst>
                  <a:ext uri="{FF2B5EF4-FFF2-40B4-BE49-F238E27FC236}">
                    <a16:creationId xmlns:a16="http://schemas.microsoft.com/office/drawing/2014/main" id="{B7E6DBDC-D59D-410E-9DD8-1D038A594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3129"/>
                <a:ext cx="158" cy="70"/>
              </a:xfrm>
              <a:custGeom>
                <a:avLst/>
                <a:gdLst>
                  <a:gd name="T0" fmla="*/ 68 w 68"/>
                  <a:gd name="T1" fmla="*/ 3 h 30"/>
                  <a:gd name="T2" fmla="*/ 30 w 68"/>
                  <a:gd name="T3" fmla="*/ 4 h 30"/>
                  <a:gd name="T4" fmla="*/ 0 w 68"/>
                  <a:gd name="T5" fmla="*/ 29 h 30"/>
                  <a:gd name="T6" fmla="*/ 36 w 68"/>
                  <a:gd name="T7" fmla="*/ 22 h 30"/>
                  <a:gd name="T8" fmla="*/ 68 w 68"/>
                  <a:gd name="T9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0">
                    <a:moveTo>
                      <a:pt x="68" y="3"/>
                    </a:moveTo>
                    <a:cubicBezTo>
                      <a:pt x="55" y="2"/>
                      <a:pt x="42" y="0"/>
                      <a:pt x="30" y="4"/>
                    </a:cubicBezTo>
                    <a:cubicBezTo>
                      <a:pt x="17" y="8"/>
                      <a:pt x="5" y="17"/>
                      <a:pt x="0" y="29"/>
                    </a:cubicBezTo>
                    <a:cubicBezTo>
                      <a:pt x="13" y="30"/>
                      <a:pt x="25" y="27"/>
                      <a:pt x="36" y="22"/>
                    </a:cubicBezTo>
                    <a:cubicBezTo>
                      <a:pt x="48" y="17"/>
                      <a:pt x="58" y="10"/>
                      <a:pt x="68" y="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Freeform 28">
                <a:extLst>
                  <a:ext uri="{FF2B5EF4-FFF2-40B4-BE49-F238E27FC236}">
                    <a16:creationId xmlns:a16="http://schemas.microsoft.com/office/drawing/2014/main" id="{813878ED-ECA0-40FC-8E15-B364132A8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085"/>
                <a:ext cx="181" cy="56"/>
              </a:xfrm>
              <a:custGeom>
                <a:avLst/>
                <a:gdLst>
                  <a:gd name="T0" fmla="*/ 77 w 78"/>
                  <a:gd name="T1" fmla="*/ 22 h 24"/>
                  <a:gd name="T2" fmla="*/ 39 w 78"/>
                  <a:gd name="T3" fmla="*/ 3 h 24"/>
                  <a:gd name="T4" fmla="*/ 0 w 78"/>
                  <a:gd name="T5" fmla="*/ 13 h 24"/>
                  <a:gd name="T6" fmla="*/ 37 w 78"/>
                  <a:gd name="T7" fmla="*/ 20 h 24"/>
                  <a:gd name="T8" fmla="*/ 78 w 78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24">
                    <a:moveTo>
                      <a:pt x="77" y="22"/>
                    </a:moveTo>
                    <a:cubicBezTo>
                      <a:pt x="65" y="15"/>
                      <a:pt x="53" y="7"/>
                      <a:pt x="39" y="3"/>
                    </a:cubicBezTo>
                    <a:cubicBezTo>
                      <a:pt x="25" y="0"/>
                      <a:pt x="9" y="3"/>
                      <a:pt x="0" y="13"/>
                    </a:cubicBezTo>
                    <a:cubicBezTo>
                      <a:pt x="11" y="20"/>
                      <a:pt x="24" y="20"/>
                      <a:pt x="37" y="20"/>
                    </a:cubicBezTo>
                    <a:cubicBezTo>
                      <a:pt x="50" y="20"/>
                      <a:pt x="66" y="20"/>
                      <a:pt x="78" y="2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Freeform 29">
                <a:extLst>
                  <a:ext uri="{FF2B5EF4-FFF2-40B4-BE49-F238E27FC236}">
                    <a16:creationId xmlns:a16="http://schemas.microsoft.com/office/drawing/2014/main" id="{F86D88B3-08E8-4E7C-9627-D8AF6B20A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45"/>
                <a:ext cx="72" cy="194"/>
              </a:xfrm>
              <a:custGeom>
                <a:avLst/>
                <a:gdLst>
                  <a:gd name="T0" fmla="*/ 28 w 31"/>
                  <a:gd name="T1" fmla="*/ 83 h 83"/>
                  <a:gd name="T2" fmla="*/ 8 w 31"/>
                  <a:gd name="T3" fmla="*/ 0 h 83"/>
                  <a:gd name="T4" fmla="*/ 28 w 3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83">
                    <a:moveTo>
                      <a:pt x="28" y="83"/>
                    </a:moveTo>
                    <a:cubicBezTo>
                      <a:pt x="8" y="63"/>
                      <a:pt x="0" y="27"/>
                      <a:pt x="8" y="0"/>
                    </a:cubicBezTo>
                    <a:cubicBezTo>
                      <a:pt x="24" y="24"/>
                      <a:pt x="31" y="54"/>
                      <a:pt x="28" y="8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Freeform 30">
                <a:extLst>
                  <a:ext uri="{FF2B5EF4-FFF2-40B4-BE49-F238E27FC236}">
                    <a16:creationId xmlns:a16="http://schemas.microsoft.com/office/drawing/2014/main" id="{06D701D0-076E-4A35-A684-4ED5E0C0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855"/>
                <a:ext cx="114" cy="153"/>
              </a:xfrm>
              <a:custGeom>
                <a:avLst/>
                <a:gdLst>
                  <a:gd name="T0" fmla="*/ 0 w 49"/>
                  <a:gd name="T1" fmla="*/ 66 h 66"/>
                  <a:gd name="T2" fmla="*/ 10 w 49"/>
                  <a:gd name="T3" fmla="*/ 38 h 66"/>
                  <a:gd name="T4" fmla="*/ 24 w 49"/>
                  <a:gd name="T5" fmla="*/ 13 h 66"/>
                  <a:gd name="T6" fmla="*/ 49 w 49"/>
                  <a:gd name="T7" fmla="*/ 0 h 66"/>
                  <a:gd name="T8" fmla="*/ 0 w 49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6">
                    <a:moveTo>
                      <a:pt x="0" y="66"/>
                    </a:moveTo>
                    <a:cubicBezTo>
                      <a:pt x="3" y="57"/>
                      <a:pt x="6" y="47"/>
                      <a:pt x="10" y="38"/>
                    </a:cubicBezTo>
                    <a:cubicBezTo>
                      <a:pt x="13" y="29"/>
                      <a:pt x="17" y="21"/>
                      <a:pt x="24" y="13"/>
                    </a:cubicBezTo>
                    <a:cubicBezTo>
                      <a:pt x="30" y="6"/>
                      <a:pt x="39" y="1"/>
                      <a:pt x="49" y="0"/>
                    </a:cubicBezTo>
                    <a:cubicBezTo>
                      <a:pt x="43" y="28"/>
                      <a:pt x="25" y="52"/>
                      <a:pt x="0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Freeform 31">
                <a:extLst>
                  <a:ext uri="{FF2B5EF4-FFF2-40B4-BE49-F238E27FC236}">
                    <a16:creationId xmlns:a16="http://schemas.microsoft.com/office/drawing/2014/main" id="{DA28EC26-EE71-42F0-96A1-80424A21A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2948"/>
                <a:ext cx="123" cy="86"/>
              </a:xfrm>
              <a:custGeom>
                <a:avLst/>
                <a:gdLst>
                  <a:gd name="T0" fmla="*/ 53 w 53"/>
                  <a:gd name="T1" fmla="*/ 37 h 37"/>
                  <a:gd name="T2" fmla="*/ 30 w 53"/>
                  <a:gd name="T3" fmla="*/ 10 h 37"/>
                  <a:gd name="T4" fmla="*/ 0 w 53"/>
                  <a:gd name="T5" fmla="*/ 2 h 37"/>
                  <a:gd name="T6" fmla="*/ 53 w 53"/>
                  <a:gd name="T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7">
                    <a:moveTo>
                      <a:pt x="53" y="37"/>
                    </a:moveTo>
                    <a:cubicBezTo>
                      <a:pt x="46" y="29"/>
                      <a:pt x="39" y="17"/>
                      <a:pt x="30" y="10"/>
                    </a:cubicBezTo>
                    <a:cubicBezTo>
                      <a:pt x="22" y="4"/>
                      <a:pt x="11" y="0"/>
                      <a:pt x="0" y="2"/>
                    </a:cubicBezTo>
                    <a:cubicBezTo>
                      <a:pt x="11" y="21"/>
                      <a:pt x="31" y="35"/>
                      <a:pt x="53" y="3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Freeform 32">
                <a:extLst>
                  <a:ext uri="{FF2B5EF4-FFF2-40B4-BE49-F238E27FC236}">
                    <a16:creationId xmlns:a16="http://schemas.microsoft.com/office/drawing/2014/main" id="{AA48A12D-AF6D-4A53-95C5-E332FCC6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2857"/>
                <a:ext cx="49" cy="154"/>
              </a:xfrm>
              <a:custGeom>
                <a:avLst/>
                <a:gdLst>
                  <a:gd name="T0" fmla="*/ 12 w 21"/>
                  <a:gd name="T1" fmla="*/ 65 h 66"/>
                  <a:gd name="T2" fmla="*/ 2 w 21"/>
                  <a:gd name="T3" fmla="*/ 33 h 66"/>
                  <a:gd name="T4" fmla="*/ 7 w 21"/>
                  <a:gd name="T5" fmla="*/ 0 h 66"/>
                  <a:gd name="T6" fmla="*/ 12 w 21"/>
                  <a:gd name="T7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66">
                    <a:moveTo>
                      <a:pt x="12" y="65"/>
                    </a:moveTo>
                    <a:cubicBezTo>
                      <a:pt x="7" y="55"/>
                      <a:pt x="3" y="44"/>
                      <a:pt x="2" y="33"/>
                    </a:cubicBezTo>
                    <a:cubicBezTo>
                      <a:pt x="0" y="22"/>
                      <a:pt x="1" y="10"/>
                      <a:pt x="7" y="0"/>
                    </a:cubicBezTo>
                    <a:cubicBezTo>
                      <a:pt x="18" y="21"/>
                      <a:pt x="21" y="44"/>
                      <a:pt x="12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33">
                <a:extLst>
                  <a:ext uri="{FF2B5EF4-FFF2-40B4-BE49-F238E27FC236}">
                    <a16:creationId xmlns:a16="http://schemas.microsoft.com/office/drawing/2014/main" id="{1BA174EC-1772-4F3C-8788-9806BA971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752"/>
                <a:ext cx="140" cy="105"/>
              </a:xfrm>
              <a:custGeom>
                <a:avLst/>
                <a:gdLst>
                  <a:gd name="T0" fmla="*/ 0 w 60"/>
                  <a:gd name="T1" fmla="*/ 45 h 45"/>
                  <a:gd name="T2" fmla="*/ 46 w 60"/>
                  <a:gd name="T3" fmla="*/ 2 h 45"/>
                  <a:gd name="T4" fmla="*/ 54 w 60"/>
                  <a:gd name="T5" fmla="*/ 1 h 45"/>
                  <a:gd name="T6" fmla="*/ 60 w 60"/>
                  <a:gd name="T7" fmla="*/ 6 h 45"/>
                  <a:gd name="T8" fmla="*/ 55 w 60"/>
                  <a:gd name="T9" fmla="*/ 15 h 45"/>
                  <a:gd name="T10" fmla="*/ 0 w 60"/>
                  <a:gd name="T1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45">
                    <a:moveTo>
                      <a:pt x="0" y="45"/>
                    </a:moveTo>
                    <a:cubicBezTo>
                      <a:pt x="6" y="24"/>
                      <a:pt x="25" y="9"/>
                      <a:pt x="46" y="2"/>
                    </a:cubicBezTo>
                    <a:cubicBezTo>
                      <a:pt x="48" y="1"/>
                      <a:pt x="51" y="0"/>
                      <a:pt x="54" y="1"/>
                    </a:cubicBezTo>
                    <a:cubicBezTo>
                      <a:pt x="56" y="1"/>
                      <a:pt x="59" y="3"/>
                      <a:pt x="60" y="6"/>
                    </a:cubicBezTo>
                    <a:cubicBezTo>
                      <a:pt x="60" y="9"/>
                      <a:pt x="57" y="12"/>
                      <a:pt x="55" y="15"/>
                    </a:cubicBezTo>
                    <a:cubicBezTo>
                      <a:pt x="39" y="29"/>
                      <a:pt x="20" y="39"/>
                      <a:pt x="0" y="4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Freeform 34">
                <a:extLst>
                  <a:ext uri="{FF2B5EF4-FFF2-40B4-BE49-F238E27FC236}">
                    <a16:creationId xmlns:a16="http://schemas.microsoft.com/office/drawing/2014/main" id="{309F72D9-93A0-4400-A365-D73EA20B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655"/>
                <a:ext cx="77" cy="174"/>
              </a:xfrm>
              <a:custGeom>
                <a:avLst/>
                <a:gdLst>
                  <a:gd name="T0" fmla="*/ 0 w 33"/>
                  <a:gd name="T1" fmla="*/ 70 h 75"/>
                  <a:gd name="T2" fmla="*/ 6 w 33"/>
                  <a:gd name="T3" fmla="*/ 30 h 75"/>
                  <a:gd name="T4" fmla="*/ 31 w 33"/>
                  <a:gd name="T5" fmla="*/ 0 h 75"/>
                  <a:gd name="T6" fmla="*/ 20 w 33"/>
                  <a:gd name="T7" fmla="*/ 39 h 75"/>
                  <a:gd name="T8" fmla="*/ 0 w 33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75">
                    <a:moveTo>
                      <a:pt x="0" y="70"/>
                    </a:moveTo>
                    <a:cubicBezTo>
                      <a:pt x="1" y="57"/>
                      <a:pt x="2" y="43"/>
                      <a:pt x="6" y="30"/>
                    </a:cubicBezTo>
                    <a:cubicBezTo>
                      <a:pt x="10" y="18"/>
                      <a:pt x="19" y="6"/>
                      <a:pt x="31" y="0"/>
                    </a:cubicBezTo>
                    <a:cubicBezTo>
                      <a:pt x="33" y="14"/>
                      <a:pt x="27" y="27"/>
                      <a:pt x="20" y="39"/>
                    </a:cubicBezTo>
                    <a:cubicBezTo>
                      <a:pt x="13" y="51"/>
                      <a:pt x="4" y="62"/>
                      <a:pt x="0" y="7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Freeform 35">
                <a:extLst>
                  <a:ext uri="{FF2B5EF4-FFF2-40B4-BE49-F238E27FC236}">
                    <a16:creationId xmlns:a16="http://schemas.microsoft.com/office/drawing/2014/main" id="{88A72B2C-1E34-469C-8DE4-018562D07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2669"/>
                <a:ext cx="95" cy="169"/>
              </a:xfrm>
              <a:custGeom>
                <a:avLst/>
                <a:gdLst>
                  <a:gd name="T0" fmla="*/ 41 w 41"/>
                  <a:gd name="T1" fmla="*/ 73 h 73"/>
                  <a:gd name="T2" fmla="*/ 26 w 41"/>
                  <a:gd name="T3" fmla="*/ 26 h 73"/>
                  <a:gd name="T4" fmla="*/ 4 w 41"/>
                  <a:gd name="T5" fmla="*/ 0 h 73"/>
                  <a:gd name="T6" fmla="*/ 5 w 41"/>
                  <a:gd name="T7" fmla="*/ 29 h 73"/>
                  <a:gd name="T8" fmla="*/ 22 w 41"/>
                  <a:gd name="T9" fmla="*/ 53 h 73"/>
                  <a:gd name="T10" fmla="*/ 41 w 41"/>
                  <a:gd name="T11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73">
                    <a:moveTo>
                      <a:pt x="41" y="73"/>
                    </a:moveTo>
                    <a:cubicBezTo>
                      <a:pt x="35" y="58"/>
                      <a:pt x="35" y="39"/>
                      <a:pt x="26" y="26"/>
                    </a:cubicBezTo>
                    <a:cubicBezTo>
                      <a:pt x="19" y="16"/>
                      <a:pt x="9" y="10"/>
                      <a:pt x="4" y="0"/>
                    </a:cubicBezTo>
                    <a:cubicBezTo>
                      <a:pt x="0" y="10"/>
                      <a:pt x="1" y="20"/>
                      <a:pt x="5" y="29"/>
                    </a:cubicBezTo>
                    <a:cubicBezTo>
                      <a:pt x="9" y="38"/>
                      <a:pt x="15" y="46"/>
                      <a:pt x="22" y="53"/>
                    </a:cubicBezTo>
                    <a:cubicBezTo>
                      <a:pt x="29" y="60"/>
                      <a:pt x="34" y="66"/>
                      <a:pt x="41" y="7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Oval 36">
                <a:extLst>
                  <a:ext uri="{FF2B5EF4-FFF2-40B4-BE49-F238E27FC236}">
                    <a16:creationId xmlns:a16="http://schemas.microsoft.com/office/drawing/2014/main" id="{CB39141B-57A7-48ED-9F9F-39C923B37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8" y="2827"/>
                <a:ext cx="2" cy="1051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Freeform 37">
                <a:extLst>
                  <a:ext uri="{FF2B5EF4-FFF2-40B4-BE49-F238E27FC236}">
                    <a16:creationId xmlns:a16="http://schemas.microsoft.com/office/drawing/2014/main" id="{93157884-E18D-471F-877C-24AEFE757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173"/>
                <a:ext cx="205" cy="107"/>
              </a:xfrm>
              <a:custGeom>
                <a:avLst/>
                <a:gdLst>
                  <a:gd name="T0" fmla="*/ 88 w 88"/>
                  <a:gd name="T1" fmla="*/ 0 h 46"/>
                  <a:gd name="T2" fmla="*/ 84 w 88"/>
                  <a:gd name="T3" fmla="*/ 1 h 46"/>
                  <a:gd name="T4" fmla="*/ 74 w 88"/>
                  <a:gd name="T5" fmla="*/ 5 h 46"/>
                  <a:gd name="T6" fmla="*/ 40 w 88"/>
                  <a:gd name="T7" fmla="*/ 18 h 46"/>
                  <a:gd name="T8" fmla="*/ 7 w 88"/>
                  <a:gd name="T9" fmla="*/ 34 h 46"/>
                  <a:gd name="T10" fmla="*/ 1 w 88"/>
                  <a:gd name="T11" fmla="*/ 43 h 46"/>
                  <a:gd name="T12" fmla="*/ 0 w 88"/>
                  <a:gd name="T13" fmla="*/ 46 h 46"/>
                  <a:gd name="T14" fmla="*/ 0 w 88"/>
                  <a:gd name="T15" fmla="*/ 45 h 46"/>
                  <a:gd name="T16" fmla="*/ 0 w 88"/>
                  <a:gd name="T17" fmla="*/ 42 h 46"/>
                  <a:gd name="T18" fmla="*/ 7 w 88"/>
                  <a:gd name="T19" fmla="*/ 33 h 46"/>
                  <a:gd name="T20" fmla="*/ 21 w 88"/>
                  <a:gd name="T21" fmla="*/ 24 h 46"/>
                  <a:gd name="T22" fmla="*/ 39 w 88"/>
                  <a:gd name="T23" fmla="*/ 16 h 46"/>
                  <a:gd name="T24" fmla="*/ 74 w 88"/>
                  <a:gd name="T25" fmla="*/ 4 h 46"/>
                  <a:gd name="T26" fmla="*/ 84 w 88"/>
                  <a:gd name="T27" fmla="*/ 1 h 46"/>
                  <a:gd name="T28" fmla="*/ 88 w 88"/>
                  <a:gd name="T2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46">
                    <a:moveTo>
                      <a:pt x="88" y="0"/>
                    </a:moveTo>
                    <a:cubicBezTo>
                      <a:pt x="88" y="0"/>
                      <a:pt x="87" y="1"/>
                      <a:pt x="84" y="1"/>
                    </a:cubicBezTo>
                    <a:cubicBezTo>
                      <a:pt x="82" y="2"/>
                      <a:pt x="78" y="4"/>
                      <a:pt x="74" y="5"/>
                    </a:cubicBezTo>
                    <a:cubicBezTo>
                      <a:pt x="65" y="8"/>
                      <a:pt x="53" y="12"/>
                      <a:pt x="40" y="18"/>
                    </a:cubicBezTo>
                    <a:cubicBezTo>
                      <a:pt x="27" y="23"/>
                      <a:pt x="14" y="28"/>
                      <a:pt x="7" y="34"/>
                    </a:cubicBezTo>
                    <a:cubicBezTo>
                      <a:pt x="4" y="37"/>
                      <a:pt x="2" y="40"/>
                      <a:pt x="1" y="43"/>
                    </a:cubicBezTo>
                    <a:cubicBezTo>
                      <a:pt x="0" y="45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0" y="42"/>
                    </a:cubicBezTo>
                    <a:cubicBezTo>
                      <a:pt x="1" y="40"/>
                      <a:pt x="3" y="36"/>
                      <a:pt x="7" y="33"/>
                    </a:cubicBezTo>
                    <a:cubicBezTo>
                      <a:pt x="10" y="30"/>
                      <a:pt x="15" y="27"/>
                      <a:pt x="21" y="24"/>
                    </a:cubicBezTo>
                    <a:cubicBezTo>
                      <a:pt x="26" y="22"/>
                      <a:pt x="33" y="19"/>
                      <a:pt x="39" y="16"/>
                    </a:cubicBezTo>
                    <a:cubicBezTo>
                      <a:pt x="52" y="11"/>
                      <a:pt x="65" y="7"/>
                      <a:pt x="74" y="4"/>
                    </a:cubicBezTo>
                    <a:cubicBezTo>
                      <a:pt x="78" y="3"/>
                      <a:pt x="82" y="2"/>
                      <a:pt x="84" y="1"/>
                    </a:cubicBezTo>
                    <a:cubicBezTo>
                      <a:pt x="87" y="0"/>
                      <a:pt x="88" y="0"/>
                      <a:pt x="8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Freeform 38">
                <a:extLst>
                  <a:ext uri="{FF2B5EF4-FFF2-40B4-BE49-F238E27FC236}">
                    <a16:creationId xmlns:a16="http://schemas.microsoft.com/office/drawing/2014/main" id="{4CBEA3D8-1D69-4F93-8481-691F29C7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3008"/>
                <a:ext cx="256" cy="245"/>
              </a:xfrm>
              <a:custGeom>
                <a:avLst/>
                <a:gdLst>
                  <a:gd name="T0" fmla="*/ 110 w 110"/>
                  <a:gd name="T1" fmla="*/ 0 h 105"/>
                  <a:gd name="T2" fmla="*/ 109 w 110"/>
                  <a:gd name="T3" fmla="*/ 1 h 105"/>
                  <a:gd name="T4" fmla="*/ 106 w 110"/>
                  <a:gd name="T5" fmla="*/ 4 h 105"/>
                  <a:gd name="T6" fmla="*/ 94 w 110"/>
                  <a:gd name="T7" fmla="*/ 15 h 105"/>
                  <a:gd name="T8" fmla="*/ 53 w 110"/>
                  <a:gd name="T9" fmla="*/ 51 h 105"/>
                  <a:gd name="T10" fmla="*/ 15 w 110"/>
                  <a:gd name="T11" fmla="*/ 88 h 105"/>
                  <a:gd name="T12" fmla="*/ 4 w 110"/>
                  <a:gd name="T13" fmla="*/ 101 h 105"/>
                  <a:gd name="T14" fmla="*/ 1 w 110"/>
                  <a:gd name="T15" fmla="*/ 104 h 105"/>
                  <a:gd name="T16" fmla="*/ 0 w 110"/>
                  <a:gd name="T17" fmla="*/ 105 h 105"/>
                  <a:gd name="T18" fmla="*/ 0 w 110"/>
                  <a:gd name="T19" fmla="*/ 104 h 105"/>
                  <a:gd name="T20" fmla="*/ 3 w 110"/>
                  <a:gd name="T21" fmla="*/ 100 h 105"/>
                  <a:gd name="T22" fmla="*/ 14 w 110"/>
                  <a:gd name="T23" fmla="*/ 88 h 105"/>
                  <a:gd name="T24" fmla="*/ 52 w 110"/>
                  <a:gd name="T25" fmla="*/ 50 h 105"/>
                  <a:gd name="T26" fmla="*/ 93 w 110"/>
                  <a:gd name="T27" fmla="*/ 14 h 105"/>
                  <a:gd name="T28" fmla="*/ 105 w 110"/>
                  <a:gd name="T29" fmla="*/ 4 h 105"/>
                  <a:gd name="T30" fmla="*/ 109 w 110"/>
                  <a:gd name="T31" fmla="*/ 1 h 105"/>
                  <a:gd name="T32" fmla="*/ 110 w 110"/>
                  <a:gd name="T3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0" h="105">
                    <a:moveTo>
                      <a:pt x="110" y="0"/>
                    </a:moveTo>
                    <a:cubicBezTo>
                      <a:pt x="110" y="0"/>
                      <a:pt x="110" y="0"/>
                      <a:pt x="109" y="1"/>
                    </a:cubicBezTo>
                    <a:cubicBezTo>
                      <a:pt x="108" y="2"/>
                      <a:pt x="107" y="3"/>
                      <a:pt x="106" y="4"/>
                    </a:cubicBezTo>
                    <a:cubicBezTo>
                      <a:pt x="103" y="7"/>
                      <a:pt x="99" y="10"/>
                      <a:pt x="94" y="15"/>
                    </a:cubicBezTo>
                    <a:cubicBezTo>
                      <a:pt x="83" y="24"/>
                      <a:pt x="69" y="37"/>
                      <a:pt x="53" y="51"/>
                    </a:cubicBezTo>
                    <a:cubicBezTo>
                      <a:pt x="38" y="65"/>
                      <a:pt x="24" y="78"/>
                      <a:pt x="15" y="88"/>
                    </a:cubicBezTo>
                    <a:cubicBezTo>
                      <a:pt x="10" y="93"/>
                      <a:pt x="6" y="98"/>
                      <a:pt x="4" y="101"/>
                    </a:cubicBezTo>
                    <a:cubicBezTo>
                      <a:pt x="2" y="102"/>
                      <a:pt x="1" y="103"/>
                      <a:pt x="1" y="104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5"/>
                      <a:pt x="0" y="105"/>
                      <a:pt x="0" y="104"/>
                    </a:cubicBezTo>
                    <a:cubicBezTo>
                      <a:pt x="1" y="103"/>
                      <a:pt x="2" y="102"/>
                      <a:pt x="3" y="100"/>
                    </a:cubicBezTo>
                    <a:cubicBezTo>
                      <a:pt x="6" y="97"/>
                      <a:pt x="9" y="93"/>
                      <a:pt x="14" y="88"/>
                    </a:cubicBezTo>
                    <a:cubicBezTo>
                      <a:pt x="23" y="77"/>
                      <a:pt x="37" y="64"/>
                      <a:pt x="52" y="50"/>
                    </a:cubicBezTo>
                    <a:cubicBezTo>
                      <a:pt x="68" y="36"/>
                      <a:pt x="83" y="23"/>
                      <a:pt x="93" y="14"/>
                    </a:cubicBezTo>
                    <a:cubicBezTo>
                      <a:pt x="98" y="10"/>
                      <a:pt x="102" y="6"/>
                      <a:pt x="105" y="4"/>
                    </a:cubicBezTo>
                    <a:cubicBezTo>
                      <a:pt x="107" y="2"/>
                      <a:pt x="108" y="1"/>
                      <a:pt x="109" y="1"/>
                    </a:cubicBezTo>
                    <a:cubicBezTo>
                      <a:pt x="110" y="0"/>
                      <a:pt x="110" y="0"/>
                      <a:pt x="11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Freeform 39">
                <a:extLst>
                  <a:ext uri="{FF2B5EF4-FFF2-40B4-BE49-F238E27FC236}">
                    <a16:creationId xmlns:a16="http://schemas.microsoft.com/office/drawing/2014/main" id="{5569B650-C5B8-4D17-847F-36288BBD4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3078"/>
                <a:ext cx="28" cy="81"/>
              </a:xfrm>
              <a:custGeom>
                <a:avLst/>
                <a:gdLst>
                  <a:gd name="T0" fmla="*/ 0 w 12"/>
                  <a:gd name="T1" fmla="*/ 35 h 35"/>
                  <a:gd name="T2" fmla="*/ 7 w 12"/>
                  <a:gd name="T3" fmla="*/ 18 h 35"/>
                  <a:gd name="T4" fmla="*/ 12 w 12"/>
                  <a:gd name="T5" fmla="*/ 0 h 35"/>
                  <a:gd name="T6" fmla="*/ 8 w 12"/>
                  <a:gd name="T7" fmla="*/ 18 h 35"/>
                  <a:gd name="T8" fmla="*/ 3 w 12"/>
                  <a:gd name="T9" fmla="*/ 30 h 35"/>
                  <a:gd name="T10" fmla="*/ 0 w 12"/>
                  <a:gd name="T1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35">
                    <a:moveTo>
                      <a:pt x="0" y="35"/>
                    </a:moveTo>
                    <a:cubicBezTo>
                      <a:pt x="0" y="35"/>
                      <a:pt x="3" y="27"/>
                      <a:pt x="7" y="18"/>
                    </a:cubicBezTo>
                    <a:cubicBezTo>
                      <a:pt x="10" y="8"/>
                      <a:pt x="11" y="0"/>
                      <a:pt x="12" y="0"/>
                    </a:cubicBezTo>
                    <a:cubicBezTo>
                      <a:pt x="12" y="0"/>
                      <a:pt x="11" y="9"/>
                      <a:pt x="8" y="18"/>
                    </a:cubicBezTo>
                    <a:cubicBezTo>
                      <a:pt x="6" y="23"/>
                      <a:pt x="4" y="27"/>
                      <a:pt x="3" y="30"/>
                    </a:cubicBezTo>
                    <a:cubicBezTo>
                      <a:pt x="2" y="33"/>
                      <a:pt x="1" y="35"/>
                      <a:pt x="0" y="3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40">
                <a:extLst>
                  <a:ext uri="{FF2B5EF4-FFF2-40B4-BE49-F238E27FC236}">
                    <a16:creationId xmlns:a16="http://schemas.microsoft.com/office/drawing/2014/main" id="{627D533B-9995-4291-82EA-24DF1BD35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129"/>
                <a:ext cx="137" cy="172"/>
              </a:xfrm>
              <a:custGeom>
                <a:avLst/>
                <a:gdLst>
                  <a:gd name="T0" fmla="*/ 59 w 59"/>
                  <a:gd name="T1" fmla="*/ 74 h 74"/>
                  <a:gd name="T2" fmla="*/ 56 w 59"/>
                  <a:gd name="T3" fmla="*/ 72 h 74"/>
                  <a:gd name="T4" fmla="*/ 50 w 59"/>
                  <a:gd name="T5" fmla="*/ 64 h 74"/>
                  <a:gd name="T6" fmla="*/ 30 w 59"/>
                  <a:gd name="T7" fmla="*/ 37 h 74"/>
                  <a:gd name="T8" fmla="*/ 9 w 59"/>
                  <a:gd name="T9" fmla="*/ 11 h 74"/>
                  <a:gd name="T10" fmla="*/ 2 w 59"/>
                  <a:gd name="T11" fmla="*/ 4 h 74"/>
                  <a:gd name="T12" fmla="*/ 0 w 59"/>
                  <a:gd name="T13" fmla="*/ 1 h 74"/>
                  <a:gd name="T14" fmla="*/ 3 w 59"/>
                  <a:gd name="T15" fmla="*/ 3 h 74"/>
                  <a:gd name="T16" fmla="*/ 10 w 59"/>
                  <a:gd name="T17" fmla="*/ 11 h 74"/>
                  <a:gd name="T18" fmla="*/ 31 w 59"/>
                  <a:gd name="T19" fmla="*/ 36 h 74"/>
                  <a:gd name="T20" fmla="*/ 51 w 59"/>
                  <a:gd name="T21" fmla="*/ 63 h 74"/>
                  <a:gd name="T22" fmla="*/ 57 w 59"/>
                  <a:gd name="T23" fmla="*/ 71 h 74"/>
                  <a:gd name="T24" fmla="*/ 59 w 59"/>
                  <a:gd name="T25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74">
                    <a:moveTo>
                      <a:pt x="59" y="74"/>
                    </a:moveTo>
                    <a:cubicBezTo>
                      <a:pt x="59" y="74"/>
                      <a:pt x="58" y="73"/>
                      <a:pt x="56" y="72"/>
                    </a:cubicBezTo>
                    <a:cubicBezTo>
                      <a:pt x="55" y="70"/>
                      <a:pt x="53" y="67"/>
                      <a:pt x="50" y="64"/>
                    </a:cubicBezTo>
                    <a:cubicBezTo>
                      <a:pt x="45" y="57"/>
                      <a:pt x="38" y="48"/>
                      <a:pt x="30" y="37"/>
                    </a:cubicBezTo>
                    <a:cubicBezTo>
                      <a:pt x="22" y="27"/>
                      <a:pt x="14" y="18"/>
                      <a:pt x="9" y="11"/>
                    </a:cubicBezTo>
                    <a:cubicBezTo>
                      <a:pt x="6" y="8"/>
                      <a:pt x="4" y="6"/>
                      <a:pt x="2" y="4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0" y="0"/>
                      <a:pt x="1" y="1"/>
                      <a:pt x="3" y="3"/>
                    </a:cubicBezTo>
                    <a:cubicBezTo>
                      <a:pt x="4" y="5"/>
                      <a:pt x="7" y="8"/>
                      <a:pt x="10" y="11"/>
                    </a:cubicBezTo>
                    <a:cubicBezTo>
                      <a:pt x="15" y="17"/>
                      <a:pt x="23" y="26"/>
                      <a:pt x="31" y="36"/>
                    </a:cubicBezTo>
                    <a:cubicBezTo>
                      <a:pt x="39" y="47"/>
                      <a:pt x="46" y="56"/>
                      <a:pt x="51" y="63"/>
                    </a:cubicBezTo>
                    <a:cubicBezTo>
                      <a:pt x="54" y="66"/>
                      <a:pt x="56" y="69"/>
                      <a:pt x="57" y="71"/>
                    </a:cubicBezTo>
                    <a:cubicBezTo>
                      <a:pt x="58" y="73"/>
                      <a:pt x="59" y="74"/>
                      <a:pt x="59" y="7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 41">
                <a:extLst>
                  <a:ext uri="{FF2B5EF4-FFF2-40B4-BE49-F238E27FC236}">
                    <a16:creationId xmlns:a16="http://schemas.microsoft.com/office/drawing/2014/main" id="{BDA4684B-953F-44FE-AD3C-F2649DD32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" y="3173"/>
                <a:ext cx="26" cy="73"/>
              </a:xfrm>
              <a:custGeom>
                <a:avLst/>
                <a:gdLst>
                  <a:gd name="T0" fmla="*/ 10 w 11"/>
                  <a:gd name="T1" fmla="*/ 31 h 31"/>
                  <a:gd name="T2" fmla="*/ 2 w 11"/>
                  <a:gd name="T3" fmla="*/ 15 h 31"/>
                  <a:gd name="T4" fmla="*/ 0 w 11"/>
                  <a:gd name="T5" fmla="*/ 0 h 31"/>
                  <a:gd name="T6" fmla="*/ 1 w 11"/>
                  <a:gd name="T7" fmla="*/ 0 h 31"/>
                  <a:gd name="T8" fmla="*/ 1 w 11"/>
                  <a:gd name="T9" fmla="*/ 2 h 31"/>
                  <a:gd name="T10" fmla="*/ 0 w 11"/>
                  <a:gd name="T11" fmla="*/ 0 h 31"/>
                  <a:gd name="T12" fmla="*/ 1 w 11"/>
                  <a:gd name="T13" fmla="*/ 0 h 31"/>
                  <a:gd name="T14" fmla="*/ 4 w 11"/>
                  <a:gd name="T15" fmla="*/ 15 h 31"/>
                  <a:gd name="T16" fmla="*/ 10 w 11"/>
                  <a:gd name="T1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31">
                    <a:moveTo>
                      <a:pt x="10" y="31"/>
                    </a:moveTo>
                    <a:cubicBezTo>
                      <a:pt x="10" y="31"/>
                      <a:pt x="5" y="25"/>
                      <a:pt x="2" y="15"/>
                    </a:cubicBezTo>
                    <a:cubicBezTo>
                      <a:pt x="0" y="9"/>
                      <a:pt x="0" y="3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2" y="9"/>
                      <a:pt x="4" y="15"/>
                    </a:cubicBezTo>
                    <a:cubicBezTo>
                      <a:pt x="6" y="24"/>
                      <a:pt x="11" y="30"/>
                      <a:pt x="10" y="3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Freeform 42">
                <a:extLst>
                  <a:ext uri="{FF2B5EF4-FFF2-40B4-BE49-F238E27FC236}">
                    <a16:creationId xmlns:a16="http://schemas.microsoft.com/office/drawing/2014/main" id="{B403DA55-3B9B-47F2-A174-173453AF4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157"/>
                <a:ext cx="103" cy="14"/>
              </a:xfrm>
              <a:custGeom>
                <a:avLst/>
                <a:gdLst>
                  <a:gd name="T0" fmla="*/ 43 w 44"/>
                  <a:gd name="T1" fmla="*/ 6 h 6"/>
                  <a:gd name="T2" fmla="*/ 38 w 44"/>
                  <a:gd name="T3" fmla="*/ 3 h 6"/>
                  <a:gd name="T4" fmla="*/ 22 w 44"/>
                  <a:gd name="T5" fmla="*/ 2 h 6"/>
                  <a:gd name="T6" fmla="*/ 6 w 44"/>
                  <a:gd name="T7" fmla="*/ 4 h 6"/>
                  <a:gd name="T8" fmla="*/ 0 w 44"/>
                  <a:gd name="T9" fmla="*/ 6 h 6"/>
                  <a:gd name="T10" fmla="*/ 6 w 44"/>
                  <a:gd name="T11" fmla="*/ 3 h 6"/>
                  <a:gd name="T12" fmla="*/ 22 w 44"/>
                  <a:gd name="T13" fmla="*/ 0 h 6"/>
                  <a:gd name="T14" fmla="*/ 38 w 44"/>
                  <a:gd name="T15" fmla="*/ 2 h 6"/>
                  <a:gd name="T16" fmla="*/ 43 w 44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6">
                    <a:moveTo>
                      <a:pt x="43" y="6"/>
                    </a:moveTo>
                    <a:cubicBezTo>
                      <a:pt x="43" y="6"/>
                      <a:pt x="42" y="4"/>
                      <a:pt x="38" y="3"/>
                    </a:cubicBezTo>
                    <a:cubicBezTo>
                      <a:pt x="34" y="1"/>
                      <a:pt x="28" y="1"/>
                      <a:pt x="22" y="2"/>
                    </a:cubicBezTo>
                    <a:cubicBezTo>
                      <a:pt x="16" y="2"/>
                      <a:pt x="10" y="3"/>
                      <a:pt x="6" y="4"/>
                    </a:cubicBezTo>
                    <a:cubicBezTo>
                      <a:pt x="2" y="5"/>
                      <a:pt x="0" y="6"/>
                      <a:pt x="0" y="6"/>
                    </a:cubicBezTo>
                    <a:cubicBezTo>
                      <a:pt x="0" y="5"/>
                      <a:pt x="2" y="4"/>
                      <a:pt x="6" y="3"/>
                    </a:cubicBezTo>
                    <a:cubicBezTo>
                      <a:pt x="10" y="2"/>
                      <a:pt x="16" y="1"/>
                      <a:pt x="22" y="0"/>
                    </a:cubicBezTo>
                    <a:cubicBezTo>
                      <a:pt x="28" y="0"/>
                      <a:pt x="34" y="0"/>
                      <a:pt x="38" y="2"/>
                    </a:cubicBezTo>
                    <a:cubicBezTo>
                      <a:pt x="42" y="4"/>
                      <a:pt x="44" y="6"/>
                      <a:pt x="43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Freeform 43">
                <a:extLst>
                  <a:ext uri="{FF2B5EF4-FFF2-40B4-BE49-F238E27FC236}">
                    <a16:creationId xmlns:a16="http://schemas.microsoft.com/office/drawing/2014/main" id="{ADA8C289-2021-4C39-ABF1-17149D8B7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3132"/>
                <a:ext cx="144" cy="23"/>
              </a:xfrm>
              <a:custGeom>
                <a:avLst/>
                <a:gdLst>
                  <a:gd name="T0" fmla="*/ 61 w 62"/>
                  <a:gd name="T1" fmla="*/ 9 h 10"/>
                  <a:gd name="T2" fmla="*/ 53 w 62"/>
                  <a:gd name="T3" fmla="*/ 6 h 10"/>
                  <a:gd name="T4" fmla="*/ 31 w 62"/>
                  <a:gd name="T5" fmla="*/ 2 h 10"/>
                  <a:gd name="T6" fmla="*/ 9 w 62"/>
                  <a:gd name="T7" fmla="*/ 3 h 10"/>
                  <a:gd name="T8" fmla="*/ 0 w 62"/>
                  <a:gd name="T9" fmla="*/ 5 h 10"/>
                  <a:gd name="T10" fmla="*/ 2 w 62"/>
                  <a:gd name="T11" fmla="*/ 4 h 10"/>
                  <a:gd name="T12" fmla="*/ 9 w 62"/>
                  <a:gd name="T13" fmla="*/ 2 h 10"/>
                  <a:gd name="T14" fmla="*/ 31 w 62"/>
                  <a:gd name="T15" fmla="*/ 0 h 10"/>
                  <a:gd name="T16" fmla="*/ 53 w 62"/>
                  <a:gd name="T17" fmla="*/ 5 h 10"/>
                  <a:gd name="T18" fmla="*/ 59 w 62"/>
                  <a:gd name="T19" fmla="*/ 8 h 10"/>
                  <a:gd name="T20" fmla="*/ 61 w 62"/>
                  <a:gd name="T21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10">
                    <a:moveTo>
                      <a:pt x="61" y="9"/>
                    </a:moveTo>
                    <a:cubicBezTo>
                      <a:pt x="61" y="10"/>
                      <a:pt x="58" y="8"/>
                      <a:pt x="53" y="6"/>
                    </a:cubicBezTo>
                    <a:cubicBezTo>
                      <a:pt x="47" y="4"/>
                      <a:pt x="40" y="2"/>
                      <a:pt x="31" y="2"/>
                    </a:cubicBezTo>
                    <a:cubicBezTo>
                      <a:pt x="22" y="1"/>
                      <a:pt x="15" y="2"/>
                      <a:pt x="9" y="3"/>
                    </a:cubicBezTo>
                    <a:cubicBezTo>
                      <a:pt x="3" y="4"/>
                      <a:pt x="0" y="5"/>
                      <a:pt x="0" y="5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4" y="3"/>
                      <a:pt x="6" y="3"/>
                      <a:pt x="9" y="2"/>
                    </a:cubicBezTo>
                    <a:cubicBezTo>
                      <a:pt x="14" y="1"/>
                      <a:pt x="22" y="0"/>
                      <a:pt x="31" y="0"/>
                    </a:cubicBezTo>
                    <a:cubicBezTo>
                      <a:pt x="40" y="1"/>
                      <a:pt x="48" y="3"/>
                      <a:pt x="53" y="5"/>
                    </a:cubicBezTo>
                    <a:cubicBezTo>
                      <a:pt x="56" y="6"/>
                      <a:pt x="58" y="7"/>
                      <a:pt x="59" y="8"/>
                    </a:cubicBezTo>
                    <a:cubicBezTo>
                      <a:pt x="61" y="9"/>
                      <a:pt x="62" y="9"/>
                      <a:pt x="61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Freeform 44">
                <a:extLst>
                  <a:ext uri="{FF2B5EF4-FFF2-40B4-BE49-F238E27FC236}">
                    <a16:creationId xmlns:a16="http://schemas.microsoft.com/office/drawing/2014/main" id="{DF8D5823-A27B-490A-8A52-8F4433B97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2976"/>
                <a:ext cx="28" cy="102"/>
              </a:xfrm>
              <a:custGeom>
                <a:avLst/>
                <a:gdLst>
                  <a:gd name="T0" fmla="*/ 12 w 12"/>
                  <a:gd name="T1" fmla="*/ 44 h 44"/>
                  <a:gd name="T2" fmla="*/ 5 w 12"/>
                  <a:gd name="T3" fmla="*/ 22 h 44"/>
                  <a:gd name="T4" fmla="*/ 0 w 12"/>
                  <a:gd name="T5" fmla="*/ 0 h 44"/>
                  <a:gd name="T6" fmla="*/ 7 w 12"/>
                  <a:gd name="T7" fmla="*/ 22 h 44"/>
                  <a:gd name="T8" fmla="*/ 12 w 12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44">
                    <a:moveTo>
                      <a:pt x="12" y="44"/>
                    </a:moveTo>
                    <a:cubicBezTo>
                      <a:pt x="11" y="44"/>
                      <a:pt x="8" y="34"/>
                      <a:pt x="5" y="22"/>
                    </a:cubicBezTo>
                    <a:cubicBezTo>
                      <a:pt x="2" y="10"/>
                      <a:pt x="0" y="0"/>
                      <a:pt x="0" y="0"/>
                    </a:cubicBezTo>
                    <a:cubicBezTo>
                      <a:pt x="1" y="0"/>
                      <a:pt x="4" y="10"/>
                      <a:pt x="7" y="22"/>
                    </a:cubicBezTo>
                    <a:cubicBezTo>
                      <a:pt x="10" y="34"/>
                      <a:pt x="12" y="44"/>
                      <a:pt x="12" y="4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Freeform 45">
                <a:extLst>
                  <a:ext uri="{FF2B5EF4-FFF2-40B4-BE49-F238E27FC236}">
                    <a16:creationId xmlns:a16="http://schemas.microsoft.com/office/drawing/2014/main" id="{49B9FFBF-B7AE-494E-85D4-35CB530AB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3022"/>
                <a:ext cx="42" cy="56"/>
              </a:xfrm>
              <a:custGeom>
                <a:avLst/>
                <a:gdLst>
                  <a:gd name="T0" fmla="*/ 18 w 18"/>
                  <a:gd name="T1" fmla="*/ 24 h 24"/>
                  <a:gd name="T2" fmla="*/ 11 w 18"/>
                  <a:gd name="T3" fmla="*/ 11 h 24"/>
                  <a:gd name="T4" fmla="*/ 1 w 18"/>
                  <a:gd name="T5" fmla="*/ 0 h 24"/>
                  <a:gd name="T6" fmla="*/ 5 w 18"/>
                  <a:gd name="T7" fmla="*/ 2 h 24"/>
                  <a:gd name="T8" fmla="*/ 12 w 18"/>
                  <a:gd name="T9" fmla="*/ 10 h 24"/>
                  <a:gd name="T10" fmla="*/ 18 w 18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4">
                    <a:moveTo>
                      <a:pt x="18" y="24"/>
                    </a:moveTo>
                    <a:cubicBezTo>
                      <a:pt x="18" y="24"/>
                      <a:pt x="16" y="18"/>
                      <a:pt x="11" y="11"/>
                    </a:cubicBezTo>
                    <a:cubicBezTo>
                      <a:pt x="6" y="4"/>
                      <a:pt x="0" y="1"/>
                      <a:pt x="1" y="0"/>
                    </a:cubicBezTo>
                    <a:cubicBezTo>
                      <a:pt x="1" y="0"/>
                      <a:pt x="2" y="1"/>
                      <a:pt x="5" y="2"/>
                    </a:cubicBezTo>
                    <a:cubicBezTo>
                      <a:pt x="7" y="4"/>
                      <a:pt x="10" y="7"/>
                      <a:pt x="12" y="10"/>
                    </a:cubicBezTo>
                    <a:cubicBezTo>
                      <a:pt x="17" y="17"/>
                      <a:pt x="18" y="24"/>
                      <a:pt x="18" y="2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46">
                <a:extLst>
                  <a:ext uri="{FF2B5EF4-FFF2-40B4-BE49-F238E27FC236}">
                    <a16:creationId xmlns:a16="http://schemas.microsoft.com/office/drawing/2014/main" id="{15085528-EB82-4E80-B479-60BA1D741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3408"/>
                <a:ext cx="216" cy="345"/>
              </a:xfrm>
              <a:custGeom>
                <a:avLst/>
                <a:gdLst>
                  <a:gd name="T0" fmla="*/ 93 w 93"/>
                  <a:gd name="T1" fmla="*/ 148 h 148"/>
                  <a:gd name="T2" fmla="*/ 91 w 93"/>
                  <a:gd name="T3" fmla="*/ 141 h 148"/>
                  <a:gd name="T4" fmla="*/ 84 w 93"/>
                  <a:gd name="T5" fmla="*/ 124 h 148"/>
                  <a:gd name="T6" fmla="*/ 49 w 93"/>
                  <a:gd name="T7" fmla="*/ 73 h 148"/>
                  <a:gd name="T8" fmla="*/ 26 w 93"/>
                  <a:gd name="T9" fmla="*/ 47 h 148"/>
                  <a:gd name="T10" fmla="*/ 10 w 93"/>
                  <a:gd name="T11" fmla="*/ 24 h 148"/>
                  <a:gd name="T12" fmla="*/ 2 w 93"/>
                  <a:gd name="T13" fmla="*/ 7 h 148"/>
                  <a:gd name="T14" fmla="*/ 0 w 93"/>
                  <a:gd name="T15" fmla="*/ 2 h 148"/>
                  <a:gd name="T16" fmla="*/ 0 w 93"/>
                  <a:gd name="T17" fmla="*/ 0 h 148"/>
                  <a:gd name="T18" fmla="*/ 3 w 93"/>
                  <a:gd name="T19" fmla="*/ 7 h 148"/>
                  <a:gd name="T20" fmla="*/ 11 w 93"/>
                  <a:gd name="T21" fmla="*/ 24 h 148"/>
                  <a:gd name="T22" fmla="*/ 27 w 93"/>
                  <a:gd name="T23" fmla="*/ 46 h 148"/>
                  <a:gd name="T24" fmla="*/ 50 w 93"/>
                  <a:gd name="T25" fmla="*/ 72 h 148"/>
                  <a:gd name="T26" fmla="*/ 85 w 93"/>
                  <a:gd name="T27" fmla="*/ 123 h 148"/>
                  <a:gd name="T28" fmla="*/ 92 w 93"/>
                  <a:gd name="T29" fmla="*/ 141 h 148"/>
                  <a:gd name="T30" fmla="*/ 93 w 93"/>
                  <a:gd name="T31" fmla="*/ 146 h 148"/>
                  <a:gd name="T32" fmla="*/ 93 w 93"/>
                  <a:gd name="T3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3" h="148">
                    <a:moveTo>
                      <a:pt x="93" y="148"/>
                    </a:moveTo>
                    <a:cubicBezTo>
                      <a:pt x="93" y="148"/>
                      <a:pt x="92" y="146"/>
                      <a:pt x="91" y="141"/>
                    </a:cubicBezTo>
                    <a:cubicBezTo>
                      <a:pt x="90" y="137"/>
                      <a:pt x="88" y="131"/>
                      <a:pt x="84" y="124"/>
                    </a:cubicBezTo>
                    <a:cubicBezTo>
                      <a:pt x="77" y="110"/>
                      <a:pt x="65" y="92"/>
                      <a:pt x="49" y="73"/>
                    </a:cubicBezTo>
                    <a:cubicBezTo>
                      <a:pt x="40" y="64"/>
                      <a:pt x="33" y="56"/>
                      <a:pt x="26" y="47"/>
                    </a:cubicBezTo>
                    <a:cubicBezTo>
                      <a:pt x="20" y="39"/>
                      <a:pt x="14" y="31"/>
                      <a:pt x="10" y="24"/>
                    </a:cubicBezTo>
                    <a:cubicBezTo>
                      <a:pt x="6" y="17"/>
                      <a:pt x="4" y="11"/>
                      <a:pt x="2" y="7"/>
                    </a:cubicBezTo>
                    <a:cubicBezTo>
                      <a:pt x="1" y="5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3"/>
                      <a:pt x="3" y="7"/>
                    </a:cubicBezTo>
                    <a:cubicBezTo>
                      <a:pt x="4" y="11"/>
                      <a:pt x="7" y="17"/>
                      <a:pt x="11" y="24"/>
                    </a:cubicBezTo>
                    <a:cubicBezTo>
                      <a:pt x="15" y="31"/>
                      <a:pt x="21" y="38"/>
                      <a:pt x="27" y="46"/>
                    </a:cubicBezTo>
                    <a:cubicBezTo>
                      <a:pt x="34" y="55"/>
                      <a:pt x="42" y="63"/>
                      <a:pt x="50" y="72"/>
                    </a:cubicBezTo>
                    <a:cubicBezTo>
                      <a:pt x="66" y="91"/>
                      <a:pt x="79" y="109"/>
                      <a:pt x="85" y="123"/>
                    </a:cubicBezTo>
                    <a:cubicBezTo>
                      <a:pt x="89" y="131"/>
                      <a:pt x="91" y="137"/>
                      <a:pt x="92" y="141"/>
                    </a:cubicBezTo>
                    <a:cubicBezTo>
                      <a:pt x="92" y="144"/>
                      <a:pt x="92" y="145"/>
                      <a:pt x="93" y="146"/>
                    </a:cubicBezTo>
                    <a:cubicBezTo>
                      <a:pt x="93" y="148"/>
                      <a:pt x="93" y="148"/>
                      <a:pt x="93" y="148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Freeform 47">
                <a:extLst>
                  <a:ext uri="{FF2B5EF4-FFF2-40B4-BE49-F238E27FC236}">
                    <a16:creationId xmlns:a16="http://schemas.microsoft.com/office/drawing/2014/main" id="{88671F22-AA9B-43C4-8CD3-84B4D1730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543"/>
                <a:ext cx="186" cy="210"/>
              </a:xfrm>
              <a:custGeom>
                <a:avLst/>
                <a:gdLst>
                  <a:gd name="T0" fmla="*/ 80 w 80"/>
                  <a:gd name="T1" fmla="*/ 0 h 90"/>
                  <a:gd name="T2" fmla="*/ 75 w 80"/>
                  <a:gd name="T3" fmla="*/ 2 h 90"/>
                  <a:gd name="T4" fmla="*/ 65 w 80"/>
                  <a:gd name="T5" fmla="*/ 9 h 90"/>
                  <a:gd name="T6" fmla="*/ 50 w 80"/>
                  <a:gd name="T7" fmla="*/ 22 h 90"/>
                  <a:gd name="T8" fmla="*/ 35 w 80"/>
                  <a:gd name="T9" fmla="*/ 40 h 90"/>
                  <a:gd name="T10" fmla="*/ 9 w 80"/>
                  <a:gd name="T11" fmla="*/ 75 h 90"/>
                  <a:gd name="T12" fmla="*/ 2 w 80"/>
                  <a:gd name="T13" fmla="*/ 86 h 90"/>
                  <a:gd name="T14" fmla="*/ 0 w 80"/>
                  <a:gd name="T15" fmla="*/ 90 h 90"/>
                  <a:gd name="T16" fmla="*/ 0 w 80"/>
                  <a:gd name="T17" fmla="*/ 89 h 90"/>
                  <a:gd name="T18" fmla="*/ 2 w 80"/>
                  <a:gd name="T19" fmla="*/ 86 h 90"/>
                  <a:gd name="T20" fmla="*/ 8 w 80"/>
                  <a:gd name="T21" fmla="*/ 74 h 90"/>
                  <a:gd name="T22" fmla="*/ 34 w 80"/>
                  <a:gd name="T23" fmla="*/ 40 h 90"/>
                  <a:gd name="T24" fmla="*/ 49 w 80"/>
                  <a:gd name="T25" fmla="*/ 22 h 90"/>
                  <a:gd name="T26" fmla="*/ 64 w 80"/>
                  <a:gd name="T27" fmla="*/ 9 h 90"/>
                  <a:gd name="T28" fmla="*/ 75 w 80"/>
                  <a:gd name="T29" fmla="*/ 2 h 90"/>
                  <a:gd name="T30" fmla="*/ 78 w 80"/>
                  <a:gd name="T31" fmla="*/ 0 h 90"/>
                  <a:gd name="T32" fmla="*/ 80 w 80"/>
                  <a:gd name="T3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90">
                    <a:moveTo>
                      <a:pt x="80" y="0"/>
                    </a:moveTo>
                    <a:cubicBezTo>
                      <a:pt x="80" y="0"/>
                      <a:pt x="78" y="1"/>
                      <a:pt x="75" y="2"/>
                    </a:cubicBezTo>
                    <a:cubicBezTo>
                      <a:pt x="73" y="4"/>
                      <a:pt x="69" y="6"/>
                      <a:pt x="65" y="9"/>
                    </a:cubicBezTo>
                    <a:cubicBezTo>
                      <a:pt x="60" y="13"/>
                      <a:pt x="55" y="17"/>
                      <a:pt x="50" y="22"/>
                    </a:cubicBezTo>
                    <a:cubicBezTo>
                      <a:pt x="45" y="28"/>
                      <a:pt x="40" y="34"/>
                      <a:pt x="35" y="40"/>
                    </a:cubicBezTo>
                    <a:cubicBezTo>
                      <a:pt x="24" y="54"/>
                      <a:pt x="15" y="65"/>
                      <a:pt x="9" y="75"/>
                    </a:cubicBezTo>
                    <a:cubicBezTo>
                      <a:pt x="6" y="79"/>
                      <a:pt x="3" y="83"/>
                      <a:pt x="2" y="86"/>
                    </a:cubicBezTo>
                    <a:cubicBezTo>
                      <a:pt x="1" y="89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89"/>
                    </a:cubicBezTo>
                    <a:cubicBezTo>
                      <a:pt x="0" y="88"/>
                      <a:pt x="1" y="87"/>
                      <a:pt x="2" y="86"/>
                    </a:cubicBezTo>
                    <a:cubicBezTo>
                      <a:pt x="3" y="83"/>
                      <a:pt x="5" y="79"/>
                      <a:pt x="8" y="74"/>
                    </a:cubicBezTo>
                    <a:cubicBezTo>
                      <a:pt x="13" y="65"/>
                      <a:pt x="23" y="53"/>
                      <a:pt x="34" y="40"/>
                    </a:cubicBezTo>
                    <a:cubicBezTo>
                      <a:pt x="39" y="33"/>
                      <a:pt x="44" y="27"/>
                      <a:pt x="49" y="22"/>
                    </a:cubicBezTo>
                    <a:cubicBezTo>
                      <a:pt x="54" y="16"/>
                      <a:pt x="59" y="12"/>
                      <a:pt x="64" y="9"/>
                    </a:cubicBezTo>
                    <a:cubicBezTo>
                      <a:pt x="68" y="5"/>
                      <a:pt x="72" y="3"/>
                      <a:pt x="75" y="2"/>
                    </a:cubicBezTo>
                    <a:cubicBezTo>
                      <a:pt x="77" y="1"/>
                      <a:pt x="78" y="1"/>
                      <a:pt x="78" y="0"/>
                    </a:cubicBezTo>
                    <a:cubicBezTo>
                      <a:pt x="79" y="0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Freeform 48">
                <a:extLst>
                  <a:ext uri="{FF2B5EF4-FFF2-40B4-BE49-F238E27FC236}">
                    <a16:creationId xmlns:a16="http://schemas.microsoft.com/office/drawing/2014/main" id="{60A7FD92-61DF-40B7-AE4F-EFD9A9F7A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3611"/>
                <a:ext cx="128" cy="51"/>
              </a:xfrm>
              <a:custGeom>
                <a:avLst/>
                <a:gdLst>
                  <a:gd name="T0" fmla="*/ 55 w 55"/>
                  <a:gd name="T1" fmla="*/ 0 h 22"/>
                  <a:gd name="T2" fmla="*/ 46 w 55"/>
                  <a:gd name="T3" fmla="*/ 2 h 22"/>
                  <a:gd name="T4" fmla="*/ 25 w 55"/>
                  <a:gd name="T5" fmla="*/ 6 h 22"/>
                  <a:gd name="T6" fmla="*/ 7 w 55"/>
                  <a:gd name="T7" fmla="*/ 16 h 22"/>
                  <a:gd name="T8" fmla="*/ 0 w 55"/>
                  <a:gd name="T9" fmla="*/ 21 h 22"/>
                  <a:gd name="T10" fmla="*/ 1 w 55"/>
                  <a:gd name="T11" fmla="*/ 19 h 22"/>
                  <a:gd name="T12" fmla="*/ 6 w 55"/>
                  <a:gd name="T13" fmla="*/ 15 h 22"/>
                  <a:gd name="T14" fmla="*/ 25 w 55"/>
                  <a:gd name="T15" fmla="*/ 4 h 22"/>
                  <a:gd name="T16" fmla="*/ 46 w 55"/>
                  <a:gd name="T17" fmla="*/ 0 h 22"/>
                  <a:gd name="T18" fmla="*/ 55 w 55"/>
                  <a:gd name="T1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22">
                    <a:moveTo>
                      <a:pt x="55" y="0"/>
                    </a:moveTo>
                    <a:cubicBezTo>
                      <a:pt x="55" y="0"/>
                      <a:pt x="52" y="1"/>
                      <a:pt x="46" y="2"/>
                    </a:cubicBezTo>
                    <a:cubicBezTo>
                      <a:pt x="41" y="2"/>
                      <a:pt x="33" y="3"/>
                      <a:pt x="25" y="6"/>
                    </a:cubicBezTo>
                    <a:cubicBezTo>
                      <a:pt x="17" y="8"/>
                      <a:pt x="11" y="12"/>
                      <a:pt x="7" y="16"/>
                    </a:cubicBezTo>
                    <a:cubicBezTo>
                      <a:pt x="2" y="19"/>
                      <a:pt x="0" y="22"/>
                      <a:pt x="0" y="21"/>
                    </a:cubicBezTo>
                    <a:cubicBezTo>
                      <a:pt x="0" y="21"/>
                      <a:pt x="0" y="21"/>
                      <a:pt x="1" y="19"/>
                    </a:cubicBezTo>
                    <a:cubicBezTo>
                      <a:pt x="2" y="18"/>
                      <a:pt x="4" y="17"/>
                      <a:pt x="6" y="15"/>
                    </a:cubicBezTo>
                    <a:cubicBezTo>
                      <a:pt x="10" y="11"/>
                      <a:pt x="17" y="7"/>
                      <a:pt x="25" y="4"/>
                    </a:cubicBezTo>
                    <a:cubicBezTo>
                      <a:pt x="33" y="2"/>
                      <a:pt x="41" y="1"/>
                      <a:pt x="46" y="0"/>
                    </a:cubicBezTo>
                    <a:cubicBezTo>
                      <a:pt x="52" y="0"/>
                      <a:pt x="55" y="0"/>
                      <a:pt x="5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Freeform 49">
                <a:extLst>
                  <a:ext uri="{FF2B5EF4-FFF2-40B4-BE49-F238E27FC236}">
                    <a16:creationId xmlns:a16="http://schemas.microsoft.com/office/drawing/2014/main" id="{BEB5A3E4-B835-4879-B277-659380A30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3583"/>
                <a:ext cx="26" cy="70"/>
              </a:xfrm>
              <a:custGeom>
                <a:avLst/>
                <a:gdLst>
                  <a:gd name="T0" fmla="*/ 1 w 11"/>
                  <a:gd name="T1" fmla="*/ 30 h 30"/>
                  <a:gd name="T2" fmla="*/ 7 w 11"/>
                  <a:gd name="T3" fmla="*/ 16 h 30"/>
                  <a:gd name="T4" fmla="*/ 11 w 11"/>
                  <a:gd name="T5" fmla="*/ 0 h 30"/>
                  <a:gd name="T6" fmla="*/ 11 w 11"/>
                  <a:gd name="T7" fmla="*/ 5 h 30"/>
                  <a:gd name="T8" fmla="*/ 9 w 11"/>
                  <a:gd name="T9" fmla="*/ 16 h 30"/>
                  <a:gd name="T10" fmla="*/ 3 w 11"/>
                  <a:gd name="T11" fmla="*/ 26 h 30"/>
                  <a:gd name="T12" fmla="*/ 1 w 11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0">
                    <a:moveTo>
                      <a:pt x="1" y="30"/>
                    </a:moveTo>
                    <a:cubicBezTo>
                      <a:pt x="0" y="30"/>
                      <a:pt x="4" y="24"/>
                      <a:pt x="7" y="16"/>
                    </a:cubicBezTo>
                    <a:cubicBezTo>
                      <a:pt x="10" y="7"/>
                      <a:pt x="11" y="0"/>
                      <a:pt x="11" y="0"/>
                    </a:cubicBezTo>
                    <a:cubicBezTo>
                      <a:pt x="11" y="0"/>
                      <a:pt x="11" y="2"/>
                      <a:pt x="11" y="5"/>
                    </a:cubicBezTo>
                    <a:cubicBezTo>
                      <a:pt x="11" y="8"/>
                      <a:pt x="10" y="12"/>
                      <a:pt x="9" y="16"/>
                    </a:cubicBezTo>
                    <a:cubicBezTo>
                      <a:pt x="7" y="20"/>
                      <a:pt x="5" y="24"/>
                      <a:pt x="3" y="26"/>
                    </a:cubicBezTo>
                    <a:cubicBezTo>
                      <a:pt x="2" y="29"/>
                      <a:pt x="1" y="30"/>
                      <a:pt x="1" y="3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Freeform 50">
                <a:extLst>
                  <a:ext uri="{FF2B5EF4-FFF2-40B4-BE49-F238E27FC236}">
                    <a16:creationId xmlns:a16="http://schemas.microsoft.com/office/drawing/2014/main" id="{E2DBFF93-0E89-4743-86BE-DDD95EA68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360"/>
                <a:ext cx="247" cy="255"/>
              </a:xfrm>
              <a:custGeom>
                <a:avLst/>
                <a:gdLst>
                  <a:gd name="T0" fmla="*/ 106 w 106"/>
                  <a:gd name="T1" fmla="*/ 0 h 110"/>
                  <a:gd name="T2" fmla="*/ 104 w 106"/>
                  <a:gd name="T3" fmla="*/ 1 h 110"/>
                  <a:gd name="T4" fmla="*/ 100 w 106"/>
                  <a:gd name="T5" fmla="*/ 3 h 110"/>
                  <a:gd name="T6" fmla="*/ 93 w 106"/>
                  <a:gd name="T7" fmla="*/ 6 h 110"/>
                  <a:gd name="T8" fmla="*/ 85 w 106"/>
                  <a:gd name="T9" fmla="*/ 10 h 110"/>
                  <a:gd name="T10" fmla="*/ 80 w 106"/>
                  <a:gd name="T11" fmla="*/ 13 h 110"/>
                  <a:gd name="T12" fmla="*/ 75 w 106"/>
                  <a:gd name="T13" fmla="*/ 16 h 110"/>
                  <a:gd name="T14" fmla="*/ 64 w 106"/>
                  <a:gd name="T15" fmla="*/ 24 h 110"/>
                  <a:gd name="T16" fmla="*/ 41 w 106"/>
                  <a:gd name="T17" fmla="*/ 44 h 110"/>
                  <a:gd name="T18" fmla="*/ 22 w 106"/>
                  <a:gd name="T19" fmla="*/ 68 h 110"/>
                  <a:gd name="T20" fmla="*/ 15 w 106"/>
                  <a:gd name="T21" fmla="*/ 79 h 110"/>
                  <a:gd name="T22" fmla="*/ 12 w 106"/>
                  <a:gd name="T23" fmla="*/ 84 h 110"/>
                  <a:gd name="T24" fmla="*/ 9 w 106"/>
                  <a:gd name="T25" fmla="*/ 89 h 110"/>
                  <a:gd name="T26" fmla="*/ 5 w 106"/>
                  <a:gd name="T27" fmla="*/ 97 h 110"/>
                  <a:gd name="T28" fmla="*/ 2 w 106"/>
                  <a:gd name="T29" fmla="*/ 104 h 110"/>
                  <a:gd name="T30" fmla="*/ 0 w 106"/>
                  <a:gd name="T31" fmla="*/ 108 h 110"/>
                  <a:gd name="T32" fmla="*/ 0 w 106"/>
                  <a:gd name="T33" fmla="*/ 110 h 110"/>
                  <a:gd name="T34" fmla="*/ 0 w 106"/>
                  <a:gd name="T35" fmla="*/ 108 h 110"/>
                  <a:gd name="T36" fmla="*/ 2 w 106"/>
                  <a:gd name="T37" fmla="*/ 104 h 110"/>
                  <a:gd name="T38" fmla="*/ 4 w 106"/>
                  <a:gd name="T39" fmla="*/ 97 h 110"/>
                  <a:gd name="T40" fmla="*/ 8 w 106"/>
                  <a:gd name="T41" fmla="*/ 88 h 110"/>
                  <a:gd name="T42" fmla="*/ 11 w 106"/>
                  <a:gd name="T43" fmla="*/ 83 h 110"/>
                  <a:gd name="T44" fmla="*/ 14 w 106"/>
                  <a:gd name="T45" fmla="*/ 78 h 110"/>
                  <a:gd name="T46" fmla="*/ 21 w 106"/>
                  <a:gd name="T47" fmla="*/ 67 h 110"/>
                  <a:gd name="T48" fmla="*/ 40 w 106"/>
                  <a:gd name="T49" fmla="*/ 43 h 110"/>
                  <a:gd name="T50" fmla="*/ 63 w 106"/>
                  <a:gd name="T51" fmla="*/ 23 h 110"/>
                  <a:gd name="T52" fmla="*/ 74 w 106"/>
                  <a:gd name="T53" fmla="*/ 15 h 110"/>
                  <a:gd name="T54" fmla="*/ 80 w 106"/>
                  <a:gd name="T55" fmla="*/ 12 h 110"/>
                  <a:gd name="T56" fmla="*/ 84 w 106"/>
                  <a:gd name="T57" fmla="*/ 10 h 110"/>
                  <a:gd name="T58" fmla="*/ 93 w 106"/>
                  <a:gd name="T59" fmla="*/ 5 h 110"/>
                  <a:gd name="T60" fmla="*/ 100 w 106"/>
                  <a:gd name="T61" fmla="*/ 2 h 110"/>
                  <a:gd name="T62" fmla="*/ 104 w 106"/>
                  <a:gd name="T63" fmla="*/ 1 h 110"/>
                  <a:gd name="T64" fmla="*/ 106 w 106"/>
                  <a:gd name="T65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6" h="110">
                    <a:moveTo>
                      <a:pt x="106" y="0"/>
                    </a:moveTo>
                    <a:cubicBezTo>
                      <a:pt x="106" y="0"/>
                      <a:pt x="105" y="1"/>
                      <a:pt x="104" y="1"/>
                    </a:cubicBezTo>
                    <a:cubicBezTo>
                      <a:pt x="103" y="2"/>
                      <a:pt x="102" y="2"/>
                      <a:pt x="100" y="3"/>
                    </a:cubicBezTo>
                    <a:cubicBezTo>
                      <a:pt x="98" y="4"/>
                      <a:pt x="96" y="5"/>
                      <a:pt x="93" y="6"/>
                    </a:cubicBezTo>
                    <a:cubicBezTo>
                      <a:pt x="91" y="7"/>
                      <a:pt x="88" y="9"/>
                      <a:pt x="85" y="10"/>
                    </a:cubicBezTo>
                    <a:cubicBezTo>
                      <a:pt x="83" y="11"/>
                      <a:pt x="82" y="12"/>
                      <a:pt x="80" y="13"/>
                    </a:cubicBezTo>
                    <a:cubicBezTo>
                      <a:pt x="78" y="14"/>
                      <a:pt x="77" y="15"/>
                      <a:pt x="75" y="16"/>
                    </a:cubicBezTo>
                    <a:cubicBezTo>
                      <a:pt x="71" y="19"/>
                      <a:pt x="68" y="21"/>
                      <a:pt x="64" y="24"/>
                    </a:cubicBezTo>
                    <a:cubicBezTo>
                      <a:pt x="57" y="30"/>
                      <a:pt x="49" y="36"/>
                      <a:pt x="41" y="44"/>
                    </a:cubicBezTo>
                    <a:cubicBezTo>
                      <a:pt x="34" y="52"/>
                      <a:pt x="27" y="60"/>
                      <a:pt x="22" y="68"/>
                    </a:cubicBezTo>
                    <a:cubicBezTo>
                      <a:pt x="19" y="71"/>
                      <a:pt x="17" y="75"/>
                      <a:pt x="15" y="79"/>
                    </a:cubicBezTo>
                    <a:cubicBezTo>
                      <a:pt x="14" y="81"/>
                      <a:pt x="13" y="82"/>
                      <a:pt x="12" y="84"/>
                    </a:cubicBezTo>
                    <a:cubicBezTo>
                      <a:pt x="11" y="86"/>
                      <a:pt x="10" y="87"/>
                      <a:pt x="9" y="89"/>
                    </a:cubicBezTo>
                    <a:cubicBezTo>
                      <a:pt x="8" y="92"/>
                      <a:pt x="6" y="95"/>
                      <a:pt x="5" y="97"/>
                    </a:cubicBezTo>
                    <a:cubicBezTo>
                      <a:pt x="4" y="100"/>
                      <a:pt x="3" y="102"/>
                      <a:pt x="2" y="104"/>
                    </a:cubicBezTo>
                    <a:cubicBezTo>
                      <a:pt x="2" y="106"/>
                      <a:pt x="1" y="107"/>
                      <a:pt x="0" y="108"/>
                    </a:cubicBezTo>
                    <a:cubicBezTo>
                      <a:pt x="0" y="109"/>
                      <a:pt x="0" y="110"/>
                      <a:pt x="0" y="110"/>
                    </a:cubicBezTo>
                    <a:cubicBezTo>
                      <a:pt x="0" y="110"/>
                      <a:pt x="0" y="109"/>
                      <a:pt x="0" y="108"/>
                    </a:cubicBezTo>
                    <a:cubicBezTo>
                      <a:pt x="1" y="107"/>
                      <a:pt x="1" y="106"/>
                      <a:pt x="2" y="104"/>
                    </a:cubicBezTo>
                    <a:cubicBezTo>
                      <a:pt x="2" y="102"/>
                      <a:pt x="3" y="100"/>
                      <a:pt x="4" y="97"/>
                    </a:cubicBezTo>
                    <a:cubicBezTo>
                      <a:pt x="5" y="95"/>
                      <a:pt x="7" y="92"/>
                      <a:pt x="8" y="88"/>
                    </a:cubicBezTo>
                    <a:cubicBezTo>
                      <a:pt x="9" y="87"/>
                      <a:pt x="10" y="85"/>
                      <a:pt x="11" y="83"/>
                    </a:cubicBezTo>
                    <a:cubicBezTo>
                      <a:pt x="12" y="82"/>
                      <a:pt x="13" y="80"/>
                      <a:pt x="14" y="78"/>
                    </a:cubicBezTo>
                    <a:cubicBezTo>
                      <a:pt x="16" y="74"/>
                      <a:pt x="18" y="71"/>
                      <a:pt x="21" y="67"/>
                    </a:cubicBezTo>
                    <a:cubicBezTo>
                      <a:pt x="26" y="59"/>
                      <a:pt x="33" y="51"/>
                      <a:pt x="40" y="43"/>
                    </a:cubicBezTo>
                    <a:cubicBezTo>
                      <a:pt x="48" y="35"/>
                      <a:pt x="56" y="29"/>
                      <a:pt x="63" y="23"/>
                    </a:cubicBezTo>
                    <a:cubicBezTo>
                      <a:pt x="67" y="20"/>
                      <a:pt x="71" y="18"/>
                      <a:pt x="74" y="15"/>
                    </a:cubicBezTo>
                    <a:cubicBezTo>
                      <a:pt x="76" y="14"/>
                      <a:pt x="78" y="13"/>
                      <a:pt x="80" y="12"/>
                    </a:cubicBezTo>
                    <a:cubicBezTo>
                      <a:pt x="81" y="11"/>
                      <a:pt x="83" y="10"/>
                      <a:pt x="84" y="10"/>
                    </a:cubicBezTo>
                    <a:cubicBezTo>
                      <a:pt x="88" y="8"/>
                      <a:pt x="91" y="7"/>
                      <a:pt x="93" y="5"/>
                    </a:cubicBezTo>
                    <a:cubicBezTo>
                      <a:pt x="96" y="4"/>
                      <a:pt x="98" y="3"/>
                      <a:pt x="100" y="2"/>
                    </a:cubicBezTo>
                    <a:cubicBezTo>
                      <a:pt x="101" y="2"/>
                      <a:pt x="103" y="1"/>
                      <a:pt x="104" y="1"/>
                    </a:cubicBezTo>
                    <a:cubicBezTo>
                      <a:pt x="105" y="0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51">
                <a:extLst>
                  <a:ext uri="{FF2B5EF4-FFF2-40B4-BE49-F238E27FC236}">
                    <a16:creationId xmlns:a16="http://schemas.microsoft.com/office/drawing/2014/main" id="{36656DB9-5108-4F6C-9CF9-E3DA2ABE6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3434"/>
                <a:ext cx="88" cy="26"/>
              </a:xfrm>
              <a:custGeom>
                <a:avLst/>
                <a:gdLst>
                  <a:gd name="T0" fmla="*/ 0 w 38"/>
                  <a:gd name="T1" fmla="*/ 11 h 11"/>
                  <a:gd name="T2" fmla="*/ 4 w 38"/>
                  <a:gd name="T3" fmla="*/ 6 h 11"/>
                  <a:gd name="T4" fmla="*/ 18 w 38"/>
                  <a:gd name="T5" fmla="*/ 0 h 11"/>
                  <a:gd name="T6" fmla="*/ 33 w 38"/>
                  <a:gd name="T7" fmla="*/ 3 h 11"/>
                  <a:gd name="T8" fmla="*/ 38 w 38"/>
                  <a:gd name="T9" fmla="*/ 6 h 11"/>
                  <a:gd name="T10" fmla="*/ 32 w 38"/>
                  <a:gd name="T11" fmla="*/ 4 h 11"/>
                  <a:gd name="T12" fmla="*/ 18 w 38"/>
                  <a:gd name="T13" fmla="*/ 2 h 11"/>
                  <a:gd name="T14" fmla="*/ 4 w 38"/>
                  <a:gd name="T15" fmla="*/ 6 h 11"/>
                  <a:gd name="T16" fmla="*/ 0 w 38"/>
                  <a:gd name="T1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11">
                    <a:moveTo>
                      <a:pt x="0" y="11"/>
                    </a:moveTo>
                    <a:cubicBezTo>
                      <a:pt x="0" y="11"/>
                      <a:pt x="1" y="8"/>
                      <a:pt x="4" y="6"/>
                    </a:cubicBezTo>
                    <a:cubicBezTo>
                      <a:pt x="7" y="3"/>
                      <a:pt x="12" y="0"/>
                      <a:pt x="18" y="0"/>
                    </a:cubicBezTo>
                    <a:cubicBezTo>
                      <a:pt x="24" y="0"/>
                      <a:pt x="29" y="2"/>
                      <a:pt x="33" y="3"/>
                    </a:cubicBezTo>
                    <a:cubicBezTo>
                      <a:pt x="36" y="4"/>
                      <a:pt x="38" y="6"/>
                      <a:pt x="38" y="6"/>
                    </a:cubicBezTo>
                    <a:cubicBezTo>
                      <a:pt x="38" y="6"/>
                      <a:pt x="36" y="5"/>
                      <a:pt x="32" y="4"/>
                    </a:cubicBezTo>
                    <a:cubicBezTo>
                      <a:pt x="29" y="3"/>
                      <a:pt x="24" y="1"/>
                      <a:pt x="18" y="2"/>
                    </a:cubicBezTo>
                    <a:cubicBezTo>
                      <a:pt x="12" y="2"/>
                      <a:pt x="7" y="4"/>
                      <a:pt x="4" y="6"/>
                    </a:cubicBezTo>
                    <a:cubicBezTo>
                      <a:pt x="2" y="9"/>
                      <a:pt x="1" y="11"/>
                      <a:pt x="0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52">
                <a:extLst>
                  <a:ext uri="{FF2B5EF4-FFF2-40B4-BE49-F238E27FC236}">
                    <a16:creationId xmlns:a16="http://schemas.microsoft.com/office/drawing/2014/main" id="{85AC8F98-0D6B-4625-AA5B-E36D57D8F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3420"/>
                <a:ext cx="16" cy="63"/>
              </a:xfrm>
              <a:custGeom>
                <a:avLst/>
                <a:gdLst>
                  <a:gd name="T0" fmla="*/ 1 w 7"/>
                  <a:gd name="T1" fmla="*/ 26 h 27"/>
                  <a:gd name="T2" fmla="*/ 5 w 7"/>
                  <a:gd name="T3" fmla="*/ 14 h 27"/>
                  <a:gd name="T4" fmla="*/ 4 w 7"/>
                  <a:gd name="T5" fmla="*/ 0 h 27"/>
                  <a:gd name="T6" fmla="*/ 6 w 7"/>
                  <a:gd name="T7" fmla="*/ 4 h 27"/>
                  <a:gd name="T8" fmla="*/ 6 w 7"/>
                  <a:gd name="T9" fmla="*/ 14 h 27"/>
                  <a:gd name="T10" fmla="*/ 3 w 7"/>
                  <a:gd name="T11" fmla="*/ 23 h 27"/>
                  <a:gd name="T12" fmla="*/ 1 w 7"/>
                  <a:gd name="T13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27">
                    <a:moveTo>
                      <a:pt x="1" y="26"/>
                    </a:moveTo>
                    <a:cubicBezTo>
                      <a:pt x="0" y="26"/>
                      <a:pt x="4" y="21"/>
                      <a:pt x="5" y="14"/>
                    </a:cubicBezTo>
                    <a:cubicBezTo>
                      <a:pt x="6" y="6"/>
                      <a:pt x="3" y="0"/>
                      <a:pt x="4" y="0"/>
                    </a:cubicBezTo>
                    <a:cubicBezTo>
                      <a:pt x="4" y="0"/>
                      <a:pt x="5" y="1"/>
                      <a:pt x="6" y="4"/>
                    </a:cubicBezTo>
                    <a:cubicBezTo>
                      <a:pt x="6" y="6"/>
                      <a:pt x="7" y="10"/>
                      <a:pt x="6" y="14"/>
                    </a:cubicBezTo>
                    <a:cubicBezTo>
                      <a:pt x="6" y="18"/>
                      <a:pt x="5" y="21"/>
                      <a:pt x="3" y="23"/>
                    </a:cubicBezTo>
                    <a:cubicBezTo>
                      <a:pt x="2" y="25"/>
                      <a:pt x="1" y="27"/>
                      <a:pt x="1" y="2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Freeform 53">
                <a:extLst>
                  <a:ext uri="{FF2B5EF4-FFF2-40B4-BE49-F238E27FC236}">
                    <a16:creationId xmlns:a16="http://schemas.microsoft.com/office/drawing/2014/main" id="{0A760A07-913C-4C34-B40D-BD5292FE2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788"/>
                <a:ext cx="324" cy="272"/>
              </a:xfrm>
              <a:custGeom>
                <a:avLst/>
                <a:gdLst>
                  <a:gd name="T0" fmla="*/ 0 w 139"/>
                  <a:gd name="T1" fmla="*/ 0 h 117"/>
                  <a:gd name="T2" fmla="*/ 32 w 139"/>
                  <a:gd name="T3" fmla="*/ 117 h 117"/>
                  <a:gd name="T4" fmla="*/ 110 w 139"/>
                  <a:gd name="T5" fmla="*/ 117 h 117"/>
                  <a:gd name="T6" fmla="*/ 139 w 139"/>
                  <a:gd name="T7" fmla="*/ 0 h 117"/>
                  <a:gd name="T8" fmla="*/ 0 w 13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117">
                    <a:moveTo>
                      <a:pt x="0" y="0"/>
                    </a:moveTo>
                    <a:cubicBezTo>
                      <a:pt x="2" y="38"/>
                      <a:pt x="14" y="78"/>
                      <a:pt x="32" y="117"/>
                    </a:cubicBezTo>
                    <a:cubicBezTo>
                      <a:pt x="110" y="117"/>
                      <a:pt x="110" y="117"/>
                      <a:pt x="110" y="117"/>
                    </a:cubicBezTo>
                    <a:cubicBezTo>
                      <a:pt x="127" y="78"/>
                      <a:pt x="138" y="39"/>
                      <a:pt x="13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Oval 54">
                <a:extLst>
                  <a:ext uri="{FF2B5EF4-FFF2-40B4-BE49-F238E27FC236}">
                    <a16:creationId xmlns:a16="http://schemas.microsoft.com/office/drawing/2014/main" id="{53CA7DF5-6C7F-44A4-B4D4-0ACE233F1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3932"/>
                <a:ext cx="268" cy="2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Oval 55">
                <a:extLst>
                  <a:ext uri="{FF2B5EF4-FFF2-40B4-BE49-F238E27FC236}">
                    <a16:creationId xmlns:a16="http://schemas.microsoft.com/office/drawing/2014/main" id="{4F891003-934C-4A20-A3A9-8A50DB59E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9" y="3964"/>
                <a:ext cx="249" cy="3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Oval 56">
                <a:extLst>
                  <a:ext uri="{FF2B5EF4-FFF2-40B4-BE49-F238E27FC236}">
                    <a16:creationId xmlns:a16="http://schemas.microsoft.com/office/drawing/2014/main" id="{B6E49823-A8F2-4BFD-9E45-F9BC8D2DA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2" y="3846"/>
                <a:ext cx="4" cy="83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Oval 57">
                <a:extLst>
                  <a:ext uri="{FF2B5EF4-FFF2-40B4-BE49-F238E27FC236}">
                    <a16:creationId xmlns:a16="http://schemas.microsoft.com/office/drawing/2014/main" id="{0C675DE6-0E24-4EE5-A28D-1F8D10441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846"/>
                <a:ext cx="2" cy="86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Oval 58">
                <a:extLst>
                  <a:ext uri="{FF2B5EF4-FFF2-40B4-BE49-F238E27FC236}">
                    <a16:creationId xmlns:a16="http://schemas.microsoft.com/office/drawing/2014/main" id="{16C47394-D2D1-497D-9C29-ACD4ACC1A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3846"/>
                <a:ext cx="5" cy="88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Oval 59">
                <a:extLst>
                  <a:ext uri="{FF2B5EF4-FFF2-40B4-BE49-F238E27FC236}">
                    <a16:creationId xmlns:a16="http://schemas.microsoft.com/office/drawing/2014/main" id="{5CEF087D-FA6B-4F2C-BF9A-A0372C678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2" y="3843"/>
                <a:ext cx="314" cy="5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60">
                <a:extLst>
                  <a:ext uri="{FF2B5EF4-FFF2-40B4-BE49-F238E27FC236}">
                    <a16:creationId xmlns:a16="http://schemas.microsoft.com/office/drawing/2014/main" id="{DB8858F5-4557-4C7A-9C58-F00D98F88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8" y="3285"/>
                <a:ext cx="28" cy="23"/>
              </a:xfrm>
              <a:custGeom>
                <a:avLst/>
                <a:gdLst>
                  <a:gd name="T0" fmla="*/ 12 w 12"/>
                  <a:gd name="T1" fmla="*/ 9 h 10"/>
                  <a:gd name="T2" fmla="*/ 5 w 12"/>
                  <a:gd name="T3" fmla="*/ 5 h 10"/>
                  <a:gd name="T4" fmla="*/ 0 w 12"/>
                  <a:gd name="T5" fmla="*/ 0 h 10"/>
                  <a:gd name="T6" fmla="*/ 7 w 12"/>
                  <a:gd name="T7" fmla="*/ 4 h 10"/>
                  <a:gd name="T8" fmla="*/ 12 w 12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12" y="9"/>
                    </a:moveTo>
                    <a:cubicBezTo>
                      <a:pt x="11" y="10"/>
                      <a:pt x="9" y="8"/>
                      <a:pt x="5" y="5"/>
                    </a:cubicBezTo>
                    <a:cubicBezTo>
                      <a:pt x="2" y="3"/>
                      <a:pt x="0" y="0"/>
                      <a:pt x="0" y="0"/>
                    </a:cubicBezTo>
                    <a:cubicBezTo>
                      <a:pt x="1" y="0"/>
                      <a:pt x="3" y="1"/>
                      <a:pt x="7" y="4"/>
                    </a:cubicBezTo>
                    <a:cubicBezTo>
                      <a:pt x="10" y="6"/>
                      <a:pt x="12" y="9"/>
                      <a:pt x="12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61">
                <a:extLst>
                  <a:ext uri="{FF2B5EF4-FFF2-40B4-BE49-F238E27FC236}">
                    <a16:creationId xmlns:a16="http://schemas.microsoft.com/office/drawing/2014/main" id="{4F2652B9-9578-4F5B-AFC6-5BB2F055D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3" y="2864"/>
                <a:ext cx="223" cy="807"/>
              </a:xfrm>
              <a:custGeom>
                <a:avLst/>
                <a:gdLst>
                  <a:gd name="T0" fmla="*/ 95 w 96"/>
                  <a:gd name="T1" fmla="*/ 63 h 347"/>
                  <a:gd name="T2" fmla="*/ 92 w 96"/>
                  <a:gd name="T3" fmla="*/ 27 h 347"/>
                  <a:gd name="T4" fmla="*/ 68 w 96"/>
                  <a:gd name="T5" fmla="*/ 3 h 347"/>
                  <a:gd name="T6" fmla="*/ 33 w 96"/>
                  <a:gd name="T7" fmla="*/ 20 h 347"/>
                  <a:gd name="T8" fmla="*/ 21 w 96"/>
                  <a:gd name="T9" fmla="*/ 59 h 347"/>
                  <a:gd name="T10" fmla="*/ 4 w 96"/>
                  <a:gd name="T11" fmla="*/ 339 h 347"/>
                  <a:gd name="T12" fmla="*/ 59 w 96"/>
                  <a:gd name="T13" fmla="*/ 347 h 347"/>
                  <a:gd name="T14" fmla="*/ 95 w 96"/>
                  <a:gd name="T15" fmla="*/ 6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347">
                    <a:moveTo>
                      <a:pt x="95" y="63"/>
                    </a:moveTo>
                    <a:cubicBezTo>
                      <a:pt x="95" y="51"/>
                      <a:pt x="96" y="39"/>
                      <a:pt x="92" y="27"/>
                    </a:cubicBezTo>
                    <a:cubicBezTo>
                      <a:pt x="88" y="16"/>
                      <a:pt x="80" y="6"/>
                      <a:pt x="68" y="3"/>
                    </a:cubicBezTo>
                    <a:cubicBezTo>
                      <a:pt x="55" y="0"/>
                      <a:pt x="41" y="9"/>
                      <a:pt x="33" y="20"/>
                    </a:cubicBezTo>
                    <a:cubicBezTo>
                      <a:pt x="26" y="31"/>
                      <a:pt x="23" y="45"/>
                      <a:pt x="21" y="59"/>
                    </a:cubicBezTo>
                    <a:cubicBezTo>
                      <a:pt x="6" y="151"/>
                      <a:pt x="0" y="245"/>
                      <a:pt x="4" y="339"/>
                    </a:cubicBezTo>
                    <a:cubicBezTo>
                      <a:pt x="59" y="347"/>
                      <a:pt x="59" y="347"/>
                      <a:pt x="59" y="347"/>
                    </a:cubicBezTo>
                    <a:cubicBezTo>
                      <a:pt x="83" y="249"/>
                      <a:pt x="91" y="163"/>
                      <a:pt x="95" y="6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62">
                <a:extLst>
                  <a:ext uri="{FF2B5EF4-FFF2-40B4-BE49-F238E27FC236}">
                    <a16:creationId xmlns:a16="http://schemas.microsoft.com/office/drawing/2014/main" id="{F0BC60D9-51AD-403A-A679-6FC0B066C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9" y="2871"/>
                <a:ext cx="93" cy="796"/>
              </a:xfrm>
              <a:custGeom>
                <a:avLst/>
                <a:gdLst>
                  <a:gd name="T0" fmla="*/ 40 w 40"/>
                  <a:gd name="T1" fmla="*/ 0 h 342"/>
                  <a:gd name="T2" fmla="*/ 40 w 40"/>
                  <a:gd name="T3" fmla="*/ 1 h 342"/>
                  <a:gd name="T4" fmla="*/ 39 w 40"/>
                  <a:gd name="T5" fmla="*/ 3 h 342"/>
                  <a:gd name="T6" fmla="*/ 36 w 40"/>
                  <a:gd name="T7" fmla="*/ 12 h 342"/>
                  <a:gd name="T8" fmla="*/ 33 w 40"/>
                  <a:gd name="T9" fmla="*/ 19 h 342"/>
                  <a:gd name="T10" fmla="*/ 30 w 40"/>
                  <a:gd name="T11" fmla="*/ 28 h 342"/>
                  <a:gd name="T12" fmla="*/ 27 w 40"/>
                  <a:gd name="T13" fmla="*/ 37 h 342"/>
                  <a:gd name="T14" fmla="*/ 24 w 40"/>
                  <a:gd name="T15" fmla="*/ 48 h 342"/>
                  <a:gd name="T16" fmla="*/ 14 w 40"/>
                  <a:gd name="T17" fmla="*/ 102 h 342"/>
                  <a:gd name="T18" fmla="*/ 7 w 40"/>
                  <a:gd name="T19" fmla="*/ 169 h 342"/>
                  <a:gd name="T20" fmla="*/ 3 w 40"/>
                  <a:gd name="T21" fmla="*/ 291 h 342"/>
                  <a:gd name="T22" fmla="*/ 1 w 40"/>
                  <a:gd name="T23" fmla="*/ 328 h 342"/>
                  <a:gd name="T24" fmla="*/ 1 w 40"/>
                  <a:gd name="T25" fmla="*/ 338 h 342"/>
                  <a:gd name="T26" fmla="*/ 0 w 40"/>
                  <a:gd name="T27" fmla="*/ 341 h 342"/>
                  <a:gd name="T28" fmla="*/ 0 w 40"/>
                  <a:gd name="T29" fmla="*/ 342 h 342"/>
                  <a:gd name="T30" fmla="*/ 0 w 40"/>
                  <a:gd name="T31" fmla="*/ 341 h 342"/>
                  <a:gd name="T32" fmla="*/ 0 w 40"/>
                  <a:gd name="T33" fmla="*/ 338 h 342"/>
                  <a:gd name="T34" fmla="*/ 1 w 40"/>
                  <a:gd name="T35" fmla="*/ 328 h 342"/>
                  <a:gd name="T36" fmla="*/ 2 w 40"/>
                  <a:gd name="T37" fmla="*/ 291 h 342"/>
                  <a:gd name="T38" fmla="*/ 6 w 40"/>
                  <a:gd name="T39" fmla="*/ 169 h 342"/>
                  <a:gd name="T40" fmla="*/ 12 w 40"/>
                  <a:gd name="T41" fmla="*/ 101 h 342"/>
                  <a:gd name="T42" fmla="*/ 23 w 40"/>
                  <a:gd name="T43" fmla="*/ 47 h 342"/>
                  <a:gd name="T44" fmla="*/ 26 w 40"/>
                  <a:gd name="T45" fmla="*/ 37 h 342"/>
                  <a:gd name="T46" fmla="*/ 29 w 40"/>
                  <a:gd name="T47" fmla="*/ 27 h 342"/>
                  <a:gd name="T48" fmla="*/ 32 w 40"/>
                  <a:gd name="T49" fmla="*/ 19 h 342"/>
                  <a:gd name="T50" fmla="*/ 35 w 40"/>
                  <a:gd name="T51" fmla="*/ 12 h 342"/>
                  <a:gd name="T52" fmla="*/ 39 w 40"/>
                  <a:gd name="T53" fmla="*/ 3 h 342"/>
                  <a:gd name="T54" fmla="*/ 40 w 40"/>
                  <a:gd name="T55" fmla="*/ 0 h 342"/>
                  <a:gd name="T56" fmla="*/ 40 w 40"/>
                  <a:gd name="T57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0" h="342">
                    <a:moveTo>
                      <a:pt x="40" y="0"/>
                    </a:moveTo>
                    <a:cubicBezTo>
                      <a:pt x="40" y="0"/>
                      <a:pt x="40" y="0"/>
                      <a:pt x="40" y="1"/>
                    </a:cubicBezTo>
                    <a:cubicBezTo>
                      <a:pt x="40" y="1"/>
                      <a:pt x="40" y="2"/>
                      <a:pt x="39" y="3"/>
                    </a:cubicBezTo>
                    <a:cubicBezTo>
                      <a:pt x="38" y="5"/>
                      <a:pt x="37" y="8"/>
                      <a:pt x="36" y="12"/>
                    </a:cubicBezTo>
                    <a:cubicBezTo>
                      <a:pt x="35" y="14"/>
                      <a:pt x="34" y="17"/>
                      <a:pt x="33" y="19"/>
                    </a:cubicBezTo>
                    <a:cubicBezTo>
                      <a:pt x="32" y="22"/>
                      <a:pt x="31" y="25"/>
                      <a:pt x="30" y="28"/>
                    </a:cubicBezTo>
                    <a:cubicBezTo>
                      <a:pt x="29" y="30"/>
                      <a:pt x="28" y="34"/>
                      <a:pt x="27" y="37"/>
                    </a:cubicBezTo>
                    <a:cubicBezTo>
                      <a:pt x="26" y="40"/>
                      <a:pt x="25" y="44"/>
                      <a:pt x="24" y="48"/>
                    </a:cubicBezTo>
                    <a:cubicBezTo>
                      <a:pt x="20" y="63"/>
                      <a:pt x="17" y="81"/>
                      <a:pt x="14" y="102"/>
                    </a:cubicBezTo>
                    <a:cubicBezTo>
                      <a:pt x="11" y="122"/>
                      <a:pt x="9" y="145"/>
                      <a:pt x="7" y="169"/>
                    </a:cubicBezTo>
                    <a:cubicBezTo>
                      <a:pt x="5" y="217"/>
                      <a:pt x="4" y="260"/>
                      <a:pt x="3" y="291"/>
                    </a:cubicBezTo>
                    <a:cubicBezTo>
                      <a:pt x="2" y="307"/>
                      <a:pt x="2" y="320"/>
                      <a:pt x="1" y="328"/>
                    </a:cubicBezTo>
                    <a:cubicBezTo>
                      <a:pt x="1" y="333"/>
                      <a:pt x="1" y="336"/>
                      <a:pt x="1" y="338"/>
                    </a:cubicBezTo>
                    <a:cubicBezTo>
                      <a:pt x="1" y="340"/>
                      <a:pt x="0" y="340"/>
                      <a:pt x="0" y="341"/>
                    </a:cubicBezTo>
                    <a:cubicBezTo>
                      <a:pt x="0" y="342"/>
                      <a:pt x="0" y="342"/>
                      <a:pt x="0" y="342"/>
                    </a:cubicBezTo>
                    <a:cubicBezTo>
                      <a:pt x="0" y="342"/>
                      <a:pt x="0" y="342"/>
                      <a:pt x="0" y="341"/>
                    </a:cubicBezTo>
                    <a:cubicBezTo>
                      <a:pt x="0" y="340"/>
                      <a:pt x="0" y="340"/>
                      <a:pt x="0" y="338"/>
                    </a:cubicBezTo>
                    <a:cubicBezTo>
                      <a:pt x="0" y="336"/>
                      <a:pt x="0" y="333"/>
                      <a:pt x="1" y="328"/>
                    </a:cubicBezTo>
                    <a:cubicBezTo>
                      <a:pt x="1" y="320"/>
                      <a:pt x="1" y="307"/>
                      <a:pt x="2" y="291"/>
                    </a:cubicBezTo>
                    <a:cubicBezTo>
                      <a:pt x="3" y="260"/>
                      <a:pt x="3" y="217"/>
                      <a:pt x="6" y="169"/>
                    </a:cubicBezTo>
                    <a:cubicBezTo>
                      <a:pt x="7" y="145"/>
                      <a:pt x="9" y="122"/>
                      <a:pt x="12" y="101"/>
                    </a:cubicBezTo>
                    <a:cubicBezTo>
                      <a:pt x="15" y="81"/>
                      <a:pt x="19" y="63"/>
                      <a:pt x="23" y="47"/>
                    </a:cubicBezTo>
                    <a:cubicBezTo>
                      <a:pt x="24" y="44"/>
                      <a:pt x="25" y="40"/>
                      <a:pt x="26" y="37"/>
                    </a:cubicBezTo>
                    <a:cubicBezTo>
                      <a:pt x="27" y="33"/>
                      <a:pt x="28" y="30"/>
                      <a:pt x="29" y="27"/>
                    </a:cubicBezTo>
                    <a:cubicBezTo>
                      <a:pt x="30" y="24"/>
                      <a:pt x="31" y="21"/>
                      <a:pt x="32" y="19"/>
                    </a:cubicBezTo>
                    <a:cubicBezTo>
                      <a:pt x="33" y="16"/>
                      <a:pt x="34" y="14"/>
                      <a:pt x="35" y="12"/>
                    </a:cubicBezTo>
                    <a:cubicBezTo>
                      <a:pt x="36" y="8"/>
                      <a:pt x="38" y="5"/>
                      <a:pt x="39" y="3"/>
                    </a:cubicBezTo>
                    <a:cubicBezTo>
                      <a:pt x="39" y="2"/>
                      <a:pt x="40" y="1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63">
                <a:extLst>
                  <a:ext uri="{FF2B5EF4-FFF2-40B4-BE49-F238E27FC236}">
                    <a16:creationId xmlns:a16="http://schemas.microsoft.com/office/drawing/2014/main" id="{997BAA61-C204-4F29-AB66-A138B543F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6" y="2871"/>
                <a:ext cx="58" cy="765"/>
              </a:xfrm>
              <a:custGeom>
                <a:avLst/>
                <a:gdLst>
                  <a:gd name="T0" fmla="*/ 12 w 25"/>
                  <a:gd name="T1" fmla="*/ 0 h 329"/>
                  <a:gd name="T2" fmla="*/ 19 w 25"/>
                  <a:gd name="T3" fmla="*/ 11 h 329"/>
                  <a:gd name="T4" fmla="*/ 24 w 25"/>
                  <a:gd name="T5" fmla="*/ 46 h 329"/>
                  <a:gd name="T6" fmla="*/ 16 w 25"/>
                  <a:gd name="T7" fmla="*/ 164 h 329"/>
                  <a:gd name="T8" fmla="*/ 5 w 25"/>
                  <a:gd name="T9" fmla="*/ 281 h 329"/>
                  <a:gd name="T10" fmla="*/ 1 w 25"/>
                  <a:gd name="T11" fmla="*/ 316 h 329"/>
                  <a:gd name="T12" fmla="*/ 0 w 25"/>
                  <a:gd name="T13" fmla="*/ 326 h 329"/>
                  <a:gd name="T14" fmla="*/ 0 w 25"/>
                  <a:gd name="T15" fmla="*/ 329 h 329"/>
                  <a:gd name="T16" fmla="*/ 0 w 25"/>
                  <a:gd name="T17" fmla="*/ 329 h 329"/>
                  <a:gd name="T18" fmla="*/ 0 w 25"/>
                  <a:gd name="T19" fmla="*/ 328 h 329"/>
                  <a:gd name="T20" fmla="*/ 0 w 25"/>
                  <a:gd name="T21" fmla="*/ 326 h 329"/>
                  <a:gd name="T22" fmla="*/ 1 w 25"/>
                  <a:gd name="T23" fmla="*/ 316 h 329"/>
                  <a:gd name="T24" fmla="*/ 4 w 25"/>
                  <a:gd name="T25" fmla="*/ 281 h 329"/>
                  <a:gd name="T26" fmla="*/ 14 w 25"/>
                  <a:gd name="T27" fmla="*/ 164 h 329"/>
                  <a:gd name="T28" fmla="*/ 23 w 25"/>
                  <a:gd name="T29" fmla="*/ 46 h 329"/>
                  <a:gd name="T30" fmla="*/ 18 w 25"/>
                  <a:gd name="T31" fmla="*/ 11 h 329"/>
                  <a:gd name="T32" fmla="*/ 12 w 25"/>
                  <a:gd name="T33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329">
                    <a:moveTo>
                      <a:pt x="12" y="0"/>
                    </a:moveTo>
                    <a:cubicBezTo>
                      <a:pt x="12" y="0"/>
                      <a:pt x="16" y="3"/>
                      <a:pt x="19" y="11"/>
                    </a:cubicBezTo>
                    <a:cubicBezTo>
                      <a:pt x="22" y="19"/>
                      <a:pt x="25" y="31"/>
                      <a:pt x="24" y="46"/>
                    </a:cubicBezTo>
                    <a:cubicBezTo>
                      <a:pt x="23" y="76"/>
                      <a:pt x="20" y="118"/>
                      <a:pt x="16" y="164"/>
                    </a:cubicBezTo>
                    <a:cubicBezTo>
                      <a:pt x="13" y="210"/>
                      <a:pt x="9" y="251"/>
                      <a:pt x="5" y="281"/>
                    </a:cubicBezTo>
                    <a:cubicBezTo>
                      <a:pt x="4" y="296"/>
                      <a:pt x="2" y="308"/>
                      <a:pt x="1" y="316"/>
                    </a:cubicBezTo>
                    <a:cubicBezTo>
                      <a:pt x="1" y="320"/>
                      <a:pt x="0" y="324"/>
                      <a:pt x="0" y="326"/>
                    </a:cubicBezTo>
                    <a:cubicBezTo>
                      <a:pt x="0" y="327"/>
                      <a:pt x="0" y="328"/>
                      <a:pt x="0" y="329"/>
                    </a:cubicBezTo>
                    <a:cubicBezTo>
                      <a:pt x="0" y="329"/>
                      <a:pt x="0" y="329"/>
                      <a:pt x="0" y="329"/>
                    </a:cubicBezTo>
                    <a:cubicBezTo>
                      <a:pt x="0" y="329"/>
                      <a:pt x="0" y="329"/>
                      <a:pt x="0" y="328"/>
                    </a:cubicBezTo>
                    <a:cubicBezTo>
                      <a:pt x="0" y="328"/>
                      <a:pt x="0" y="327"/>
                      <a:pt x="0" y="326"/>
                    </a:cubicBezTo>
                    <a:cubicBezTo>
                      <a:pt x="0" y="324"/>
                      <a:pt x="0" y="320"/>
                      <a:pt x="1" y="316"/>
                    </a:cubicBezTo>
                    <a:cubicBezTo>
                      <a:pt x="1" y="308"/>
                      <a:pt x="3" y="296"/>
                      <a:pt x="4" y="281"/>
                    </a:cubicBezTo>
                    <a:cubicBezTo>
                      <a:pt x="7" y="251"/>
                      <a:pt x="11" y="209"/>
                      <a:pt x="14" y="164"/>
                    </a:cubicBezTo>
                    <a:cubicBezTo>
                      <a:pt x="18" y="118"/>
                      <a:pt x="21" y="76"/>
                      <a:pt x="23" y="46"/>
                    </a:cubicBezTo>
                    <a:cubicBezTo>
                      <a:pt x="23" y="31"/>
                      <a:pt x="21" y="19"/>
                      <a:pt x="18" y="11"/>
                    </a:cubicBezTo>
                    <a:cubicBezTo>
                      <a:pt x="15" y="3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64">
                <a:extLst>
                  <a:ext uri="{FF2B5EF4-FFF2-40B4-BE49-F238E27FC236}">
                    <a16:creationId xmlns:a16="http://schemas.microsoft.com/office/drawing/2014/main" id="{9740D1B5-A74B-4216-934F-11552ECD0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3180"/>
                <a:ext cx="46" cy="19"/>
              </a:xfrm>
              <a:custGeom>
                <a:avLst/>
                <a:gdLst>
                  <a:gd name="T0" fmla="*/ 20 w 20"/>
                  <a:gd name="T1" fmla="*/ 8 h 8"/>
                  <a:gd name="T2" fmla="*/ 10 w 20"/>
                  <a:gd name="T3" fmla="*/ 5 h 8"/>
                  <a:gd name="T4" fmla="*/ 0 w 20"/>
                  <a:gd name="T5" fmla="*/ 1 h 8"/>
                  <a:gd name="T6" fmla="*/ 10 w 20"/>
                  <a:gd name="T7" fmla="*/ 3 h 8"/>
                  <a:gd name="T8" fmla="*/ 20 w 2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8">
                    <a:moveTo>
                      <a:pt x="20" y="8"/>
                    </a:moveTo>
                    <a:cubicBezTo>
                      <a:pt x="20" y="8"/>
                      <a:pt x="15" y="7"/>
                      <a:pt x="10" y="5"/>
                    </a:cubicBezTo>
                    <a:cubicBezTo>
                      <a:pt x="4" y="3"/>
                      <a:pt x="0" y="1"/>
                      <a:pt x="0" y="1"/>
                    </a:cubicBezTo>
                    <a:cubicBezTo>
                      <a:pt x="0" y="0"/>
                      <a:pt x="5" y="1"/>
                      <a:pt x="10" y="3"/>
                    </a:cubicBezTo>
                    <a:cubicBezTo>
                      <a:pt x="16" y="5"/>
                      <a:pt x="20" y="7"/>
                      <a:pt x="20" y="8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65">
                <a:extLst>
                  <a:ext uri="{FF2B5EF4-FFF2-40B4-BE49-F238E27FC236}">
                    <a16:creationId xmlns:a16="http://schemas.microsoft.com/office/drawing/2014/main" id="{8AC68573-892F-4889-85B8-5D35689BC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0" y="3069"/>
                <a:ext cx="49" cy="23"/>
              </a:xfrm>
              <a:custGeom>
                <a:avLst/>
                <a:gdLst>
                  <a:gd name="T0" fmla="*/ 21 w 21"/>
                  <a:gd name="T1" fmla="*/ 0 h 10"/>
                  <a:gd name="T2" fmla="*/ 11 w 21"/>
                  <a:gd name="T3" fmla="*/ 6 h 10"/>
                  <a:gd name="T4" fmla="*/ 0 w 21"/>
                  <a:gd name="T5" fmla="*/ 9 h 10"/>
                  <a:gd name="T6" fmla="*/ 10 w 21"/>
                  <a:gd name="T7" fmla="*/ 4 h 10"/>
                  <a:gd name="T8" fmla="*/ 21 w 21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0">
                    <a:moveTo>
                      <a:pt x="21" y="0"/>
                    </a:moveTo>
                    <a:cubicBezTo>
                      <a:pt x="21" y="1"/>
                      <a:pt x="17" y="3"/>
                      <a:pt x="11" y="6"/>
                    </a:cubicBezTo>
                    <a:cubicBezTo>
                      <a:pt x="5" y="8"/>
                      <a:pt x="0" y="10"/>
                      <a:pt x="0" y="9"/>
                    </a:cubicBezTo>
                    <a:cubicBezTo>
                      <a:pt x="0" y="9"/>
                      <a:pt x="4" y="6"/>
                      <a:pt x="10" y="4"/>
                    </a:cubicBezTo>
                    <a:cubicBezTo>
                      <a:pt x="16" y="1"/>
                      <a:pt x="20" y="0"/>
                      <a:pt x="2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66">
                <a:extLst>
                  <a:ext uri="{FF2B5EF4-FFF2-40B4-BE49-F238E27FC236}">
                    <a16:creationId xmlns:a16="http://schemas.microsoft.com/office/drawing/2014/main" id="{01D737F7-227B-4AF2-A499-4BEC3F8B8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2" y="2959"/>
                <a:ext cx="37" cy="7"/>
              </a:xfrm>
              <a:custGeom>
                <a:avLst/>
                <a:gdLst>
                  <a:gd name="T0" fmla="*/ 16 w 16"/>
                  <a:gd name="T1" fmla="*/ 2 h 3"/>
                  <a:gd name="T2" fmla="*/ 8 w 16"/>
                  <a:gd name="T3" fmla="*/ 2 h 3"/>
                  <a:gd name="T4" fmla="*/ 0 w 16"/>
                  <a:gd name="T5" fmla="*/ 1 h 3"/>
                  <a:gd name="T6" fmla="*/ 8 w 16"/>
                  <a:gd name="T7" fmla="*/ 0 h 3"/>
                  <a:gd name="T8" fmla="*/ 16 w 16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">
                    <a:moveTo>
                      <a:pt x="16" y="2"/>
                    </a:moveTo>
                    <a:cubicBezTo>
                      <a:pt x="16" y="2"/>
                      <a:pt x="13" y="3"/>
                      <a:pt x="8" y="2"/>
                    </a:cubicBezTo>
                    <a:cubicBezTo>
                      <a:pt x="4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8" y="0"/>
                    </a:cubicBezTo>
                    <a:cubicBezTo>
                      <a:pt x="13" y="1"/>
                      <a:pt x="16" y="1"/>
                      <a:pt x="16" y="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67">
                <a:extLst>
                  <a:ext uri="{FF2B5EF4-FFF2-40B4-BE49-F238E27FC236}">
                    <a16:creationId xmlns:a16="http://schemas.microsoft.com/office/drawing/2014/main" id="{9D78B1CD-6AD1-43A0-89FC-033323A279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8" y="2862"/>
                <a:ext cx="24" cy="35"/>
              </a:xfrm>
              <a:custGeom>
                <a:avLst/>
                <a:gdLst>
                  <a:gd name="T0" fmla="*/ 9 w 10"/>
                  <a:gd name="T1" fmla="*/ 15 h 15"/>
                  <a:gd name="T2" fmla="*/ 4 w 10"/>
                  <a:gd name="T3" fmla="*/ 8 h 15"/>
                  <a:gd name="T4" fmla="*/ 0 w 10"/>
                  <a:gd name="T5" fmla="*/ 1 h 15"/>
                  <a:gd name="T6" fmla="*/ 5 w 10"/>
                  <a:gd name="T7" fmla="*/ 7 h 15"/>
                  <a:gd name="T8" fmla="*/ 9 w 10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9" y="15"/>
                    </a:moveTo>
                    <a:cubicBezTo>
                      <a:pt x="9" y="15"/>
                      <a:pt x="6" y="12"/>
                      <a:pt x="4" y="8"/>
                    </a:cubicBezTo>
                    <a:cubicBezTo>
                      <a:pt x="1" y="4"/>
                      <a:pt x="0" y="1"/>
                      <a:pt x="0" y="1"/>
                    </a:cubicBezTo>
                    <a:cubicBezTo>
                      <a:pt x="0" y="0"/>
                      <a:pt x="3" y="3"/>
                      <a:pt x="5" y="7"/>
                    </a:cubicBezTo>
                    <a:cubicBezTo>
                      <a:pt x="8" y="11"/>
                      <a:pt x="10" y="15"/>
                      <a:pt x="9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68">
                <a:extLst>
                  <a:ext uri="{FF2B5EF4-FFF2-40B4-BE49-F238E27FC236}">
                    <a16:creationId xmlns:a16="http://schemas.microsoft.com/office/drawing/2014/main" id="{1E67F645-0F14-46F4-B80F-DFEF1D2F1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0" y="2957"/>
                <a:ext cx="35" cy="5"/>
              </a:xfrm>
              <a:custGeom>
                <a:avLst/>
                <a:gdLst>
                  <a:gd name="T0" fmla="*/ 15 w 15"/>
                  <a:gd name="T1" fmla="*/ 1 h 2"/>
                  <a:gd name="T2" fmla="*/ 8 w 15"/>
                  <a:gd name="T3" fmla="*/ 2 h 2"/>
                  <a:gd name="T4" fmla="*/ 0 w 15"/>
                  <a:gd name="T5" fmla="*/ 1 h 2"/>
                  <a:gd name="T6" fmla="*/ 8 w 15"/>
                  <a:gd name="T7" fmla="*/ 0 h 2"/>
                  <a:gd name="T8" fmla="*/ 15 w 15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">
                    <a:moveTo>
                      <a:pt x="15" y="1"/>
                    </a:moveTo>
                    <a:cubicBezTo>
                      <a:pt x="15" y="2"/>
                      <a:pt x="12" y="2"/>
                      <a:pt x="8" y="2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0"/>
                      <a:pt x="8" y="0"/>
                    </a:cubicBezTo>
                    <a:cubicBezTo>
                      <a:pt x="12" y="0"/>
                      <a:pt x="15" y="1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69">
                <a:extLst>
                  <a:ext uri="{FF2B5EF4-FFF2-40B4-BE49-F238E27FC236}">
                    <a16:creationId xmlns:a16="http://schemas.microsoft.com/office/drawing/2014/main" id="{617F7AC5-5FC5-4306-98EC-B5BACA0B2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8" y="3071"/>
                <a:ext cx="37" cy="19"/>
              </a:xfrm>
              <a:custGeom>
                <a:avLst/>
                <a:gdLst>
                  <a:gd name="T0" fmla="*/ 16 w 16"/>
                  <a:gd name="T1" fmla="*/ 7 h 8"/>
                  <a:gd name="T2" fmla="*/ 8 w 16"/>
                  <a:gd name="T3" fmla="*/ 5 h 8"/>
                  <a:gd name="T4" fmla="*/ 1 w 16"/>
                  <a:gd name="T5" fmla="*/ 1 h 8"/>
                  <a:gd name="T6" fmla="*/ 9 w 16"/>
                  <a:gd name="T7" fmla="*/ 3 h 8"/>
                  <a:gd name="T8" fmla="*/ 16 w 16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8">
                    <a:moveTo>
                      <a:pt x="16" y="7"/>
                    </a:moveTo>
                    <a:cubicBezTo>
                      <a:pt x="16" y="8"/>
                      <a:pt x="12" y="7"/>
                      <a:pt x="8" y="5"/>
                    </a:cubicBezTo>
                    <a:cubicBezTo>
                      <a:pt x="4" y="3"/>
                      <a:pt x="0" y="1"/>
                      <a:pt x="1" y="1"/>
                    </a:cubicBezTo>
                    <a:cubicBezTo>
                      <a:pt x="1" y="0"/>
                      <a:pt x="4" y="1"/>
                      <a:pt x="9" y="3"/>
                    </a:cubicBezTo>
                    <a:cubicBezTo>
                      <a:pt x="13" y="5"/>
                      <a:pt x="16" y="7"/>
                      <a:pt x="1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70">
                <a:extLst>
                  <a:ext uri="{FF2B5EF4-FFF2-40B4-BE49-F238E27FC236}">
                    <a16:creationId xmlns:a16="http://schemas.microsoft.com/office/drawing/2014/main" id="{85D59B5D-B247-4632-A6C8-327F1D5FC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8" y="3194"/>
                <a:ext cx="34" cy="10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3 h 4"/>
                  <a:gd name="T4" fmla="*/ 0 w 15"/>
                  <a:gd name="T5" fmla="*/ 3 h 4"/>
                  <a:gd name="T6" fmla="*/ 7 w 15"/>
                  <a:gd name="T7" fmla="*/ 1 h 4"/>
                  <a:gd name="T8" fmla="*/ 15 w 1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1"/>
                      <a:pt x="12" y="2"/>
                      <a:pt x="8" y="3"/>
                    </a:cubicBezTo>
                    <a:cubicBezTo>
                      <a:pt x="4" y="4"/>
                      <a:pt x="1" y="4"/>
                      <a:pt x="0" y="3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1" y="0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71">
                <a:extLst>
                  <a:ext uri="{FF2B5EF4-FFF2-40B4-BE49-F238E27FC236}">
                    <a16:creationId xmlns:a16="http://schemas.microsoft.com/office/drawing/2014/main" id="{D6240E31-E2D2-47C7-8863-B55C0AA25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1" y="3369"/>
                <a:ext cx="37" cy="9"/>
              </a:xfrm>
              <a:custGeom>
                <a:avLst/>
                <a:gdLst>
                  <a:gd name="T0" fmla="*/ 15 w 16"/>
                  <a:gd name="T1" fmla="*/ 1 h 4"/>
                  <a:gd name="T2" fmla="*/ 8 w 16"/>
                  <a:gd name="T3" fmla="*/ 3 h 4"/>
                  <a:gd name="T4" fmla="*/ 0 w 16"/>
                  <a:gd name="T5" fmla="*/ 3 h 4"/>
                  <a:gd name="T6" fmla="*/ 8 w 16"/>
                  <a:gd name="T7" fmla="*/ 1 h 4"/>
                  <a:gd name="T8" fmla="*/ 15 w 16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4">
                    <a:moveTo>
                      <a:pt x="15" y="1"/>
                    </a:moveTo>
                    <a:cubicBezTo>
                      <a:pt x="16" y="1"/>
                      <a:pt x="12" y="2"/>
                      <a:pt x="8" y="3"/>
                    </a:cubicBezTo>
                    <a:cubicBezTo>
                      <a:pt x="4" y="4"/>
                      <a:pt x="0" y="4"/>
                      <a:pt x="0" y="3"/>
                    </a:cubicBezTo>
                    <a:cubicBezTo>
                      <a:pt x="0" y="3"/>
                      <a:pt x="4" y="2"/>
                      <a:pt x="8" y="1"/>
                    </a:cubicBezTo>
                    <a:cubicBezTo>
                      <a:pt x="12" y="0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72">
                <a:extLst>
                  <a:ext uri="{FF2B5EF4-FFF2-40B4-BE49-F238E27FC236}">
                    <a16:creationId xmlns:a16="http://schemas.microsoft.com/office/drawing/2014/main" id="{D5E940DC-D372-4789-9628-0EF152BCC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7" y="3467"/>
                <a:ext cx="30" cy="18"/>
              </a:xfrm>
              <a:custGeom>
                <a:avLst/>
                <a:gdLst>
                  <a:gd name="T0" fmla="*/ 13 w 13"/>
                  <a:gd name="T1" fmla="*/ 0 h 8"/>
                  <a:gd name="T2" fmla="*/ 7 w 13"/>
                  <a:gd name="T3" fmla="*/ 5 h 8"/>
                  <a:gd name="T4" fmla="*/ 0 w 13"/>
                  <a:gd name="T5" fmla="*/ 7 h 8"/>
                  <a:gd name="T6" fmla="*/ 6 w 13"/>
                  <a:gd name="T7" fmla="*/ 3 h 8"/>
                  <a:gd name="T8" fmla="*/ 13 w 13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8">
                    <a:moveTo>
                      <a:pt x="13" y="0"/>
                    </a:moveTo>
                    <a:cubicBezTo>
                      <a:pt x="13" y="1"/>
                      <a:pt x="11" y="3"/>
                      <a:pt x="7" y="5"/>
                    </a:cubicBezTo>
                    <a:cubicBezTo>
                      <a:pt x="3" y="7"/>
                      <a:pt x="0" y="8"/>
                      <a:pt x="0" y="7"/>
                    </a:cubicBezTo>
                    <a:cubicBezTo>
                      <a:pt x="0" y="7"/>
                      <a:pt x="3" y="5"/>
                      <a:pt x="6" y="3"/>
                    </a:cubicBezTo>
                    <a:cubicBezTo>
                      <a:pt x="10" y="1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73">
                <a:extLst>
                  <a:ext uri="{FF2B5EF4-FFF2-40B4-BE49-F238E27FC236}">
                    <a16:creationId xmlns:a16="http://schemas.microsoft.com/office/drawing/2014/main" id="{77B8EFBB-F476-4822-889E-E6662663D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5" y="3541"/>
                <a:ext cx="23" cy="37"/>
              </a:xfrm>
              <a:custGeom>
                <a:avLst/>
                <a:gdLst>
                  <a:gd name="T0" fmla="*/ 9 w 10"/>
                  <a:gd name="T1" fmla="*/ 16 h 16"/>
                  <a:gd name="T2" fmla="*/ 4 w 10"/>
                  <a:gd name="T3" fmla="*/ 8 h 16"/>
                  <a:gd name="T4" fmla="*/ 0 w 10"/>
                  <a:gd name="T5" fmla="*/ 0 h 16"/>
                  <a:gd name="T6" fmla="*/ 6 w 10"/>
                  <a:gd name="T7" fmla="*/ 7 h 16"/>
                  <a:gd name="T8" fmla="*/ 9 w 10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9" y="16"/>
                    </a:moveTo>
                    <a:cubicBezTo>
                      <a:pt x="9" y="16"/>
                      <a:pt x="6" y="13"/>
                      <a:pt x="4" y="8"/>
                    </a:cubicBezTo>
                    <a:cubicBezTo>
                      <a:pt x="1" y="4"/>
                      <a:pt x="0" y="0"/>
                      <a:pt x="0" y="0"/>
                    </a:cubicBezTo>
                    <a:cubicBezTo>
                      <a:pt x="1" y="0"/>
                      <a:pt x="3" y="3"/>
                      <a:pt x="6" y="7"/>
                    </a:cubicBezTo>
                    <a:cubicBezTo>
                      <a:pt x="8" y="12"/>
                      <a:pt x="10" y="15"/>
                      <a:pt x="9" y="1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74">
                <a:extLst>
                  <a:ext uri="{FF2B5EF4-FFF2-40B4-BE49-F238E27FC236}">
                    <a16:creationId xmlns:a16="http://schemas.microsoft.com/office/drawing/2014/main" id="{D75BC824-549C-472D-92DB-A1469E5DE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7" y="3394"/>
                <a:ext cx="32" cy="33"/>
              </a:xfrm>
              <a:custGeom>
                <a:avLst/>
                <a:gdLst>
                  <a:gd name="T0" fmla="*/ 14 w 14"/>
                  <a:gd name="T1" fmla="*/ 0 h 14"/>
                  <a:gd name="T2" fmla="*/ 8 w 14"/>
                  <a:gd name="T3" fmla="*/ 7 h 14"/>
                  <a:gd name="T4" fmla="*/ 1 w 14"/>
                  <a:gd name="T5" fmla="*/ 13 h 14"/>
                  <a:gd name="T6" fmla="*/ 7 w 14"/>
                  <a:gd name="T7" fmla="*/ 6 h 14"/>
                  <a:gd name="T8" fmla="*/ 14 w 1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14" y="0"/>
                    </a:moveTo>
                    <a:cubicBezTo>
                      <a:pt x="14" y="0"/>
                      <a:pt x="12" y="4"/>
                      <a:pt x="8" y="7"/>
                    </a:cubicBezTo>
                    <a:cubicBezTo>
                      <a:pt x="4" y="11"/>
                      <a:pt x="1" y="14"/>
                      <a:pt x="1" y="13"/>
                    </a:cubicBezTo>
                    <a:cubicBezTo>
                      <a:pt x="0" y="13"/>
                      <a:pt x="3" y="10"/>
                      <a:pt x="7" y="6"/>
                    </a:cubicBezTo>
                    <a:cubicBezTo>
                      <a:pt x="10" y="2"/>
                      <a:pt x="14" y="0"/>
                      <a:pt x="1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75">
                <a:extLst>
                  <a:ext uri="{FF2B5EF4-FFF2-40B4-BE49-F238E27FC236}">
                    <a16:creationId xmlns:a16="http://schemas.microsoft.com/office/drawing/2014/main" id="{06663BF8-3879-4476-AC51-BA6D9FADC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1" y="3273"/>
                <a:ext cx="24" cy="26"/>
              </a:xfrm>
              <a:custGeom>
                <a:avLst/>
                <a:gdLst>
                  <a:gd name="T0" fmla="*/ 10 w 10"/>
                  <a:gd name="T1" fmla="*/ 11 h 11"/>
                  <a:gd name="T2" fmla="*/ 4 w 10"/>
                  <a:gd name="T3" fmla="*/ 6 h 11"/>
                  <a:gd name="T4" fmla="*/ 0 w 10"/>
                  <a:gd name="T5" fmla="*/ 0 h 11"/>
                  <a:gd name="T6" fmla="*/ 6 w 10"/>
                  <a:gd name="T7" fmla="*/ 5 h 11"/>
                  <a:gd name="T8" fmla="*/ 10 w 10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10" y="11"/>
                    </a:moveTo>
                    <a:cubicBezTo>
                      <a:pt x="10" y="11"/>
                      <a:pt x="7" y="9"/>
                      <a:pt x="4" y="6"/>
                    </a:cubicBezTo>
                    <a:cubicBezTo>
                      <a:pt x="2" y="3"/>
                      <a:pt x="0" y="1"/>
                      <a:pt x="0" y="0"/>
                    </a:cubicBezTo>
                    <a:cubicBezTo>
                      <a:pt x="1" y="0"/>
                      <a:pt x="3" y="2"/>
                      <a:pt x="6" y="5"/>
                    </a:cubicBezTo>
                    <a:cubicBezTo>
                      <a:pt x="8" y="8"/>
                      <a:pt x="10" y="11"/>
                      <a:pt x="10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76">
                <a:extLst>
                  <a:ext uri="{FF2B5EF4-FFF2-40B4-BE49-F238E27FC236}">
                    <a16:creationId xmlns:a16="http://schemas.microsoft.com/office/drawing/2014/main" id="{0AB5A7B7-0352-42BA-B2DB-E78297305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3" y="3176"/>
                <a:ext cx="28" cy="30"/>
              </a:xfrm>
              <a:custGeom>
                <a:avLst/>
                <a:gdLst>
                  <a:gd name="T0" fmla="*/ 12 w 12"/>
                  <a:gd name="T1" fmla="*/ 0 h 13"/>
                  <a:gd name="T2" fmla="*/ 7 w 12"/>
                  <a:gd name="T3" fmla="*/ 7 h 13"/>
                  <a:gd name="T4" fmla="*/ 0 w 12"/>
                  <a:gd name="T5" fmla="*/ 13 h 13"/>
                  <a:gd name="T6" fmla="*/ 5 w 12"/>
                  <a:gd name="T7" fmla="*/ 6 h 13"/>
                  <a:gd name="T8" fmla="*/ 12 w 12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3">
                    <a:moveTo>
                      <a:pt x="12" y="0"/>
                    </a:moveTo>
                    <a:cubicBezTo>
                      <a:pt x="12" y="1"/>
                      <a:pt x="10" y="4"/>
                      <a:pt x="7" y="7"/>
                    </a:cubicBezTo>
                    <a:cubicBezTo>
                      <a:pt x="4" y="11"/>
                      <a:pt x="1" y="13"/>
                      <a:pt x="0" y="13"/>
                    </a:cubicBezTo>
                    <a:cubicBezTo>
                      <a:pt x="0" y="13"/>
                      <a:pt x="2" y="9"/>
                      <a:pt x="5" y="6"/>
                    </a:cubicBezTo>
                    <a:cubicBezTo>
                      <a:pt x="8" y="2"/>
                      <a:pt x="11" y="0"/>
                      <a:pt x="1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77">
                <a:extLst>
                  <a:ext uri="{FF2B5EF4-FFF2-40B4-BE49-F238E27FC236}">
                    <a16:creationId xmlns:a16="http://schemas.microsoft.com/office/drawing/2014/main" id="{3FDD8C5F-0909-440A-8FC3-AEE61E75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0" y="3057"/>
                <a:ext cx="30" cy="30"/>
              </a:xfrm>
              <a:custGeom>
                <a:avLst/>
                <a:gdLst>
                  <a:gd name="T0" fmla="*/ 12 w 13"/>
                  <a:gd name="T1" fmla="*/ 13 h 13"/>
                  <a:gd name="T2" fmla="*/ 6 w 13"/>
                  <a:gd name="T3" fmla="*/ 8 h 13"/>
                  <a:gd name="T4" fmla="*/ 0 w 13"/>
                  <a:gd name="T5" fmla="*/ 1 h 13"/>
                  <a:gd name="T6" fmla="*/ 7 w 13"/>
                  <a:gd name="T7" fmla="*/ 6 h 13"/>
                  <a:gd name="T8" fmla="*/ 12 w 13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2" y="13"/>
                    </a:moveTo>
                    <a:cubicBezTo>
                      <a:pt x="12" y="13"/>
                      <a:pt x="9" y="11"/>
                      <a:pt x="6" y="8"/>
                    </a:cubicBezTo>
                    <a:cubicBezTo>
                      <a:pt x="2" y="4"/>
                      <a:pt x="0" y="1"/>
                      <a:pt x="0" y="1"/>
                    </a:cubicBezTo>
                    <a:cubicBezTo>
                      <a:pt x="0" y="0"/>
                      <a:pt x="3" y="3"/>
                      <a:pt x="7" y="6"/>
                    </a:cubicBezTo>
                    <a:cubicBezTo>
                      <a:pt x="10" y="10"/>
                      <a:pt x="13" y="13"/>
                      <a:pt x="12" y="1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3" name="Freeform 78">
                <a:extLst>
                  <a:ext uri="{FF2B5EF4-FFF2-40B4-BE49-F238E27FC236}">
                    <a16:creationId xmlns:a16="http://schemas.microsoft.com/office/drawing/2014/main" id="{84E82B56-9278-4F62-8485-A3C95CE55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5" y="2966"/>
                <a:ext cx="21" cy="35"/>
              </a:xfrm>
              <a:custGeom>
                <a:avLst/>
                <a:gdLst>
                  <a:gd name="T0" fmla="*/ 9 w 9"/>
                  <a:gd name="T1" fmla="*/ 0 h 15"/>
                  <a:gd name="T2" fmla="*/ 5 w 9"/>
                  <a:gd name="T3" fmla="*/ 8 h 15"/>
                  <a:gd name="T4" fmla="*/ 0 w 9"/>
                  <a:gd name="T5" fmla="*/ 15 h 15"/>
                  <a:gd name="T6" fmla="*/ 4 w 9"/>
                  <a:gd name="T7" fmla="*/ 7 h 15"/>
                  <a:gd name="T8" fmla="*/ 9 w 9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9" y="1"/>
                      <a:pt x="8" y="4"/>
                      <a:pt x="5" y="8"/>
                    </a:cubicBezTo>
                    <a:cubicBezTo>
                      <a:pt x="3" y="12"/>
                      <a:pt x="1" y="15"/>
                      <a:pt x="0" y="15"/>
                    </a:cubicBezTo>
                    <a:cubicBezTo>
                      <a:pt x="0" y="14"/>
                      <a:pt x="1" y="11"/>
                      <a:pt x="4" y="7"/>
                    </a:cubicBezTo>
                    <a:cubicBezTo>
                      <a:pt x="6" y="3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79">
                <a:extLst>
                  <a:ext uri="{FF2B5EF4-FFF2-40B4-BE49-F238E27FC236}">
                    <a16:creationId xmlns:a16="http://schemas.microsoft.com/office/drawing/2014/main" id="{11FA1711-035B-4F17-968A-50053C3B3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0" y="2855"/>
                <a:ext cx="19" cy="35"/>
              </a:xfrm>
              <a:custGeom>
                <a:avLst/>
                <a:gdLst>
                  <a:gd name="T0" fmla="*/ 8 w 8"/>
                  <a:gd name="T1" fmla="*/ 0 h 15"/>
                  <a:gd name="T2" fmla="*/ 5 w 8"/>
                  <a:gd name="T3" fmla="*/ 8 h 15"/>
                  <a:gd name="T4" fmla="*/ 0 w 8"/>
                  <a:gd name="T5" fmla="*/ 15 h 15"/>
                  <a:gd name="T6" fmla="*/ 3 w 8"/>
                  <a:gd name="T7" fmla="*/ 7 h 15"/>
                  <a:gd name="T8" fmla="*/ 8 w 8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5">
                    <a:moveTo>
                      <a:pt x="8" y="0"/>
                    </a:moveTo>
                    <a:cubicBezTo>
                      <a:pt x="8" y="1"/>
                      <a:pt x="7" y="4"/>
                      <a:pt x="5" y="8"/>
                    </a:cubicBezTo>
                    <a:cubicBezTo>
                      <a:pt x="3" y="12"/>
                      <a:pt x="1" y="15"/>
                      <a:pt x="0" y="15"/>
                    </a:cubicBezTo>
                    <a:cubicBezTo>
                      <a:pt x="0" y="15"/>
                      <a:pt x="1" y="11"/>
                      <a:pt x="3" y="7"/>
                    </a:cubicBezTo>
                    <a:cubicBezTo>
                      <a:pt x="5" y="3"/>
                      <a:pt x="7" y="0"/>
                      <a:pt x="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80">
                <a:extLst>
                  <a:ext uri="{FF2B5EF4-FFF2-40B4-BE49-F238E27FC236}">
                    <a16:creationId xmlns:a16="http://schemas.microsoft.com/office/drawing/2014/main" id="{73B8D83E-5F95-45FF-8868-E48818BD4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2906"/>
                <a:ext cx="25" cy="14"/>
              </a:xfrm>
              <a:custGeom>
                <a:avLst/>
                <a:gdLst>
                  <a:gd name="T0" fmla="*/ 11 w 11"/>
                  <a:gd name="T1" fmla="*/ 0 h 6"/>
                  <a:gd name="T2" fmla="*/ 6 w 11"/>
                  <a:gd name="T3" fmla="*/ 4 h 6"/>
                  <a:gd name="T4" fmla="*/ 0 w 11"/>
                  <a:gd name="T5" fmla="*/ 5 h 6"/>
                  <a:gd name="T6" fmla="*/ 5 w 11"/>
                  <a:gd name="T7" fmla="*/ 2 h 6"/>
                  <a:gd name="T8" fmla="*/ 11 w 1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6">
                    <a:moveTo>
                      <a:pt x="11" y="0"/>
                    </a:moveTo>
                    <a:cubicBezTo>
                      <a:pt x="11" y="1"/>
                      <a:pt x="9" y="2"/>
                      <a:pt x="6" y="4"/>
                    </a:cubicBezTo>
                    <a:cubicBezTo>
                      <a:pt x="3" y="5"/>
                      <a:pt x="1" y="6"/>
                      <a:pt x="0" y="5"/>
                    </a:cubicBezTo>
                    <a:cubicBezTo>
                      <a:pt x="0" y="5"/>
                      <a:pt x="2" y="3"/>
                      <a:pt x="5" y="2"/>
                    </a:cubicBezTo>
                    <a:cubicBezTo>
                      <a:pt x="8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81">
                <a:extLst>
                  <a:ext uri="{FF2B5EF4-FFF2-40B4-BE49-F238E27FC236}">
                    <a16:creationId xmlns:a16="http://schemas.microsoft.com/office/drawing/2014/main" id="{DB4979AC-6C38-49C8-9E4B-F1F3F3BD4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0" y="3285"/>
                <a:ext cx="46" cy="23"/>
              </a:xfrm>
              <a:custGeom>
                <a:avLst/>
                <a:gdLst>
                  <a:gd name="T0" fmla="*/ 20 w 20"/>
                  <a:gd name="T1" fmla="*/ 9 h 10"/>
                  <a:gd name="T2" fmla="*/ 10 w 20"/>
                  <a:gd name="T3" fmla="*/ 7 h 10"/>
                  <a:gd name="T4" fmla="*/ 0 w 20"/>
                  <a:gd name="T5" fmla="*/ 1 h 10"/>
                  <a:gd name="T6" fmla="*/ 10 w 20"/>
                  <a:gd name="T7" fmla="*/ 5 h 10"/>
                  <a:gd name="T8" fmla="*/ 20 w 20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0">
                    <a:moveTo>
                      <a:pt x="20" y="9"/>
                    </a:moveTo>
                    <a:cubicBezTo>
                      <a:pt x="20" y="10"/>
                      <a:pt x="15" y="9"/>
                      <a:pt x="10" y="7"/>
                    </a:cubicBezTo>
                    <a:cubicBezTo>
                      <a:pt x="4" y="4"/>
                      <a:pt x="0" y="1"/>
                      <a:pt x="0" y="1"/>
                    </a:cubicBezTo>
                    <a:cubicBezTo>
                      <a:pt x="1" y="0"/>
                      <a:pt x="5" y="2"/>
                      <a:pt x="10" y="5"/>
                    </a:cubicBezTo>
                    <a:cubicBezTo>
                      <a:pt x="16" y="7"/>
                      <a:pt x="20" y="9"/>
                      <a:pt x="20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82">
                <a:extLst>
                  <a:ext uri="{FF2B5EF4-FFF2-40B4-BE49-F238E27FC236}">
                    <a16:creationId xmlns:a16="http://schemas.microsoft.com/office/drawing/2014/main" id="{8D067B08-7284-419B-B82A-8247A22EF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7" y="3390"/>
                <a:ext cx="35" cy="9"/>
              </a:xfrm>
              <a:custGeom>
                <a:avLst/>
                <a:gdLst>
                  <a:gd name="T0" fmla="*/ 15 w 15"/>
                  <a:gd name="T1" fmla="*/ 1 h 4"/>
                  <a:gd name="T2" fmla="*/ 7 w 15"/>
                  <a:gd name="T3" fmla="*/ 3 h 4"/>
                  <a:gd name="T4" fmla="*/ 0 w 15"/>
                  <a:gd name="T5" fmla="*/ 3 h 4"/>
                  <a:gd name="T6" fmla="*/ 7 w 15"/>
                  <a:gd name="T7" fmla="*/ 1 h 4"/>
                  <a:gd name="T8" fmla="*/ 15 w 15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1"/>
                    </a:moveTo>
                    <a:cubicBezTo>
                      <a:pt x="15" y="1"/>
                      <a:pt x="12" y="2"/>
                      <a:pt x="7" y="3"/>
                    </a:cubicBezTo>
                    <a:cubicBezTo>
                      <a:pt x="3" y="4"/>
                      <a:pt x="0" y="4"/>
                      <a:pt x="0" y="3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1" y="0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83">
                <a:extLst>
                  <a:ext uri="{FF2B5EF4-FFF2-40B4-BE49-F238E27FC236}">
                    <a16:creationId xmlns:a16="http://schemas.microsoft.com/office/drawing/2014/main" id="{BFCFF711-3BFE-44F0-9CB1-1ABF63854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1" y="3497"/>
                <a:ext cx="33" cy="39"/>
              </a:xfrm>
              <a:custGeom>
                <a:avLst/>
                <a:gdLst>
                  <a:gd name="T0" fmla="*/ 14 w 14"/>
                  <a:gd name="T1" fmla="*/ 17 h 17"/>
                  <a:gd name="T2" fmla="*/ 5 w 14"/>
                  <a:gd name="T3" fmla="*/ 10 h 17"/>
                  <a:gd name="T4" fmla="*/ 0 w 14"/>
                  <a:gd name="T5" fmla="*/ 0 h 17"/>
                  <a:gd name="T6" fmla="*/ 7 w 14"/>
                  <a:gd name="T7" fmla="*/ 9 h 17"/>
                  <a:gd name="T8" fmla="*/ 14 w 1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14" y="17"/>
                    </a:moveTo>
                    <a:cubicBezTo>
                      <a:pt x="13" y="17"/>
                      <a:pt x="9" y="15"/>
                      <a:pt x="5" y="10"/>
                    </a:cubicBezTo>
                    <a:cubicBezTo>
                      <a:pt x="2" y="5"/>
                      <a:pt x="0" y="0"/>
                      <a:pt x="0" y="0"/>
                    </a:cubicBezTo>
                    <a:cubicBezTo>
                      <a:pt x="1" y="0"/>
                      <a:pt x="3" y="4"/>
                      <a:pt x="7" y="9"/>
                    </a:cubicBezTo>
                    <a:cubicBezTo>
                      <a:pt x="11" y="13"/>
                      <a:pt x="14" y="17"/>
                      <a:pt x="14" y="1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84">
                <a:extLst>
                  <a:ext uri="{FF2B5EF4-FFF2-40B4-BE49-F238E27FC236}">
                    <a16:creationId xmlns:a16="http://schemas.microsoft.com/office/drawing/2014/main" id="{64BAD2CB-4D63-42E1-B3BB-00501BD86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9" y="3581"/>
                <a:ext cx="28" cy="23"/>
              </a:xfrm>
              <a:custGeom>
                <a:avLst/>
                <a:gdLst>
                  <a:gd name="T0" fmla="*/ 0 w 12"/>
                  <a:gd name="T1" fmla="*/ 10 h 10"/>
                  <a:gd name="T2" fmla="*/ 5 w 12"/>
                  <a:gd name="T3" fmla="*/ 4 h 10"/>
                  <a:gd name="T4" fmla="*/ 11 w 12"/>
                  <a:gd name="T5" fmla="*/ 0 h 10"/>
                  <a:gd name="T6" fmla="*/ 6 w 12"/>
                  <a:gd name="T7" fmla="*/ 6 h 10"/>
                  <a:gd name="T8" fmla="*/ 0 w 12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0" y="9"/>
                      <a:pt x="2" y="7"/>
                      <a:pt x="5" y="4"/>
                    </a:cubicBezTo>
                    <a:cubicBezTo>
                      <a:pt x="8" y="1"/>
                      <a:pt x="11" y="0"/>
                      <a:pt x="11" y="0"/>
                    </a:cubicBezTo>
                    <a:cubicBezTo>
                      <a:pt x="12" y="0"/>
                      <a:pt x="9" y="3"/>
                      <a:pt x="6" y="6"/>
                    </a:cubicBezTo>
                    <a:cubicBezTo>
                      <a:pt x="3" y="8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85">
                <a:extLst>
                  <a:ext uri="{FF2B5EF4-FFF2-40B4-BE49-F238E27FC236}">
                    <a16:creationId xmlns:a16="http://schemas.microsoft.com/office/drawing/2014/main" id="{D11E8D22-BC46-4580-B781-FD4829EE0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1" y="3229"/>
                <a:ext cx="158" cy="410"/>
              </a:xfrm>
              <a:custGeom>
                <a:avLst/>
                <a:gdLst>
                  <a:gd name="T0" fmla="*/ 43 w 68"/>
                  <a:gd name="T1" fmla="*/ 24 h 176"/>
                  <a:gd name="T2" fmla="*/ 21 w 68"/>
                  <a:gd name="T3" fmla="*/ 0 h 176"/>
                  <a:gd name="T4" fmla="*/ 5 w 68"/>
                  <a:gd name="T5" fmla="*/ 11 h 176"/>
                  <a:gd name="T6" fmla="*/ 0 w 68"/>
                  <a:gd name="T7" fmla="*/ 31 h 176"/>
                  <a:gd name="T8" fmla="*/ 25 w 68"/>
                  <a:gd name="T9" fmla="*/ 176 h 176"/>
                  <a:gd name="T10" fmla="*/ 68 w 68"/>
                  <a:gd name="T11" fmla="*/ 176 h 176"/>
                  <a:gd name="T12" fmla="*/ 43 w 68"/>
                  <a:gd name="T13" fmla="*/ 24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76">
                    <a:moveTo>
                      <a:pt x="43" y="24"/>
                    </a:moveTo>
                    <a:cubicBezTo>
                      <a:pt x="39" y="13"/>
                      <a:pt x="33" y="0"/>
                      <a:pt x="21" y="0"/>
                    </a:cubicBezTo>
                    <a:cubicBezTo>
                      <a:pt x="14" y="0"/>
                      <a:pt x="8" y="5"/>
                      <a:pt x="5" y="11"/>
                    </a:cubicBezTo>
                    <a:cubicBezTo>
                      <a:pt x="1" y="17"/>
                      <a:pt x="0" y="24"/>
                      <a:pt x="0" y="31"/>
                    </a:cubicBezTo>
                    <a:cubicBezTo>
                      <a:pt x="2" y="77"/>
                      <a:pt x="10" y="129"/>
                      <a:pt x="25" y="176"/>
                    </a:cubicBezTo>
                    <a:cubicBezTo>
                      <a:pt x="68" y="176"/>
                      <a:pt x="68" y="176"/>
                      <a:pt x="68" y="176"/>
                    </a:cubicBezTo>
                    <a:cubicBezTo>
                      <a:pt x="67" y="124"/>
                      <a:pt x="59" y="75"/>
                      <a:pt x="43" y="24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86">
                <a:extLst>
                  <a:ext uri="{FF2B5EF4-FFF2-40B4-BE49-F238E27FC236}">
                    <a16:creationId xmlns:a16="http://schemas.microsoft.com/office/drawing/2014/main" id="{F6B8B850-F8D2-4C64-AE66-A581AE735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7" y="3036"/>
                <a:ext cx="282" cy="633"/>
              </a:xfrm>
              <a:custGeom>
                <a:avLst/>
                <a:gdLst>
                  <a:gd name="T0" fmla="*/ 75 w 121"/>
                  <a:gd name="T1" fmla="*/ 38 h 272"/>
                  <a:gd name="T2" fmla="*/ 31 w 121"/>
                  <a:gd name="T3" fmla="*/ 0 h 272"/>
                  <a:gd name="T4" fmla="*/ 2 w 121"/>
                  <a:gd name="T5" fmla="*/ 40 h 272"/>
                  <a:gd name="T6" fmla="*/ 12 w 121"/>
                  <a:gd name="T7" fmla="*/ 97 h 272"/>
                  <a:gd name="T8" fmla="*/ 68 w 121"/>
                  <a:gd name="T9" fmla="*/ 272 h 272"/>
                  <a:gd name="T10" fmla="*/ 121 w 121"/>
                  <a:gd name="T11" fmla="*/ 266 h 272"/>
                  <a:gd name="T12" fmla="*/ 75 w 121"/>
                  <a:gd name="T13" fmla="*/ 3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1" h="272">
                    <a:moveTo>
                      <a:pt x="75" y="38"/>
                    </a:moveTo>
                    <a:cubicBezTo>
                      <a:pt x="69" y="14"/>
                      <a:pt x="51" y="1"/>
                      <a:pt x="31" y="0"/>
                    </a:cubicBezTo>
                    <a:cubicBezTo>
                      <a:pt x="12" y="3"/>
                      <a:pt x="5" y="22"/>
                      <a:pt x="2" y="40"/>
                    </a:cubicBezTo>
                    <a:cubicBezTo>
                      <a:pt x="0" y="59"/>
                      <a:pt x="6" y="78"/>
                      <a:pt x="12" y="97"/>
                    </a:cubicBezTo>
                    <a:cubicBezTo>
                      <a:pt x="30" y="155"/>
                      <a:pt x="49" y="213"/>
                      <a:pt x="68" y="272"/>
                    </a:cubicBezTo>
                    <a:cubicBezTo>
                      <a:pt x="85" y="270"/>
                      <a:pt x="103" y="268"/>
                      <a:pt x="121" y="266"/>
                    </a:cubicBezTo>
                    <a:cubicBezTo>
                      <a:pt x="104" y="188"/>
                      <a:pt x="94" y="115"/>
                      <a:pt x="75" y="38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87">
                <a:extLst>
                  <a:ext uri="{FF2B5EF4-FFF2-40B4-BE49-F238E27FC236}">
                    <a16:creationId xmlns:a16="http://schemas.microsoft.com/office/drawing/2014/main" id="{A35FE32C-783C-472B-88B9-60031E124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3" y="3229"/>
                <a:ext cx="68" cy="412"/>
              </a:xfrm>
              <a:custGeom>
                <a:avLst/>
                <a:gdLst>
                  <a:gd name="T0" fmla="*/ 7 w 29"/>
                  <a:gd name="T1" fmla="*/ 0 h 177"/>
                  <a:gd name="T2" fmla="*/ 3 w 29"/>
                  <a:gd name="T3" fmla="*/ 6 h 177"/>
                  <a:gd name="T4" fmla="*/ 1 w 29"/>
                  <a:gd name="T5" fmla="*/ 25 h 177"/>
                  <a:gd name="T6" fmla="*/ 5 w 29"/>
                  <a:gd name="T7" fmla="*/ 53 h 177"/>
                  <a:gd name="T8" fmla="*/ 10 w 29"/>
                  <a:gd name="T9" fmla="*/ 88 h 177"/>
                  <a:gd name="T10" fmla="*/ 24 w 29"/>
                  <a:gd name="T11" fmla="*/ 150 h 177"/>
                  <a:gd name="T12" fmla="*/ 28 w 29"/>
                  <a:gd name="T13" fmla="*/ 169 h 177"/>
                  <a:gd name="T14" fmla="*/ 29 w 29"/>
                  <a:gd name="T15" fmla="*/ 175 h 177"/>
                  <a:gd name="T16" fmla="*/ 29 w 29"/>
                  <a:gd name="T17" fmla="*/ 176 h 177"/>
                  <a:gd name="T18" fmla="*/ 28 w 29"/>
                  <a:gd name="T19" fmla="*/ 175 h 177"/>
                  <a:gd name="T20" fmla="*/ 27 w 29"/>
                  <a:gd name="T21" fmla="*/ 170 h 177"/>
                  <a:gd name="T22" fmla="*/ 23 w 29"/>
                  <a:gd name="T23" fmla="*/ 151 h 177"/>
                  <a:gd name="T24" fmla="*/ 8 w 29"/>
                  <a:gd name="T25" fmla="*/ 88 h 177"/>
                  <a:gd name="T26" fmla="*/ 3 w 29"/>
                  <a:gd name="T27" fmla="*/ 54 h 177"/>
                  <a:gd name="T28" fmla="*/ 1 w 29"/>
                  <a:gd name="T29" fmla="*/ 38 h 177"/>
                  <a:gd name="T30" fmla="*/ 0 w 29"/>
                  <a:gd name="T31" fmla="*/ 25 h 177"/>
                  <a:gd name="T32" fmla="*/ 3 w 29"/>
                  <a:gd name="T33" fmla="*/ 6 h 177"/>
                  <a:gd name="T34" fmla="*/ 7 w 29"/>
                  <a:gd name="T35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9" h="177">
                    <a:moveTo>
                      <a:pt x="7" y="0"/>
                    </a:moveTo>
                    <a:cubicBezTo>
                      <a:pt x="7" y="0"/>
                      <a:pt x="5" y="2"/>
                      <a:pt x="3" y="6"/>
                    </a:cubicBezTo>
                    <a:cubicBezTo>
                      <a:pt x="2" y="10"/>
                      <a:pt x="1" y="17"/>
                      <a:pt x="1" y="25"/>
                    </a:cubicBezTo>
                    <a:cubicBezTo>
                      <a:pt x="2" y="33"/>
                      <a:pt x="3" y="43"/>
                      <a:pt x="5" y="53"/>
                    </a:cubicBezTo>
                    <a:cubicBezTo>
                      <a:pt x="6" y="64"/>
                      <a:pt x="8" y="76"/>
                      <a:pt x="10" y="88"/>
                    </a:cubicBezTo>
                    <a:cubicBezTo>
                      <a:pt x="15" y="113"/>
                      <a:pt x="21" y="134"/>
                      <a:pt x="24" y="150"/>
                    </a:cubicBezTo>
                    <a:cubicBezTo>
                      <a:pt x="26" y="158"/>
                      <a:pt x="27" y="165"/>
                      <a:pt x="28" y="169"/>
                    </a:cubicBezTo>
                    <a:cubicBezTo>
                      <a:pt x="28" y="172"/>
                      <a:pt x="29" y="173"/>
                      <a:pt x="29" y="175"/>
                    </a:cubicBezTo>
                    <a:cubicBezTo>
                      <a:pt x="29" y="176"/>
                      <a:pt x="29" y="176"/>
                      <a:pt x="29" y="176"/>
                    </a:cubicBezTo>
                    <a:cubicBezTo>
                      <a:pt x="29" y="177"/>
                      <a:pt x="29" y="176"/>
                      <a:pt x="28" y="175"/>
                    </a:cubicBezTo>
                    <a:cubicBezTo>
                      <a:pt x="28" y="173"/>
                      <a:pt x="28" y="172"/>
                      <a:pt x="27" y="170"/>
                    </a:cubicBezTo>
                    <a:cubicBezTo>
                      <a:pt x="26" y="165"/>
                      <a:pt x="24" y="159"/>
                      <a:pt x="23" y="151"/>
                    </a:cubicBezTo>
                    <a:cubicBezTo>
                      <a:pt x="19" y="135"/>
                      <a:pt x="13" y="113"/>
                      <a:pt x="8" y="88"/>
                    </a:cubicBezTo>
                    <a:cubicBezTo>
                      <a:pt x="6" y="76"/>
                      <a:pt x="4" y="64"/>
                      <a:pt x="3" y="54"/>
                    </a:cubicBezTo>
                    <a:cubicBezTo>
                      <a:pt x="2" y="48"/>
                      <a:pt x="2" y="43"/>
                      <a:pt x="1" y="38"/>
                    </a:cubicBezTo>
                    <a:cubicBezTo>
                      <a:pt x="1" y="34"/>
                      <a:pt x="0" y="29"/>
                      <a:pt x="0" y="25"/>
                    </a:cubicBezTo>
                    <a:cubicBezTo>
                      <a:pt x="0" y="17"/>
                      <a:pt x="1" y="10"/>
                      <a:pt x="3" y="6"/>
                    </a:cubicBezTo>
                    <a:cubicBezTo>
                      <a:pt x="5" y="2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88">
                <a:extLst>
                  <a:ext uri="{FF2B5EF4-FFF2-40B4-BE49-F238E27FC236}">
                    <a16:creationId xmlns:a16="http://schemas.microsoft.com/office/drawing/2014/main" id="{09A5CEA3-DCD0-4C1A-AC8C-CE881C624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" y="3032"/>
                <a:ext cx="142" cy="609"/>
              </a:xfrm>
              <a:custGeom>
                <a:avLst/>
                <a:gdLst>
                  <a:gd name="T0" fmla="*/ 16 w 61"/>
                  <a:gd name="T1" fmla="*/ 0 h 262"/>
                  <a:gd name="T2" fmla="*/ 10 w 61"/>
                  <a:gd name="T3" fmla="*/ 9 h 262"/>
                  <a:gd name="T4" fmla="*/ 2 w 61"/>
                  <a:gd name="T5" fmla="*/ 36 h 262"/>
                  <a:gd name="T6" fmla="*/ 8 w 61"/>
                  <a:gd name="T7" fmla="*/ 79 h 262"/>
                  <a:gd name="T8" fmla="*/ 24 w 61"/>
                  <a:gd name="T9" fmla="*/ 130 h 262"/>
                  <a:gd name="T10" fmla="*/ 51 w 61"/>
                  <a:gd name="T11" fmla="*/ 223 h 262"/>
                  <a:gd name="T12" fmla="*/ 59 w 61"/>
                  <a:gd name="T13" fmla="*/ 252 h 262"/>
                  <a:gd name="T14" fmla="*/ 61 w 61"/>
                  <a:gd name="T15" fmla="*/ 259 h 262"/>
                  <a:gd name="T16" fmla="*/ 61 w 61"/>
                  <a:gd name="T17" fmla="*/ 262 h 262"/>
                  <a:gd name="T18" fmla="*/ 60 w 61"/>
                  <a:gd name="T19" fmla="*/ 260 h 262"/>
                  <a:gd name="T20" fmla="*/ 58 w 61"/>
                  <a:gd name="T21" fmla="*/ 252 h 262"/>
                  <a:gd name="T22" fmla="*/ 49 w 61"/>
                  <a:gd name="T23" fmla="*/ 224 h 262"/>
                  <a:gd name="T24" fmla="*/ 22 w 61"/>
                  <a:gd name="T25" fmla="*/ 131 h 262"/>
                  <a:gd name="T26" fmla="*/ 7 w 61"/>
                  <a:gd name="T27" fmla="*/ 80 h 262"/>
                  <a:gd name="T28" fmla="*/ 1 w 61"/>
                  <a:gd name="T29" fmla="*/ 36 h 262"/>
                  <a:gd name="T30" fmla="*/ 9 w 61"/>
                  <a:gd name="T31" fmla="*/ 8 h 262"/>
                  <a:gd name="T32" fmla="*/ 16 w 61"/>
                  <a:gd name="T33" fmla="*/ 0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1" h="262">
                    <a:moveTo>
                      <a:pt x="16" y="0"/>
                    </a:moveTo>
                    <a:cubicBezTo>
                      <a:pt x="17" y="0"/>
                      <a:pt x="14" y="3"/>
                      <a:pt x="10" y="9"/>
                    </a:cubicBezTo>
                    <a:cubicBezTo>
                      <a:pt x="6" y="15"/>
                      <a:pt x="3" y="24"/>
                      <a:pt x="2" y="36"/>
                    </a:cubicBezTo>
                    <a:cubicBezTo>
                      <a:pt x="1" y="49"/>
                      <a:pt x="4" y="63"/>
                      <a:pt x="8" y="79"/>
                    </a:cubicBezTo>
                    <a:cubicBezTo>
                      <a:pt x="13" y="95"/>
                      <a:pt x="18" y="112"/>
                      <a:pt x="24" y="130"/>
                    </a:cubicBezTo>
                    <a:cubicBezTo>
                      <a:pt x="34" y="167"/>
                      <a:pt x="44" y="199"/>
                      <a:pt x="51" y="223"/>
                    </a:cubicBezTo>
                    <a:cubicBezTo>
                      <a:pt x="54" y="235"/>
                      <a:pt x="57" y="245"/>
                      <a:pt x="59" y="252"/>
                    </a:cubicBezTo>
                    <a:cubicBezTo>
                      <a:pt x="60" y="255"/>
                      <a:pt x="60" y="258"/>
                      <a:pt x="61" y="259"/>
                    </a:cubicBezTo>
                    <a:cubicBezTo>
                      <a:pt x="61" y="261"/>
                      <a:pt x="61" y="262"/>
                      <a:pt x="61" y="262"/>
                    </a:cubicBezTo>
                    <a:cubicBezTo>
                      <a:pt x="61" y="262"/>
                      <a:pt x="61" y="261"/>
                      <a:pt x="60" y="260"/>
                    </a:cubicBezTo>
                    <a:cubicBezTo>
                      <a:pt x="60" y="258"/>
                      <a:pt x="59" y="255"/>
                      <a:pt x="58" y="252"/>
                    </a:cubicBezTo>
                    <a:cubicBezTo>
                      <a:pt x="56" y="245"/>
                      <a:pt x="53" y="236"/>
                      <a:pt x="49" y="224"/>
                    </a:cubicBezTo>
                    <a:cubicBezTo>
                      <a:pt x="42" y="200"/>
                      <a:pt x="33" y="167"/>
                      <a:pt x="22" y="131"/>
                    </a:cubicBezTo>
                    <a:cubicBezTo>
                      <a:pt x="16" y="113"/>
                      <a:pt x="11" y="95"/>
                      <a:pt x="7" y="80"/>
                    </a:cubicBezTo>
                    <a:cubicBezTo>
                      <a:pt x="2" y="64"/>
                      <a:pt x="0" y="49"/>
                      <a:pt x="1" y="36"/>
                    </a:cubicBezTo>
                    <a:cubicBezTo>
                      <a:pt x="1" y="24"/>
                      <a:pt x="6" y="14"/>
                      <a:pt x="9" y="8"/>
                    </a:cubicBezTo>
                    <a:cubicBezTo>
                      <a:pt x="13" y="2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89">
                <a:extLst>
                  <a:ext uri="{FF2B5EF4-FFF2-40B4-BE49-F238E27FC236}">
                    <a16:creationId xmlns:a16="http://schemas.microsoft.com/office/drawing/2014/main" id="{AADD5DB6-E145-4B1F-8E11-7BFD411D4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2" y="3034"/>
                <a:ext cx="189" cy="607"/>
              </a:xfrm>
              <a:custGeom>
                <a:avLst/>
                <a:gdLst>
                  <a:gd name="T0" fmla="*/ 81 w 81"/>
                  <a:gd name="T1" fmla="*/ 261 h 261"/>
                  <a:gd name="T2" fmla="*/ 80 w 81"/>
                  <a:gd name="T3" fmla="*/ 259 h 261"/>
                  <a:gd name="T4" fmla="*/ 77 w 81"/>
                  <a:gd name="T5" fmla="*/ 251 h 261"/>
                  <a:gd name="T6" fmla="*/ 68 w 81"/>
                  <a:gd name="T7" fmla="*/ 223 h 261"/>
                  <a:gd name="T8" fmla="*/ 58 w 81"/>
                  <a:gd name="T9" fmla="*/ 181 h 261"/>
                  <a:gd name="T10" fmla="*/ 48 w 81"/>
                  <a:gd name="T11" fmla="*/ 128 h 261"/>
                  <a:gd name="T12" fmla="*/ 35 w 81"/>
                  <a:gd name="T13" fmla="*/ 76 h 261"/>
                  <a:gd name="T14" fmla="*/ 20 w 81"/>
                  <a:gd name="T15" fmla="*/ 35 h 261"/>
                  <a:gd name="T16" fmla="*/ 6 w 81"/>
                  <a:gd name="T17" fmla="*/ 9 h 261"/>
                  <a:gd name="T18" fmla="*/ 1 w 81"/>
                  <a:gd name="T19" fmla="*/ 3 h 261"/>
                  <a:gd name="T20" fmla="*/ 0 w 81"/>
                  <a:gd name="T21" fmla="*/ 0 h 261"/>
                  <a:gd name="T22" fmla="*/ 2 w 81"/>
                  <a:gd name="T23" fmla="*/ 2 h 261"/>
                  <a:gd name="T24" fmla="*/ 6 w 81"/>
                  <a:gd name="T25" fmla="*/ 9 h 261"/>
                  <a:gd name="T26" fmla="*/ 21 w 81"/>
                  <a:gd name="T27" fmla="*/ 34 h 261"/>
                  <a:gd name="T28" fmla="*/ 37 w 81"/>
                  <a:gd name="T29" fmla="*/ 75 h 261"/>
                  <a:gd name="T30" fmla="*/ 50 w 81"/>
                  <a:gd name="T31" fmla="*/ 127 h 261"/>
                  <a:gd name="T32" fmla="*/ 60 w 81"/>
                  <a:gd name="T33" fmla="*/ 180 h 261"/>
                  <a:gd name="T34" fmla="*/ 69 w 81"/>
                  <a:gd name="T35" fmla="*/ 223 h 261"/>
                  <a:gd name="T36" fmla="*/ 78 w 81"/>
                  <a:gd name="T37" fmla="*/ 251 h 261"/>
                  <a:gd name="T38" fmla="*/ 80 w 81"/>
                  <a:gd name="T39" fmla="*/ 259 h 261"/>
                  <a:gd name="T40" fmla="*/ 81 w 81"/>
                  <a:gd name="T41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1" h="261">
                    <a:moveTo>
                      <a:pt x="81" y="261"/>
                    </a:moveTo>
                    <a:cubicBezTo>
                      <a:pt x="81" y="261"/>
                      <a:pt x="81" y="260"/>
                      <a:pt x="80" y="259"/>
                    </a:cubicBezTo>
                    <a:cubicBezTo>
                      <a:pt x="79" y="257"/>
                      <a:pt x="78" y="255"/>
                      <a:pt x="77" y="251"/>
                    </a:cubicBezTo>
                    <a:cubicBezTo>
                      <a:pt x="74" y="245"/>
                      <a:pt x="71" y="235"/>
                      <a:pt x="68" y="223"/>
                    </a:cubicBezTo>
                    <a:cubicBezTo>
                      <a:pt x="65" y="211"/>
                      <a:pt x="61" y="197"/>
                      <a:pt x="58" y="181"/>
                    </a:cubicBezTo>
                    <a:cubicBezTo>
                      <a:pt x="55" y="164"/>
                      <a:pt x="52" y="147"/>
                      <a:pt x="48" y="128"/>
                    </a:cubicBezTo>
                    <a:cubicBezTo>
                      <a:pt x="44" y="109"/>
                      <a:pt x="40" y="92"/>
                      <a:pt x="35" y="76"/>
                    </a:cubicBezTo>
                    <a:cubicBezTo>
                      <a:pt x="31" y="60"/>
                      <a:pt x="25" y="46"/>
                      <a:pt x="20" y="35"/>
                    </a:cubicBezTo>
                    <a:cubicBezTo>
                      <a:pt x="15" y="24"/>
                      <a:pt x="10" y="15"/>
                      <a:pt x="6" y="9"/>
                    </a:cubicBezTo>
                    <a:cubicBezTo>
                      <a:pt x="4" y="6"/>
                      <a:pt x="2" y="4"/>
                      <a:pt x="1" y="3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3" y="4"/>
                      <a:pt x="4" y="6"/>
                      <a:pt x="6" y="9"/>
                    </a:cubicBezTo>
                    <a:cubicBezTo>
                      <a:pt x="10" y="15"/>
                      <a:pt x="16" y="23"/>
                      <a:pt x="21" y="34"/>
                    </a:cubicBezTo>
                    <a:cubicBezTo>
                      <a:pt x="27" y="46"/>
                      <a:pt x="32" y="59"/>
                      <a:pt x="37" y="75"/>
                    </a:cubicBezTo>
                    <a:cubicBezTo>
                      <a:pt x="42" y="91"/>
                      <a:pt x="46" y="109"/>
                      <a:pt x="50" y="127"/>
                    </a:cubicBezTo>
                    <a:cubicBezTo>
                      <a:pt x="53" y="146"/>
                      <a:pt x="57" y="164"/>
                      <a:pt x="60" y="180"/>
                    </a:cubicBezTo>
                    <a:cubicBezTo>
                      <a:pt x="63" y="196"/>
                      <a:pt x="66" y="211"/>
                      <a:pt x="69" y="223"/>
                    </a:cubicBezTo>
                    <a:cubicBezTo>
                      <a:pt x="72" y="235"/>
                      <a:pt x="75" y="245"/>
                      <a:pt x="78" y="251"/>
                    </a:cubicBezTo>
                    <a:cubicBezTo>
                      <a:pt x="79" y="254"/>
                      <a:pt x="80" y="257"/>
                      <a:pt x="80" y="259"/>
                    </a:cubicBezTo>
                    <a:cubicBezTo>
                      <a:pt x="81" y="260"/>
                      <a:pt x="81" y="261"/>
                      <a:pt x="81" y="26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90">
                <a:extLst>
                  <a:ext uri="{FF2B5EF4-FFF2-40B4-BE49-F238E27FC236}">
                    <a16:creationId xmlns:a16="http://schemas.microsoft.com/office/drawing/2014/main" id="{AC6A621C-F121-4B78-8FE3-18DEE99ED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" y="3239"/>
                <a:ext cx="32" cy="11"/>
              </a:xfrm>
              <a:custGeom>
                <a:avLst/>
                <a:gdLst>
                  <a:gd name="T0" fmla="*/ 14 w 14"/>
                  <a:gd name="T1" fmla="*/ 1 h 5"/>
                  <a:gd name="T2" fmla="*/ 7 w 14"/>
                  <a:gd name="T3" fmla="*/ 3 h 5"/>
                  <a:gd name="T4" fmla="*/ 0 w 14"/>
                  <a:gd name="T5" fmla="*/ 4 h 5"/>
                  <a:gd name="T6" fmla="*/ 7 w 14"/>
                  <a:gd name="T7" fmla="*/ 1 h 5"/>
                  <a:gd name="T8" fmla="*/ 14 w 14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5">
                    <a:moveTo>
                      <a:pt x="14" y="1"/>
                    </a:moveTo>
                    <a:cubicBezTo>
                      <a:pt x="14" y="1"/>
                      <a:pt x="11" y="2"/>
                      <a:pt x="7" y="3"/>
                    </a:cubicBezTo>
                    <a:cubicBezTo>
                      <a:pt x="4" y="4"/>
                      <a:pt x="1" y="5"/>
                      <a:pt x="0" y="4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0" y="1"/>
                      <a:pt x="14" y="0"/>
                      <a:pt x="14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91">
                <a:extLst>
                  <a:ext uri="{FF2B5EF4-FFF2-40B4-BE49-F238E27FC236}">
                    <a16:creationId xmlns:a16="http://schemas.microsoft.com/office/drawing/2014/main" id="{69B13D21-46C1-4E3F-BCEB-0F9BFAB2B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2" y="3152"/>
                <a:ext cx="41" cy="7"/>
              </a:xfrm>
              <a:custGeom>
                <a:avLst/>
                <a:gdLst>
                  <a:gd name="T0" fmla="*/ 18 w 18"/>
                  <a:gd name="T1" fmla="*/ 2 h 3"/>
                  <a:gd name="T2" fmla="*/ 9 w 18"/>
                  <a:gd name="T3" fmla="*/ 3 h 3"/>
                  <a:gd name="T4" fmla="*/ 0 w 18"/>
                  <a:gd name="T5" fmla="*/ 2 h 3"/>
                  <a:gd name="T6" fmla="*/ 9 w 18"/>
                  <a:gd name="T7" fmla="*/ 1 h 3"/>
                  <a:gd name="T8" fmla="*/ 18 w 18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">
                    <a:moveTo>
                      <a:pt x="18" y="2"/>
                    </a:moveTo>
                    <a:cubicBezTo>
                      <a:pt x="18" y="2"/>
                      <a:pt x="14" y="2"/>
                      <a:pt x="9" y="3"/>
                    </a:cubicBezTo>
                    <a:cubicBezTo>
                      <a:pt x="4" y="3"/>
                      <a:pt x="0" y="3"/>
                      <a:pt x="0" y="2"/>
                    </a:cubicBezTo>
                    <a:cubicBezTo>
                      <a:pt x="0" y="2"/>
                      <a:pt x="4" y="1"/>
                      <a:pt x="9" y="1"/>
                    </a:cubicBezTo>
                    <a:cubicBezTo>
                      <a:pt x="14" y="0"/>
                      <a:pt x="18" y="1"/>
                      <a:pt x="18" y="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92">
                <a:extLst>
                  <a:ext uri="{FF2B5EF4-FFF2-40B4-BE49-F238E27FC236}">
                    <a16:creationId xmlns:a16="http://schemas.microsoft.com/office/drawing/2014/main" id="{3E0110D9-9D69-4746-9F7D-5E6ED234C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0" y="3055"/>
                <a:ext cx="27" cy="25"/>
              </a:xfrm>
              <a:custGeom>
                <a:avLst/>
                <a:gdLst>
                  <a:gd name="T0" fmla="*/ 12 w 12"/>
                  <a:gd name="T1" fmla="*/ 11 h 11"/>
                  <a:gd name="T2" fmla="*/ 6 w 12"/>
                  <a:gd name="T3" fmla="*/ 6 h 11"/>
                  <a:gd name="T4" fmla="*/ 0 w 12"/>
                  <a:gd name="T5" fmla="*/ 1 h 11"/>
                  <a:gd name="T6" fmla="*/ 7 w 12"/>
                  <a:gd name="T7" fmla="*/ 5 h 11"/>
                  <a:gd name="T8" fmla="*/ 12 w 1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cubicBezTo>
                      <a:pt x="12" y="11"/>
                      <a:pt x="9" y="9"/>
                      <a:pt x="6" y="6"/>
                    </a:cubicBezTo>
                    <a:cubicBezTo>
                      <a:pt x="2" y="4"/>
                      <a:pt x="0" y="1"/>
                      <a:pt x="0" y="1"/>
                    </a:cubicBezTo>
                    <a:cubicBezTo>
                      <a:pt x="1" y="0"/>
                      <a:pt x="4" y="2"/>
                      <a:pt x="7" y="5"/>
                    </a:cubicBezTo>
                    <a:cubicBezTo>
                      <a:pt x="10" y="8"/>
                      <a:pt x="12" y="10"/>
                      <a:pt x="12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93">
                <a:extLst>
                  <a:ext uri="{FF2B5EF4-FFF2-40B4-BE49-F238E27FC236}">
                    <a16:creationId xmlns:a16="http://schemas.microsoft.com/office/drawing/2014/main" id="{05A2DA65-BDD5-416A-A6F3-BD26E873B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" y="3008"/>
                <a:ext cx="7" cy="28"/>
              </a:xfrm>
              <a:custGeom>
                <a:avLst/>
                <a:gdLst>
                  <a:gd name="T0" fmla="*/ 2 w 3"/>
                  <a:gd name="T1" fmla="*/ 0 h 12"/>
                  <a:gd name="T2" fmla="*/ 3 w 3"/>
                  <a:gd name="T3" fmla="*/ 6 h 12"/>
                  <a:gd name="T4" fmla="*/ 2 w 3"/>
                  <a:gd name="T5" fmla="*/ 12 h 12"/>
                  <a:gd name="T6" fmla="*/ 1 w 3"/>
                  <a:gd name="T7" fmla="*/ 6 h 12"/>
                  <a:gd name="T8" fmla="*/ 2 w 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2">
                    <a:moveTo>
                      <a:pt x="2" y="0"/>
                    </a:moveTo>
                    <a:cubicBezTo>
                      <a:pt x="3" y="0"/>
                      <a:pt x="3" y="3"/>
                      <a:pt x="3" y="6"/>
                    </a:cubicBezTo>
                    <a:cubicBezTo>
                      <a:pt x="2" y="9"/>
                      <a:pt x="2" y="12"/>
                      <a:pt x="2" y="12"/>
                    </a:cubicBezTo>
                    <a:cubicBezTo>
                      <a:pt x="1" y="12"/>
                      <a:pt x="0" y="9"/>
                      <a:pt x="1" y="6"/>
                    </a:cubicBezTo>
                    <a:cubicBezTo>
                      <a:pt x="1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94">
                <a:extLst>
                  <a:ext uri="{FF2B5EF4-FFF2-40B4-BE49-F238E27FC236}">
                    <a16:creationId xmlns:a16="http://schemas.microsoft.com/office/drawing/2014/main" id="{B964E7E5-B4AC-4656-B857-F7C5C52C7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3" y="3041"/>
                <a:ext cx="21" cy="25"/>
              </a:xfrm>
              <a:custGeom>
                <a:avLst/>
                <a:gdLst>
                  <a:gd name="T0" fmla="*/ 8 w 9"/>
                  <a:gd name="T1" fmla="*/ 0 h 11"/>
                  <a:gd name="T2" fmla="*/ 5 w 9"/>
                  <a:gd name="T3" fmla="*/ 6 h 11"/>
                  <a:gd name="T4" fmla="*/ 1 w 9"/>
                  <a:gd name="T5" fmla="*/ 11 h 11"/>
                  <a:gd name="T6" fmla="*/ 4 w 9"/>
                  <a:gd name="T7" fmla="*/ 5 h 11"/>
                  <a:gd name="T8" fmla="*/ 8 w 9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8" y="0"/>
                    </a:moveTo>
                    <a:cubicBezTo>
                      <a:pt x="9" y="1"/>
                      <a:pt x="7" y="3"/>
                      <a:pt x="5" y="6"/>
                    </a:cubicBezTo>
                    <a:cubicBezTo>
                      <a:pt x="3" y="9"/>
                      <a:pt x="1" y="11"/>
                      <a:pt x="1" y="11"/>
                    </a:cubicBezTo>
                    <a:cubicBezTo>
                      <a:pt x="0" y="11"/>
                      <a:pt x="2" y="8"/>
                      <a:pt x="4" y="5"/>
                    </a:cubicBezTo>
                    <a:cubicBezTo>
                      <a:pt x="6" y="2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95">
                <a:extLst>
                  <a:ext uri="{FF2B5EF4-FFF2-40B4-BE49-F238E27FC236}">
                    <a16:creationId xmlns:a16="http://schemas.microsoft.com/office/drawing/2014/main" id="{65EFBAEF-FE0A-4278-9D3B-2F588A414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0" y="3127"/>
                <a:ext cx="33" cy="14"/>
              </a:xfrm>
              <a:custGeom>
                <a:avLst/>
                <a:gdLst>
                  <a:gd name="T0" fmla="*/ 14 w 14"/>
                  <a:gd name="T1" fmla="*/ 1 h 6"/>
                  <a:gd name="T2" fmla="*/ 8 w 14"/>
                  <a:gd name="T3" fmla="*/ 4 h 6"/>
                  <a:gd name="T4" fmla="*/ 1 w 14"/>
                  <a:gd name="T5" fmla="*/ 6 h 6"/>
                  <a:gd name="T6" fmla="*/ 7 w 14"/>
                  <a:gd name="T7" fmla="*/ 2 h 6"/>
                  <a:gd name="T8" fmla="*/ 14 w 14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6">
                    <a:moveTo>
                      <a:pt x="14" y="1"/>
                    </a:moveTo>
                    <a:cubicBezTo>
                      <a:pt x="14" y="1"/>
                      <a:pt x="11" y="3"/>
                      <a:pt x="8" y="4"/>
                    </a:cubicBezTo>
                    <a:cubicBezTo>
                      <a:pt x="4" y="6"/>
                      <a:pt x="1" y="6"/>
                      <a:pt x="1" y="6"/>
                    </a:cubicBezTo>
                    <a:cubicBezTo>
                      <a:pt x="0" y="5"/>
                      <a:pt x="3" y="4"/>
                      <a:pt x="7" y="2"/>
                    </a:cubicBezTo>
                    <a:cubicBezTo>
                      <a:pt x="10" y="1"/>
                      <a:pt x="13" y="0"/>
                      <a:pt x="14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96">
                <a:extLst>
                  <a:ext uri="{FF2B5EF4-FFF2-40B4-BE49-F238E27FC236}">
                    <a16:creationId xmlns:a16="http://schemas.microsoft.com/office/drawing/2014/main" id="{F7A46687-E0C9-460E-AAD1-918EE3439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1" y="3215"/>
                <a:ext cx="42" cy="14"/>
              </a:xfrm>
              <a:custGeom>
                <a:avLst/>
                <a:gdLst>
                  <a:gd name="T0" fmla="*/ 18 w 18"/>
                  <a:gd name="T1" fmla="*/ 1 h 6"/>
                  <a:gd name="T2" fmla="*/ 9 w 18"/>
                  <a:gd name="T3" fmla="*/ 5 h 6"/>
                  <a:gd name="T4" fmla="*/ 0 w 18"/>
                  <a:gd name="T5" fmla="*/ 5 h 6"/>
                  <a:gd name="T6" fmla="*/ 9 w 18"/>
                  <a:gd name="T7" fmla="*/ 3 h 6"/>
                  <a:gd name="T8" fmla="*/ 18 w 18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6">
                    <a:moveTo>
                      <a:pt x="18" y="1"/>
                    </a:moveTo>
                    <a:cubicBezTo>
                      <a:pt x="18" y="1"/>
                      <a:pt x="14" y="4"/>
                      <a:pt x="9" y="5"/>
                    </a:cubicBezTo>
                    <a:cubicBezTo>
                      <a:pt x="4" y="6"/>
                      <a:pt x="0" y="5"/>
                      <a:pt x="0" y="5"/>
                    </a:cubicBezTo>
                    <a:cubicBezTo>
                      <a:pt x="0" y="4"/>
                      <a:pt x="4" y="4"/>
                      <a:pt x="9" y="3"/>
                    </a:cubicBezTo>
                    <a:cubicBezTo>
                      <a:pt x="14" y="2"/>
                      <a:pt x="17" y="0"/>
                      <a:pt x="1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97">
                <a:extLst>
                  <a:ext uri="{FF2B5EF4-FFF2-40B4-BE49-F238E27FC236}">
                    <a16:creationId xmlns:a16="http://schemas.microsoft.com/office/drawing/2014/main" id="{24B7F39E-08C4-42F4-8BB1-3443D5429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1" y="3166"/>
                <a:ext cx="12" cy="26"/>
              </a:xfrm>
              <a:custGeom>
                <a:avLst/>
                <a:gdLst>
                  <a:gd name="T0" fmla="*/ 1 w 5"/>
                  <a:gd name="T1" fmla="*/ 11 h 11"/>
                  <a:gd name="T2" fmla="*/ 2 w 5"/>
                  <a:gd name="T3" fmla="*/ 5 h 11"/>
                  <a:gd name="T4" fmla="*/ 4 w 5"/>
                  <a:gd name="T5" fmla="*/ 0 h 11"/>
                  <a:gd name="T6" fmla="*/ 4 w 5"/>
                  <a:gd name="T7" fmla="*/ 6 h 11"/>
                  <a:gd name="T8" fmla="*/ 1 w 5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1">
                    <a:moveTo>
                      <a:pt x="1" y="11"/>
                    </a:moveTo>
                    <a:cubicBezTo>
                      <a:pt x="0" y="11"/>
                      <a:pt x="1" y="8"/>
                      <a:pt x="2" y="5"/>
                    </a:cubicBezTo>
                    <a:cubicBezTo>
                      <a:pt x="3" y="2"/>
                      <a:pt x="4" y="0"/>
                      <a:pt x="4" y="0"/>
                    </a:cubicBezTo>
                    <a:cubicBezTo>
                      <a:pt x="5" y="0"/>
                      <a:pt x="5" y="3"/>
                      <a:pt x="4" y="6"/>
                    </a:cubicBezTo>
                    <a:cubicBezTo>
                      <a:pt x="3" y="9"/>
                      <a:pt x="1" y="11"/>
                      <a:pt x="1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98">
                <a:extLst>
                  <a:ext uri="{FF2B5EF4-FFF2-40B4-BE49-F238E27FC236}">
                    <a16:creationId xmlns:a16="http://schemas.microsoft.com/office/drawing/2014/main" id="{7701AB32-1A52-41A3-BFFF-9423858D9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2" y="3269"/>
                <a:ext cx="16" cy="35"/>
              </a:xfrm>
              <a:custGeom>
                <a:avLst/>
                <a:gdLst>
                  <a:gd name="T0" fmla="*/ 0 w 7"/>
                  <a:gd name="T1" fmla="*/ 15 h 15"/>
                  <a:gd name="T2" fmla="*/ 3 w 7"/>
                  <a:gd name="T3" fmla="*/ 7 h 15"/>
                  <a:gd name="T4" fmla="*/ 7 w 7"/>
                  <a:gd name="T5" fmla="*/ 0 h 15"/>
                  <a:gd name="T6" fmla="*/ 4 w 7"/>
                  <a:gd name="T7" fmla="*/ 8 h 15"/>
                  <a:gd name="T8" fmla="*/ 0 w 7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5">
                    <a:moveTo>
                      <a:pt x="0" y="15"/>
                    </a:moveTo>
                    <a:cubicBezTo>
                      <a:pt x="0" y="15"/>
                      <a:pt x="1" y="11"/>
                      <a:pt x="3" y="7"/>
                    </a:cubicBezTo>
                    <a:cubicBezTo>
                      <a:pt x="5" y="3"/>
                      <a:pt x="6" y="0"/>
                      <a:pt x="7" y="0"/>
                    </a:cubicBezTo>
                    <a:cubicBezTo>
                      <a:pt x="7" y="0"/>
                      <a:pt x="6" y="4"/>
                      <a:pt x="4" y="8"/>
                    </a:cubicBezTo>
                    <a:cubicBezTo>
                      <a:pt x="3" y="12"/>
                      <a:pt x="1" y="15"/>
                      <a:pt x="0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" name="Freeform 99">
                <a:extLst>
                  <a:ext uri="{FF2B5EF4-FFF2-40B4-BE49-F238E27FC236}">
                    <a16:creationId xmlns:a16="http://schemas.microsoft.com/office/drawing/2014/main" id="{7D7CA1FB-66B5-4D4C-9E14-7A61B5846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" y="3322"/>
                <a:ext cx="35" cy="14"/>
              </a:xfrm>
              <a:custGeom>
                <a:avLst/>
                <a:gdLst>
                  <a:gd name="T0" fmla="*/ 15 w 15"/>
                  <a:gd name="T1" fmla="*/ 5 h 6"/>
                  <a:gd name="T2" fmla="*/ 7 w 15"/>
                  <a:gd name="T3" fmla="*/ 4 h 6"/>
                  <a:gd name="T4" fmla="*/ 0 w 15"/>
                  <a:gd name="T5" fmla="*/ 1 h 6"/>
                  <a:gd name="T6" fmla="*/ 8 w 15"/>
                  <a:gd name="T7" fmla="*/ 2 h 6"/>
                  <a:gd name="T8" fmla="*/ 15 w 15"/>
                  <a:gd name="T9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6">
                    <a:moveTo>
                      <a:pt x="15" y="5"/>
                    </a:moveTo>
                    <a:cubicBezTo>
                      <a:pt x="15" y="6"/>
                      <a:pt x="11" y="5"/>
                      <a:pt x="7" y="4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8" y="2"/>
                    </a:cubicBezTo>
                    <a:cubicBezTo>
                      <a:pt x="12" y="3"/>
                      <a:pt x="15" y="5"/>
                      <a:pt x="15" y="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100">
                <a:extLst>
                  <a:ext uri="{FF2B5EF4-FFF2-40B4-BE49-F238E27FC236}">
                    <a16:creationId xmlns:a16="http://schemas.microsoft.com/office/drawing/2014/main" id="{14C198E1-7B86-4D51-AD6F-8C519311F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5" y="3425"/>
                <a:ext cx="28" cy="21"/>
              </a:xfrm>
              <a:custGeom>
                <a:avLst/>
                <a:gdLst>
                  <a:gd name="T0" fmla="*/ 12 w 12"/>
                  <a:gd name="T1" fmla="*/ 1 h 9"/>
                  <a:gd name="T2" fmla="*/ 7 w 12"/>
                  <a:gd name="T3" fmla="*/ 5 h 9"/>
                  <a:gd name="T4" fmla="*/ 0 w 12"/>
                  <a:gd name="T5" fmla="*/ 9 h 9"/>
                  <a:gd name="T6" fmla="*/ 5 w 12"/>
                  <a:gd name="T7" fmla="*/ 4 h 9"/>
                  <a:gd name="T8" fmla="*/ 12 w 12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1"/>
                    </a:moveTo>
                    <a:cubicBezTo>
                      <a:pt x="12" y="1"/>
                      <a:pt x="10" y="3"/>
                      <a:pt x="7" y="5"/>
                    </a:cubicBezTo>
                    <a:cubicBezTo>
                      <a:pt x="3" y="8"/>
                      <a:pt x="1" y="9"/>
                      <a:pt x="0" y="9"/>
                    </a:cubicBezTo>
                    <a:cubicBezTo>
                      <a:pt x="0" y="8"/>
                      <a:pt x="2" y="6"/>
                      <a:pt x="5" y="4"/>
                    </a:cubicBezTo>
                    <a:cubicBezTo>
                      <a:pt x="9" y="2"/>
                      <a:pt x="11" y="0"/>
                      <a:pt x="12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101">
                <a:extLst>
                  <a:ext uri="{FF2B5EF4-FFF2-40B4-BE49-F238E27FC236}">
                    <a16:creationId xmlns:a16="http://schemas.microsoft.com/office/drawing/2014/main" id="{A85191E9-D809-4A07-B0CC-C8F5B94D3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4" y="3515"/>
                <a:ext cx="30" cy="10"/>
              </a:xfrm>
              <a:custGeom>
                <a:avLst/>
                <a:gdLst>
                  <a:gd name="T0" fmla="*/ 13 w 13"/>
                  <a:gd name="T1" fmla="*/ 1 h 4"/>
                  <a:gd name="T2" fmla="*/ 7 w 13"/>
                  <a:gd name="T3" fmla="*/ 3 h 4"/>
                  <a:gd name="T4" fmla="*/ 0 w 13"/>
                  <a:gd name="T5" fmla="*/ 4 h 4"/>
                  <a:gd name="T6" fmla="*/ 6 w 13"/>
                  <a:gd name="T7" fmla="*/ 1 h 4"/>
                  <a:gd name="T8" fmla="*/ 13 w 13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4">
                    <a:moveTo>
                      <a:pt x="13" y="1"/>
                    </a:moveTo>
                    <a:cubicBezTo>
                      <a:pt x="13" y="1"/>
                      <a:pt x="10" y="2"/>
                      <a:pt x="7" y="3"/>
                    </a:cubicBezTo>
                    <a:cubicBezTo>
                      <a:pt x="3" y="4"/>
                      <a:pt x="0" y="4"/>
                      <a:pt x="0" y="4"/>
                    </a:cubicBezTo>
                    <a:cubicBezTo>
                      <a:pt x="0" y="3"/>
                      <a:pt x="3" y="2"/>
                      <a:pt x="6" y="1"/>
                    </a:cubicBezTo>
                    <a:cubicBezTo>
                      <a:pt x="10" y="0"/>
                      <a:pt x="13" y="0"/>
                      <a:pt x="13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7" name="Freeform 102">
                <a:extLst>
                  <a:ext uri="{FF2B5EF4-FFF2-40B4-BE49-F238E27FC236}">
                    <a16:creationId xmlns:a16="http://schemas.microsoft.com/office/drawing/2014/main" id="{EB950CB1-08EA-4752-85B6-FEE5BF921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5" y="3292"/>
                <a:ext cx="30" cy="14"/>
              </a:xfrm>
              <a:custGeom>
                <a:avLst/>
                <a:gdLst>
                  <a:gd name="T0" fmla="*/ 13 w 13"/>
                  <a:gd name="T1" fmla="*/ 1 h 6"/>
                  <a:gd name="T2" fmla="*/ 7 w 13"/>
                  <a:gd name="T3" fmla="*/ 4 h 6"/>
                  <a:gd name="T4" fmla="*/ 0 w 13"/>
                  <a:gd name="T5" fmla="*/ 5 h 6"/>
                  <a:gd name="T6" fmla="*/ 6 w 13"/>
                  <a:gd name="T7" fmla="*/ 2 h 6"/>
                  <a:gd name="T8" fmla="*/ 13 w 13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6">
                    <a:moveTo>
                      <a:pt x="13" y="1"/>
                    </a:moveTo>
                    <a:cubicBezTo>
                      <a:pt x="13" y="1"/>
                      <a:pt x="11" y="3"/>
                      <a:pt x="7" y="4"/>
                    </a:cubicBezTo>
                    <a:cubicBezTo>
                      <a:pt x="4" y="6"/>
                      <a:pt x="1" y="6"/>
                      <a:pt x="0" y="5"/>
                    </a:cubicBezTo>
                    <a:cubicBezTo>
                      <a:pt x="0" y="5"/>
                      <a:pt x="3" y="4"/>
                      <a:pt x="6" y="2"/>
                    </a:cubicBezTo>
                    <a:cubicBezTo>
                      <a:pt x="10" y="1"/>
                      <a:pt x="12" y="0"/>
                      <a:pt x="13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" name="Freeform 103">
                <a:extLst>
                  <a:ext uri="{FF2B5EF4-FFF2-40B4-BE49-F238E27FC236}">
                    <a16:creationId xmlns:a16="http://schemas.microsoft.com/office/drawing/2014/main" id="{8A377056-31FC-4B47-B464-50774C065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4" y="3420"/>
                <a:ext cx="27" cy="16"/>
              </a:xfrm>
              <a:custGeom>
                <a:avLst/>
                <a:gdLst>
                  <a:gd name="T0" fmla="*/ 12 w 12"/>
                  <a:gd name="T1" fmla="*/ 6 h 7"/>
                  <a:gd name="T2" fmla="*/ 6 w 12"/>
                  <a:gd name="T3" fmla="*/ 4 h 7"/>
                  <a:gd name="T4" fmla="*/ 0 w 12"/>
                  <a:gd name="T5" fmla="*/ 1 h 7"/>
                  <a:gd name="T6" fmla="*/ 7 w 12"/>
                  <a:gd name="T7" fmla="*/ 3 h 7"/>
                  <a:gd name="T8" fmla="*/ 12 w 12"/>
                  <a:gd name="T9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12" y="6"/>
                    </a:moveTo>
                    <a:cubicBezTo>
                      <a:pt x="12" y="7"/>
                      <a:pt x="9" y="6"/>
                      <a:pt x="6" y="4"/>
                    </a:cubicBezTo>
                    <a:cubicBezTo>
                      <a:pt x="2" y="3"/>
                      <a:pt x="0" y="1"/>
                      <a:pt x="0" y="1"/>
                    </a:cubicBezTo>
                    <a:cubicBezTo>
                      <a:pt x="0" y="0"/>
                      <a:pt x="3" y="1"/>
                      <a:pt x="7" y="3"/>
                    </a:cubicBezTo>
                    <a:cubicBezTo>
                      <a:pt x="10" y="4"/>
                      <a:pt x="12" y="6"/>
                      <a:pt x="12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" name="Freeform 104">
                <a:extLst>
                  <a:ext uri="{FF2B5EF4-FFF2-40B4-BE49-F238E27FC236}">
                    <a16:creationId xmlns:a16="http://schemas.microsoft.com/office/drawing/2014/main" id="{2E044B0D-41A4-4A83-B212-33257325B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" y="3520"/>
                <a:ext cx="38" cy="16"/>
              </a:xfrm>
              <a:custGeom>
                <a:avLst/>
                <a:gdLst>
                  <a:gd name="T0" fmla="*/ 16 w 16"/>
                  <a:gd name="T1" fmla="*/ 7 h 7"/>
                  <a:gd name="T2" fmla="*/ 8 w 16"/>
                  <a:gd name="T3" fmla="*/ 5 h 7"/>
                  <a:gd name="T4" fmla="*/ 0 w 16"/>
                  <a:gd name="T5" fmla="*/ 1 h 7"/>
                  <a:gd name="T6" fmla="*/ 8 w 16"/>
                  <a:gd name="T7" fmla="*/ 3 h 7"/>
                  <a:gd name="T8" fmla="*/ 16 w 16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7">
                    <a:moveTo>
                      <a:pt x="16" y="7"/>
                    </a:moveTo>
                    <a:cubicBezTo>
                      <a:pt x="16" y="7"/>
                      <a:pt x="12" y="6"/>
                      <a:pt x="8" y="5"/>
                    </a:cubicBezTo>
                    <a:cubicBezTo>
                      <a:pt x="3" y="3"/>
                      <a:pt x="0" y="1"/>
                      <a:pt x="0" y="1"/>
                    </a:cubicBezTo>
                    <a:cubicBezTo>
                      <a:pt x="0" y="0"/>
                      <a:pt x="4" y="1"/>
                      <a:pt x="8" y="3"/>
                    </a:cubicBezTo>
                    <a:cubicBezTo>
                      <a:pt x="13" y="5"/>
                      <a:pt x="16" y="6"/>
                      <a:pt x="1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105">
                <a:extLst>
                  <a:ext uri="{FF2B5EF4-FFF2-40B4-BE49-F238E27FC236}">
                    <a16:creationId xmlns:a16="http://schemas.microsoft.com/office/drawing/2014/main" id="{18965717-627A-4A2A-A79A-5A2D8405C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3588"/>
                <a:ext cx="35" cy="27"/>
              </a:xfrm>
              <a:custGeom>
                <a:avLst/>
                <a:gdLst>
                  <a:gd name="T0" fmla="*/ 0 w 15"/>
                  <a:gd name="T1" fmla="*/ 12 h 12"/>
                  <a:gd name="T2" fmla="*/ 7 w 15"/>
                  <a:gd name="T3" fmla="*/ 6 h 12"/>
                  <a:gd name="T4" fmla="*/ 15 w 15"/>
                  <a:gd name="T5" fmla="*/ 0 h 12"/>
                  <a:gd name="T6" fmla="*/ 9 w 15"/>
                  <a:gd name="T7" fmla="*/ 8 h 12"/>
                  <a:gd name="T8" fmla="*/ 0 w 15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0" y="12"/>
                    </a:moveTo>
                    <a:cubicBezTo>
                      <a:pt x="0" y="12"/>
                      <a:pt x="3" y="9"/>
                      <a:pt x="7" y="6"/>
                    </a:cubicBezTo>
                    <a:cubicBezTo>
                      <a:pt x="11" y="3"/>
                      <a:pt x="15" y="0"/>
                      <a:pt x="15" y="0"/>
                    </a:cubicBezTo>
                    <a:cubicBezTo>
                      <a:pt x="15" y="1"/>
                      <a:pt x="13" y="4"/>
                      <a:pt x="9" y="8"/>
                    </a:cubicBezTo>
                    <a:cubicBezTo>
                      <a:pt x="4" y="11"/>
                      <a:pt x="0" y="12"/>
                      <a:pt x="0" y="1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106">
                <a:extLst>
                  <a:ext uri="{FF2B5EF4-FFF2-40B4-BE49-F238E27FC236}">
                    <a16:creationId xmlns:a16="http://schemas.microsoft.com/office/drawing/2014/main" id="{EE9BBBBC-D5DD-458F-817A-A99B4BDBB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6" y="3534"/>
                <a:ext cx="14" cy="30"/>
              </a:xfrm>
              <a:custGeom>
                <a:avLst/>
                <a:gdLst>
                  <a:gd name="T0" fmla="*/ 6 w 6"/>
                  <a:gd name="T1" fmla="*/ 13 h 13"/>
                  <a:gd name="T2" fmla="*/ 3 w 6"/>
                  <a:gd name="T3" fmla="*/ 7 h 13"/>
                  <a:gd name="T4" fmla="*/ 1 w 6"/>
                  <a:gd name="T5" fmla="*/ 0 h 13"/>
                  <a:gd name="T6" fmla="*/ 5 w 6"/>
                  <a:gd name="T7" fmla="*/ 6 h 13"/>
                  <a:gd name="T8" fmla="*/ 6 w 6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3">
                    <a:moveTo>
                      <a:pt x="6" y="13"/>
                    </a:moveTo>
                    <a:cubicBezTo>
                      <a:pt x="5" y="13"/>
                      <a:pt x="4" y="10"/>
                      <a:pt x="3" y="7"/>
                    </a:cubicBezTo>
                    <a:cubicBezTo>
                      <a:pt x="2" y="3"/>
                      <a:pt x="0" y="1"/>
                      <a:pt x="1" y="0"/>
                    </a:cubicBezTo>
                    <a:cubicBezTo>
                      <a:pt x="1" y="0"/>
                      <a:pt x="3" y="2"/>
                      <a:pt x="5" y="6"/>
                    </a:cubicBezTo>
                    <a:cubicBezTo>
                      <a:pt x="6" y="10"/>
                      <a:pt x="6" y="13"/>
                      <a:pt x="6" y="1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107">
                <a:extLst>
                  <a:ext uri="{FF2B5EF4-FFF2-40B4-BE49-F238E27FC236}">
                    <a16:creationId xmlns:a16="http://schemas.microsoft.com/office/drawing/2014/main" id="{624A64BD-B8B7-4B3E-A044-E79FB43BB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6" y="3427"/>
                <a:ext cx="23" cy="16"/>
              </a:xfrm>
              <a:custGeom>
                <a:avLst/>
                <a:gdLst>
                  <a:gd name="T0" fmla="*/ 9 w 10"/>
                  <a:gd name="T1" fmla="*/ 7 h 7"/>
                  <a:gd name="T2" fmla="*/ 5 w 10"/>
                  <a:gd name="T3" fmla="*/ 4 h 7"/>
                  <a:gd name="T4" fmla="*/ 1 w 10"/>
                  <a:gd name="T5" fmla="*/ 0 h 7"/>
                  <a:gd name="T6" fmla="*/ 6 w 10"/>
                  <a:gd name="T7" fmla="*/ 3 h 7"/>
                  <a:gd name="T8" fmla="*/ 9 w 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9" y="7"/>
                    </a:moveTo>
                    <a:cubicBezTo>
                      <a:pt x="9" y="7"/>
                      <a:pt x="7" y="6"/>
                      <a:pt x="5" y="4"/>
                    </a:cubicBezTo>
                    <a:cubicBezTo>
                      <a:pt x="2" y="2"/>
                      <a:pt x="0" y="1"/>
                      <a:pt x="1" y="0"/>
                    </a:cubicBezTo>
                    <a:cubicBezTo>
                      <a:pt x="1" y="0"/>
                      <a:pt x="3" y="1"/>
                      <a:pt x="6" y="3"/>
                    </a:cubicBezTo>
                    <a:cubicBezTo>
                      <a:pt x="8" y="4"/>
                      <a:pt x="10" y="6"/>
                      <a:pt x="9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108">
                <a:extLst>
                  <a:ext uri="{FF2B5EF4-FFF2-40B4-BE49-F238E27FC236}">
                    <a16:creationId xmlns:a16="http://schemas.microsoft.com/office/drawing/2014/main" id="{EE249354-F17D-4989-A142-40A51CA56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0" y="3250"/>
                <a:ext cx="25" cy="21"/>
              </a:xfrm>
              <a:custGeom>
                <a:avLst/>
                <a:gdLst>
                  <a:gd name="T0" fmla="*/ 11 w 11"/>
                  <a:gd name="T1" fmla="*/ 1 h 9"/>
                  <a:gd name="T2" fmla="*/ 6 w 11"/>
                  <a:gd name="T3" fmla="*/ 5 h 9"/>
                  <a:gd name="T4" fmla="*/ 0 w 11"/>
                  <a:gd name="T5" fmla="*/ 9 h 9"/>
                  <a:gd name="T6" fmla="*/ 5 w 11"/>
                  <a:gd name="T7" fmla="*/ 4 h 9"/>
                  <a:gd name="T8" fmla="*/ 11 w 11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1"/>
                    </a:moveTo>
                    <a:cubicBezTo>
                      <a:pt x="11" y="1"/>
                      <a:pt x="9" y="3"/>
                      <a:pt x="6" y="5"/>
                    </a:cubicBezTo>
                    <a:cubicBezTo>
                      <a:pt x="3" y="8"/>
                      <a:pt x="0" y="9"/>
                      <a:pt x="0" y="9"/>
                    </a:cubicBezTo>
                    <a:cubicBezTo>
                      <a:pt x="0" y="8"/>
                      <a:pt x="2" y="6"/>
                      <a:pt x="5" y="4"/>
                    </a:cubicBezTo>
                    <a:cubicBezTo>
                      <a:pt x="8" y="2"/>
                      <a:pt x="10" y="0"/>
                      <a:pt x="1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109">
                <a:extLst>
                  <a:ext uri="{FF2B5EF4-FFF2-40B4-BE49-F238E27FC236}">
                    <a16:creationId xmlns:a16="http://schemas.microsoft.com/office/drawing/2014/main" id="{3701581A-4BCB-4C99-B8DC-496DB4175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8" y="3322"/>
                <a:ext cx="35" cy="10"/>
              </a:xfrm>
              <a:custGeom>
                <a:avLst/>
                <a:gdLst>
                  <a:gd name="T0" fmla="*/ 15 w 15"/>
                  <a:gd name="T1" fmla="*/ 3 h 4"/>
                  <a:gd name="T2" fmla="*/ 7 w 15"/>
                  <a:gd name="T3" fmla="*/ 3 h 4"/>
                  <a:gd name="T4" fmla="*/ 0 w 15"/>
                  <a:gd name="T5" fmla="*/ 1 h 4"/>
                  <a:gd name="T6" fmla="*/ 7 w 15"/>
                  <a:gd name="T7" fmla="*/ 1 h 4"/>
                  <a:gd name="T8" fmla="*/ 15 w 15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3"/>
                    </a:moveTo>
                    <a:cubicBezTo>
                      <a:pt x="15" y="3"/>
                      <a:pt x="11" y="4"/>
                      <a:pt x="7" y="3"/>
                    </a:cubicBezTo>
                    <a:cubicBezTo>
                      <a:pt x="3" y="3"/>
                      <a:pt x="0" y="2"/>
                      <a:pt x="0" y="1"/>
                    </a:cubicBezTo>
                    <a:cubicBezTo>
                      <a:pt x="0" y="0"/>
                      <a:pt x="3" y="1"/>
                      <a:pt x="7" y="1"/>
                    </a:cubicBezTo>
                    <a:cubicBezTo>
                      <a:pt x="11" y="2"/>
                      <a:pt x="15" y="2"/>
                      <a:pt x="15" y="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110">
                <a:extLst>
                  <a:ext uri="{FF2B5EF4-FFF2-40B4-BE49-F238E27FC236}">
                    <a16:creationId xmlns:a16="http://schemas.microsoft.com/office/drawing/2014/main" id="{1DAF61C6-F45A-41D9-B576-5D49C4060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7" y="3343"/>
                <a:ext cx="35" cy="7"/>
              </a:xfrm>
              <a:custGeom>
                <a:avLst/>
                <a:gdLst>
                  <a:gd name="T0" fmla="*/ 15 w 15"/>
                  <a:gd name="T1" fmla="*/ 1 h 3"/>
                  <a:gd name="T2" fmla="*/ 8 w 15"/>
                  <a:gd name="T3" fmla="*/ 3 h 3"/>
                  <a:gd name="T4" fmla="*/ 0 w 15"/>
                  <a:gd name="T5" fmla="*/ 2 h 3"/>
                  <a:gd name="T6" fmla="*/ 8 w 15"/>
                  <a:gd name="T7" fmla="*/ 1 h 3"/>
                  <a:gd name="T8" fmla="*/ 15 w 15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">
                    <a:moveTo>
                      <a:pt x="15" y="1"/>
                    </a:moveTo>
                    <a:cubicBezTo>
                      <a:pt x="15" y="2"/>
                      <a:pt x="12" y="3"/>
                      <a:pt x="8" y="3"/>
                    </a:cubicBezTo>
                    <a:cubicBezTo>
                      <a:pt x="4" y="3"/>
                      <a:pt x="0" y="2"/>
                      <a:pt x="0" y="2"/>
                    </a:cubicBezTo>
                    <a:cubicBezTo>
                      <a:pt x="0" y="1"/>
                      <a:pt x="4" y="1"/>
                      <a:pt x="8" y="1"/>
                    </a:cubicBezTo>
                    <a:cubicBezTo>
                      <a:pt x="11" y="1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6" name="Freeform 111">
                <a:extLst>
                  <a:ext uri="{FF2B5EF4-FFF2-40B4-BE49-F238E27FC236}">
                    <a16:creationId xmlns:a16="http://schemas.microsoft.com/office/drawing/2014/main" id="{0198E542-F01D-42C6-9B2E-F254C200A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4" y="3260"/>
                <a:ext cx="28" cy="13"/>
              </a:xfrm>
              <a:custGeom>
                <a:avLst/>
                <a:gdLst>
                  <a:gd name="T0" fmla="*/ 12 w 12"/>
                  <a:gd name="T1" fmla="*/ 6 h 6"/>
                  <a:gd name="T2" fmla="*/ 6 w 12"/>
                  <a:gd name="T3" fmla="*/ 5 h 6"/>
                  <a:gd name="T4" fmla="*/ 0 w 12"/>
                  <a:gd name="T5" fmla="*/ 0 h 6"/>
                  <a:gd name="T6" fmla="*/ 6 w 12"/>
                  <a:gd name="T7" fmla="*/ 3 h 6"/>
                  <a:gd name="T8" fmla="*/ 12 w 12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12" y="6"/>
                    </a:moveTo>
                    <a:cubicBezTo>
                      <a:pt x="12" y="6"/>
                      <a:pt x="9" y="6"/>
                      <a:pt x="6" y="5"/>
                    </a:cubicBezTo>
                    <a:cubicBezTo>
                      <a:pt x="2" y="3"/>
                      <a:pt x="0" y="1"/>
                      <a:pt x="0" y="0"/>
                    </a:cubicBezTo>
                    <a:cubicBezTo>
                      <a:pt x="1" y="0"/>
                      <a:pt x="3" y="2"/>
                      <a:pt x="6" y="3"/>
                    </a:cubicBezTo>
                    <a:cubicBezTo>
                      <a:pt x="10" y="4"/>
                      <a:pt x="12" y="5"/>
                      <a:pt x="12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7" name="Freeform 112">
                <a:extLst>
                  <a:ext uri="{FF2B5EF4-FFF2-40B4-BE49-F238E27FC236}">
                    <a16:creationId xmlns:a16="http://schemas.microsoft.com/office/drawing/2014/main" id="{D72875E4-B76D-4828-9B7C-F3690396C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0" y="3390"/>
                <a:ext cx="33" cy="23"/>
              </a:xfrm>
              <a:custGeom>
                <a:avLst/>
                <a:gdLst>
                  <a:gd name="T0" fmla="*/ 14 w 14"/>
                  <a:gd name="T1" fmla="*/ 9 h 10"/>
                  <a:gd name="T2" fmla="*/ 7 w 14"/>
                  <a:gd name="T3" fmla="*/ 6 h 10"/>
                  <a:gd name="T4" fmla="*/ 1 w 14"/>
                  <a:gd name="T5" fmla="*/ 1 h 10"/>
                  <a:gd name="T6" fmla="*/ 8 w 14"/>
                  <a:gd name="T7" fmla="*/ 4 h 10"/>
                  <a:gd name="T8" fmla="*/ 14 w 14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14" y="9"/>
                    </a:moveTo>
                    <a:cubicBezTo>
                      <a:pt x="14" y="10"/>
                      <a:pt x="11" y="8"/>
                      <a:pt x="7" y="6"/>
                    </a:cubicBezTo>
                    <a:cubicBezTo>
                      <a:pt x="3" y="3"/>
                      <a:pt x="0" y="1"/>
                      <a:pt x="1" y="1"/>
                    </a:cubicBezTo>
                    <a:cubicBezTo>
                      <a:pt x="1" y="0"/>
                      <a:pt x="4" y="2"/>
                      <a:pt x="8" y="4"/>
                    </a:cubicBezTo>
                    <a:cubicBezTo>
                      <a:pt x="12" y="6"/>
                      <a:pt x="14" y="9"/>
                      <a:pt x="14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Rectangle 113">
                <a:extLst>
                  <a:ext uri="{FF2B5EF4-FFF2-40B4-BE49-F238E27FC236}">
                    <a16:creationId xmlns:a16="http://schemas.microsoft.com/office/drawing/2014/main" id="{3BA9E6D2-0E84-4803-8F24-579C05AA1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4" y="3627"/>
                <a:ext cx="644" cy="114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114">
                <a:extLst>
                  <a:ext uri="{FF2B5EF4-FFF2-40B4-BE49-F238E27FC236}">
                    <a16:creationId xmlns:a16="http://schemas.microsoft.com/office/drawing/2014/main" id="{05DE8DC6-C662-46FB-950B-8F253A7CF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3" y="3718"/>
                <a:ext cx="546" cy="342"/>
              </a:xfrm>
              <a:custGeom>
                <a:avLst/>
                <a:gdLst>
                  <a:gd name="T0" fmla="*/ 0 w 546"/>
                  <a:gd name="T1" fmla="*/ 0 h 342"/>
                  <a:gd name="T2" fmla="*/ 76 w 546"/>
                  <a:gd name="T3" fmla="*/ 342 h 342"/>
                  <a:gd name="T4" fmla="*/ 460 w 546"/>
                  <a:gd name="T5" fmla="*/ 342 h 342"/>
                  <a:gd name="T6" fmla="*/ 546 w 546"/>
                  <a:gd name="T7" fmla="*/ 0 h 342"/>
                  <a:gd name="T8" fmla="*/ 0 w 546"/>
                  <a:gd name="T9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6" h="342">
                    <a:moveTo>
                      <a:pt x="0" y="0"/>
                    </a:moveTo>
                    <a:lnTo>
                      <a:pt x="76" y="342"/>
                    </a:lnTo>
                    <a:lnTo>
                      <a:pt x="460" y="342"/>
                    </a:lnTo>
                    <a:lnTo>
                      <a:pt x="5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Oval 115">
                <a:extLst>
                  <a:ext uri="{FF2B5EF4-FFF2-40B4-BE49-F238E27FC236}">
                    <a16:creationId xmlns:a16="http://schemas.microsoft.com/office/drawing/2014/main" id="{C81F64F2-A99F-43A1-A0AC-288AE990F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9" y="3739"/>
                <a:ext cx="649" cy="4"/>
              </a:xfrm>
              <a:prstGeom prst="ellipse">
                <a:avLst/>
              </a:pr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1" name="Freeform 116">
                <a:extLst>
                  <a:ext uri="{FF2B5EF4-FFF2-40B4-BE49-F238E27FC236}">
                    <a16:creationId xmlns:a16="http://schemas.microsoft.com/office/drawing/2014/main" id="{DFB08D57-0C4D-4DA2-BE8E-6943CBB66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1" y="3322"/>
                <a:ext cx="19" cy="26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1 w 8"/>
                  <a:gd name="T5" fmla="*/ 0 h 11"/>
                  <a:gd name="T6" fmla="*/ 5 w 8"/>
                  <a:gd name="T7" fmla="*/ 5 h 11"/>
                  <a:gd name="T8" fmla="*/ 8 w 8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7" y="11"/>
                      <a:pt x="5" y="9"/>
                      <a:pt x="3" y="6"/>
                    </a:cubicBezTo>
                    <a:cubicBezTo>
                      <a:pt x="2" y="3"/>
                      <a:pt x="0" y="0"/>
                      <a:pt x="1" y="0"/>
                    </a:cubicBezTo>
                    <a:cubicBezTo>
                      <a:pt x="1" y="0"/>
                      <a:pt x="3" y="2"/>
                      <a:pt x="5" y="5"/>
                    </a:cubicBezTo>
                    <a:cubicBezTo>
                      <a:pt x="7" y="8"/>
                      <a:pt x="8" y="11"/>
                      <a:pt x="8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2" name="Freeform 117">
                <a:extLst>
                  <a:ext uri="{FF2B5EF4-FFF2-40B4-BE49-F238E27FC236}">
                    <a16:creationId xmlns:a16="http://schemas.microsoft.com/office/drawing/2014/main" id="{0E9A23C9-F288-4BDE-9461-E02C7F20A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8" y="3406"/>
                <a:ext cx="13" cy="35"/>
              </a:xfrm>
              <a:custGeom>
                <a:avLst/>
                <a:gdLst>
                  <a:gd name="T0" fmla="*/ 1 w 6"/>
                  <a:gd name="T1" fmla="*/ 15 h 15"/>
                  <a:gd name="T2" fmla="*/ 2 w 6"/>
                  <a:gd name="T3" fmla="*/ 7 h 15"/>
                  <a:gd name="T4" fmla="*/ 6 w 6"/>
                  <a:gd name="T5" fmla="*/ 0 h 15"/>
                  <a:gd name="T6" fmla="*/ 4 w 6"/>
                  <a:gd name="T7" fmla="*/ 8 h 15"/>
                  <a:gd name="T8" fmla="*/ 1 w 6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5">
                    <a:moveTo>
                      <a:pt x="1" y="15"/>
                    </a:moveTo>
                    <a:cubicBezTo>
                      <a:pt x="0" y="14"/>
                      <a:pt x="1" y="11"/>
                      <a:pt x="2" y="7"/>
                    </a:cubicBezTo>
                    <a:cubicBezTo>
                      <a:pt x="4" y="3"/>
                      <a:pt x="5" y="0"/>
                      <a:pt x="6" y="0"/>
                    </a:cubicBezTo>
                    <a:cubicBezTo>
                      <a:pt x="6" y="0"/>
                      <a:pt x="5" y="4"/>
                      <a:pt x="4" y="8"/>
                    </a:cubicBezTo>
                    <a:cubicBezTo>
                      <a:pt x="3" y="12"/>
                      <a:pt x="1" y="15"/>
                      <a:pt x="1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3" name="Freeform 118">
                <a:extLst>
                  <a:ext uri="{FF2B5EF4-FFF2-40B4-BE49-F238E27FC236}">
                    <a16:creationId xmlns:a16="http://schemas.microsoft.com/office/drawing/2014/main" id="{CDC373F1-CC55-4047-9AE7-98D00316E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1" y="3499"/>
                <a:ext cx="21" cy="37"/>
              </a:xfrm>
              <a:custGeom>
                <a:avLst/>
                <a:gdLst>
                  <a:gd name="T0" fmla="*/ 8 w 9"/>
                  <a:gd name="T1" fmla="*/ 16 h 16"/>
                  <a:gd name="T2" fmla="*/ 4 w 9"/>
                  <a:gd name="T3" fmla="*/ 9 h 16"/>
                  <a:gd name="T4" fmla="*/ 1 w 9"/>
                  <a:gd name="T5" fmla="*/ 0 h 16"/>
                  <a:gd name="T6" fmla="*/ 5 w 9"/>
                  <a:gd name="T7" fmla="*/ 8 h 16"/>
                  <a:gd name="T8" fmla="*/ 8 w 9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8" y="16"/>
                    </a:moveTo>
                    <a:cubicBezTo>
                      <a:pt x="8" y="16"/>
                      <a:pt x="6" y="13"/>
                      <a:pt x="4" y="9"/>
                    </a:cubicBezTo>
                    <a:cubicBezTo>
                      <a:pt x="2" y="4"/>
                      <a:pt x="0" y="1"/>
                      <a:pt x="1" y="0"/>
                    </a:cubicBezTo>
                    <a:cubicBezTo>
                      <a:pt x="1" y="0"/>
                      <a:pt x="3" y="4"/>
                      <a:pt x="5" y="8"/>
                    </a:cubicBezTo>
                    <a:cubicBezTo>
                      <a:pt x="7" y="12"/>
                      <a:pt x="9" y="16"/>
                      <a:pt x="8" y="1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4" name="Freeform 119">
                <a:extLst>
                  <a:ext uri="{FF2B5EF4-FFF2-40B4-BE49-F238E27FC236}">
                    <a16:creationId xmlns:a16="http://schemas.microsoft.com/office/drawing/2014/main" id="{FE3BC3CF-8137-4505-90F4-0392B686E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3" y="3590"/>
                <a:ext cx="21" cy="25"/>
              </a:xfrm>
              <a:custGeom>
                <a:avLst/>
                <a:gdLst>
                  <a:gd name="T0" fmla="*/ 0 w 9"/>
                  <a:gd name="T1" fmla="*/ 10 h 11"/>
                  <a:gd name="T2" fmla="*/ 4 w 9"/>
                  <a:gd name="T3" fmla="*/ 5 h 11"/>
                  <a:gd name="T4" fmla="*/ 9 w 9"/>
                  <a:gd name="T5" fmla="*/ 0 h 11"/>
                  <a:gd name="T6" fmla="*/ 5 w 9"/>
                  <a:gd name="T7" fmla="*/ 6 h 11"/>
                  <a:gd name="T8" fmla="*/ 0 w 9"/>
                  <a:gd name="T9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0" y="10"/>
                    </a:moveTo>
                    <a:cubicBezTo>
                      <a:pt x="0" y="10"/>
                      <a:pt x="1" y="8"/>
                      <a:pt x="4" y="5"/>
                    </a:cubicBezTo>
                    <a:cubicBezTo>
                      <a:pt x="6" y="2"/>
                      <a:pt x="8" y="0"/>
                      <a:pt x="9" y="0"/>
                    </a:cubicBezTo>
                    <a:cubicBezTo>
                      <a:pt x="9" y="1"/>
                      <a:pt x="8" y="3"/>
                      <a:pt x="5" y="6"/>
                    </a:cubicBezTo>
                    <a:cubicBezTo>
                      <a:pt x="3" y="9"/>
                      <a:pt x="0" y="11"/>
                      <a:pt x="0" y="1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5" name="Freeform 120">
                <a:extLst>
                  <a:ext uri="{FF2B5EF4-FFF2-40B4-BE49-F238E27FC236}">
                    <a16:creationId xmlns:a16="http://schemas.microsoft.com/office/drawing/2014/main" id="{67B1F838-DF56-46DB-ACCA-92E940351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1" y="3467"/>
                <a:ext cx="28" cy="7"/>
              </a:xfrm>
              <a:custGeom>
                <a:avLst/>
                <a:gdLst>
                  <a:gd name="T0" fmla="*/ 12 w 12"/>
                  <a:gd name="T1" fmla="*/ 3 h 3"/>
                  <a:gd name="T2" fmla="*/ 6 w 12"/>
                  <a:gd name="T3" fmla="*/ 3 h 3"/>
                  <a:gd name="T4" fmla="*/ 0 w 12"/>
                  <a:gd name="T5" fmla="*/ 1 h 3"/>
                  <a:gd name="T6" fmla="*/ 6 w 12"/>
                  <a:gd name="T7" fmla="*/ 1 h 3"/>
                  <a:gd name="T8" fmla="*/ 12 w 12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3">
                    <a:moveTo>
                      <a:pt x="12" y="3"/>
                    </a:moveTo>
                    <a:cubicBezTo>
                      <a:pt x="12" y="3"/>
                      <a:pt x="9" y="3"/>
                      <a:pt x="6" y="3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0"/>
                      <a:pt x="6" y="1"/>
                    </a:cubicBezTo>
                    <a:cubicBezTo>
                      <a:pt x="9" y="1"/>
                      <a:pt x="12" y="2"/>
                      <a:pt x="12" y="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121">
                <a:extLst>
                  <a:ext uri="{FF2B5EF4-FFF2-40B4-BE49-F238E27FC236}">
                    <a16:creationId xmlns:a16="http://schemas.microsoft.com/office/drawing/2014/main" id="{7FC6644D-BE15-4A66-9C37-728F5A2C7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" y="382"/>
                <a:ext cx="259" cy="416"/>
              </a:xfrm>
              <a:custGeom>
                <a:avLst/>
                <a:gdLst>
                  <a:gd name="T0" fmla="*/ 0 w 259"/>
                  <a:gd name="T1" fmla="*/ 44 h 416"/>
                  <a:gd name="T2" fmla="*/ 119 w 259"/>
                  <a:gd name="T3" fmla="*/ 416 h 416"/>
                  <a:gd name="T4" fmla="*/ 259 w 259"/>
                  <a:gd name="T5" fmla="*/ 372 h 416"/>
                  <a:gd name="T6" fmla="*/ 138 w 259"/>
                  <a:gd name="T7" fmla="*/ 0 h 416"/>
                  <a:gd name="T8" fmla="*/ 0 w 259"/>
                  <a:gd name="T9" fmla="*/ 44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9" h="416">
                    <a:moveTo>
                      <a:pt x="0" y="44"/>
                    </a:moveTo>
                    <a:lnTo>
                      <a:pt x="119" y="416"/>
                    </a:lnTo>
                    <a:lnTo>
                      <a:pt x="259" y="372"/>
                    </a:lnTo>
                    <a:lnTo>
                      <a:pt x="138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122">
                <a:extLst>
                  <a:ext uri="{FF2B5EF4-FFF2-40B4-BE49-F238E27FC236}">
                    <a16:creationId xmlns:a16="http://schemas.microsoft.com/office/drawing/2014/main" id="{9823826D-A41D-46F6-BB2B-E5675E58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7" y="393"/>
                <a:ext cx="258" cy="417"/>
              </a:xfrm>
              <a:custGeom>
                <a:avLst/>
                <a:gdLst>
                  <a:gd name="T0" fmla="*/ 0 w 258"/>
                  <a:gd name="T1" fmla="*/ 45 h 417"/>
                  <a:gd name="T2" fmla="*/ 119 w 258"/>
                  <a:gd name="T3" fmla="*/ 417 h 417"/>
                  <a:gd name="T4" fmla="*/ 258 w 258"/>
                  <a:gd name="T5" fmla="*/ 373 h 417"/>
                  <a:gd name="T6" fmla="*/ 137 w 258"/>
                  <a:gd name="T7" fmla="*/ 0 h 417"/>
                  <a:gd name="T8" fmla="*/ 0 w 258"/>
                  <a:gd name="T9" fmla="*/ 45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417">
                    <a:moveTo>
                      <a:pt x="0" y="45"/>
                    </a:moveTo>
                    <a:lnTo>
                      <a:pt x="119" y="417"/>
                    </a:lnTo>
                    <a:lnTo>
                      <a:pt x="258" y="373"/>
                    </a:lnTo>
                    <a:lnTo>
                      <a:pt x="13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123">
                <a:extLst>
                  <a:ext uri="{FF2B5EF4-FFF2-40B4-BE49-F238E27FC236}">
                    <a16:creationId xmlns:a16="http://schemas.microsoft.com/office/drawing/2014/main" id="{FD7BAC81-1F88-4492-A5C4-9DAA013F3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5" y="470"/>
                <a:ext cx="72" cy="72"/>
              </a:xfrm>
              <a:custGeom>
                <a:avLst/>
                <a:gdLst>
                  <a:gd name="T0" fmla="*/ 29 w 31"/>
                  <a:gd name="T1" fmla="*/ 11 h 31"/>
                  <a:gd name="T2" fmla="*/ 20 w 31"/>
                  <a:gd name="T3" fmla="*/ 29 h 31"/>
                  <a:gd name="T4" fmla="*/ 2 w 31"/>
                  <a:gd name="T5" fmla="*/ 20 h 31"/>
                  <a:gd name="T6" fmla="*/ 11 w 31"/>
                  <a:gd name="T7" fmla="*/ 2 h 31"/>
                  <a:gd name="T8" fmla="*/ 29 w 31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29" y="11"/>
                    </a:moveTo>
                    <a:cubicBezTo>
                      <a:pt x="31" y="19"/>
                      <a:pt x="27" y="27"/>
                      <a:pt x="20" y="29"/>
                    </a:cubicBezTo>
                    <a:cubicBezTo>
                      <a:pt x="12" y="31"/>
                      <a:pt x="4" y="27"/>
                      <a:pt x="2" y="20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9" y="0"/>
                      <a:pt x="27" y="4"/>
                      <a:pt x="29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124">
                <a:extLst>
                  <a:ext uri="{FF2B5EF4-FFF2-40B4-BE49-F238E27FC236}">
                    <a16:creationId xmlns:a16="http://schemas.microsoft.com/office/drawing/2014/main" id="{468C8907-1240-4D88-816A-FE8EB9D06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9" y="438"/>
                <a:ext cx="24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125">
                <a:extLst>
                  <a:ext uri="{FF2B5EF4-FFF2-40B4-BE49-F238E27FC236}">
                    <a16:creationId xmlns:a16="http://schemas.microsoft.com/office/drawing/2014/main" id="{E514C858-ED42-48D8-88C6-B13FDE1E2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3" y="477"/>
                <a:ext cx="21" cy="68"/>
              </a:xfrm>
              <a:custGeom>
                <a:avLst/>
                <a:gdLst>
                  <a:gd name="T0" fmla="*/ 9 w 9"/>
                  <a:gd name="T1" fmla="*/ 0 h 29"/>
                  <a:gd name="T2" fmla="*/ 5 w 9"/>
                  <a:gd name="T3" fmla="*/ 15 h 29"/>
                  <a:gd name="T4" fmla="*/ 0 w 9"/>
                  <a:gd name="T5" fmla="*/ 29 h 29"/>
                  <a:gd name="T6" fmla="*/ 3 w 9"/>
                  <a:gd name="T7" fmla="*/ 14 h 29"/>
                  <a:gd name="T8" fmla="*/ 9 w 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0"/>
                    </a:moveTo>
                    <a:cubicBezTo>
                      <a:pt x="9" y="1"/>
                      <a:pt x="8" y="7"/>
                      <a:pt x="5" y="15"/>
                    </a:cubicBezTo>
                    <a:cubicBezTo>
                      <a:pt x="3" y="23"/>
                      <a:pt x="1" y="29"/>
                      <a:pt x="0" y="29"/>
                    </a:cubicBezTo>
                    <a:cubicBezTo>
                      <a:pt x="0" y="28"/>
                      <a:pt x="1" y="22"/>
                      <a:pt x="3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126">
                <a:extLst>
                  <a:ext uri="{FF2B5EF4-FFF2-40B4-BE49-F238E27FC236}">
                    <a16:creationId xmlns:a16="http://schemas.microsoft.com/office/drawing/2014/main" id="{55AE0370-538A-46A3-9C80-BFD29B2E7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5" y="519"/>
                <a:ext cx="23" cy="68"/>
              </a:xfrm>
              <a:custGeom>
                <a:avLst/>
                <a:gdLst>
                  <a:gd name="T0" fmla="*/ 9 w 10"/>
                  <a:gd name="T1" fmla="*/ 0 h 29"/>
                  <a:gd name="T2" fmla="*/ 6 w 10"/>
                  <a:gd name="T3" fmla="*/ 15 h 29"/>
                  <a:gd name="T4" fmla="*/ 1 w 10"/>
                  <a:gd name="T5" fmla="*/ 28 h 29"/>
                  <a:gd name="T6" fmla="*/ 4 w 10"/>
                  <a:gd name="T7" fmla="*/ 14 h 29"/>
                  <a:gd name="T8" fmla="*/ 9 w 10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9">
                    <a:moveTo>
                      <a:pt x="9" y="0"/>
                    </a:moveTo>
                    <a:cubicBezTo>
                      <a:pt x="10" y="0"/>
                      <a:pt x="8" y="7"/>
                      <a:pt x="6" y="15"/>
                    </a:cubicBezTo>
                    <a:cubicBezTo>
                      <a:pt x="4" y="22"/>
                      <a:pt x="1" y="29"/>
                      <a:pt x="1" y="28"/>
                    </a:cubicBezTo>
                    <a:cubicBezTo>
                      <a:pt x="0" y="28"/>
                      <a:pt x="2" y="22"/>
                      <a:pt x="4" y="14"/>
                    </a:cubicBezTo>
                    <a:cubicBezTo>
                      <a:pt x="6" y="6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127">
                <a:extLst>
                  <a:ext uri="{FF2B5EF4-FFF2-40B4-BE49-F238E27FC236}">
                    <a16:creationId xmlns:a16="http://schemas.microsoft.com/office/drawing/2014/main" id="{612BA93D-A3DB-4422-AC01-D6B6108CCB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561"/>
                <a:ext cx="23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128">
                <a:extLst>
                  <a:ext uri="{FF2B5EF4-FFF2-40B4-BE49-F238E27FC236}">
                    <a16:creationId xmlns:a16="http://schemas.microsoft.com/office/drawing/2014/main" id="{76F86623-1FB7-4F13-9A1C-425EFF5ED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3" y="601"/>
                <a:ext cx="21" cy="67"/>
              </a:xfrm>
              <a:custGeom>
                <a:avLst/>
                <a:gdLst>
                  <a:gd name="T0" fmla="*/ 9 w 9"/>
                  <a:gd name="T1" fmla="*/ 1 h 29"/>
                  <a:gd name="T2" fmla="*/ 5 w 9"/>
                  <a:gd name="T3" fmla="*/ 15 h 29"/>
                  <a:gd name="T4" fmla="*/ 0 w 9"/>
                  <a:gd name="T5" fmla="*/ 29 h 29"/>
                  <a:gd name="T6" fmla="*/ 3 w 9"/>
                  <a:gd name="T7" fmla="*/ 14 h 29"/>
                  <a:gd name="T8" fmla="*/ 9 w 9"/>
                  <a:gd name="T9" fmla="*/ 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1"/>
                    </a:moveTo>
                    <a:cubicBezTo>
                      <a:pt x="9" y="1"/>
                      <a:pt x="8" y="7"/>
                      <a:pt x="5" y="15"/>
                    </a:cubicBezTo>
                    <a:cubicBezTo>
                      <a:pt x="3" y="23"/>
                      <a:pt x="1" y="29"/>
                      <a:pt x="0" y="29"/>
                    </a:cubicBezTo>
                    <a:cubicBezTo>
                      <a:pt x="0" y="29"/>
                      <a:pt x="1" y="22"/>
                      <a:pt x="3" y="14"/>
                    </a:cubicBezTo>
                    <a:cubicBezTo>
                      <a:pt x="6" y="7"/>
                      <a:pt x="8" y="0"/>
                      <a:pt x="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129">
                <a:extLst>
                  <a:ext uri="{FF2B5EF4-FFF2-40B4-BE49-F238E27FC236}">
                    <a16:creationId xmlns:a16="http://schemas.microsoft.com/office/drawing/2014/main" id="{06C03B77-7429-41CD-BBAB-655E56FA0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4" y="642"/>
                <a:ext cx="24" cy="68"/>
              </a:xfrm>
              <a:custGeom>
                <a:avLst/>
                <a:gdLst>
                  <a:gd name="T0" fmla="*/ 9 w 10"/>
                  <a:gd name="T1" fmla="*/ 0 h 29"/>
                  <a:gd name="T2" fmla="*/ 6 w 10"/>
                  <a:gd name="T3" fmla="*/ 15 h 29"/>
                  <a:gd name="T4" fmla="*/ 1 w 10"/>
                  <a:gd name="T5" fmla="*/ 28 h 29"/>
                  <a:gd name="T6" fmla="*/ 4 w 10"/>
                  <a:gd name="T7" fmla="*/ 14 h 29"/>
                  <a:gd name="T8" fmla="*/ 9 w 10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9">
                    <a:moveTo>
                      <a:pt x="9" y="0"/>
                    </a:moveTo>
                    <a:cubicBezTo>
                      <a:pt x="10" y="0"/>
                      <a:pt x="8" y="7"/>
                      <a:pt x="6" y="15"/>
                    </a:cubicBezTo>
                    <a:cubicBezTo>
                      <a:pt x="4" y="22"/>
                      <a:pt x="1" y="29"/>
                      <a:pt x="1" y="28"/>
                    </a:cubicBezTo>
                    <a:cubicBezTo>
                      <a:pt x="0" y="28"/>
                      <a:pt x="2" y="22"/>
                      <a:pt x="4" y="14"/>
                    </a:cubicBezTo>
                    <a:cubicBezTo>
                      <a:pt x="6" y="6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Freeform 130">
                <a:extLst>
                  <a:ext uri="{FF2B5EF4-FFF2-40B4-BE49-F238E27FC236}">
                    <a16:creationId xmlns:a16="http://schemas.microsoft.com/office/drawing/2014/main" id="{0DAEAB31-49D2-46FD-9E5C-723D099EE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8" y="684"/>
                <a:ext cx="24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Freeform 131">
                <a:extLst>
                  <a:ext uri="{FF2B5EF4-FFF2-40B4-BE49-F238E27FC236}">
                    <a16:creationId xmlns:a16="http://schemas.microsoft.com/office/drawing/2014/main" id="{5EDFF5EA-7812-497E-96D9-8C795C9E8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" y="400"/>
                <a:ext cx="21" cy="68"/>
              </a:xfrm>
              <a:custGeom>
                <a:avLst/>
                <a:gdLst>
                  <a:gd name="T0" fmla="*/ 9 w 9"/>
                  <a:gd name="T1" fmla="*/ 0 h 29"/>
                  <a:gd name="T2" fmla="*/ 6 w 9"/>
                  <a:gd name="T3" fmla="*/ 15 h 29"/>
                  <a:gd name="T4" fmla="*/ 0 w 9"/>
                  <a:gd name="T5" fmla="*/ 28 h 29"/>
                  <a:gd name="T6" fmla="*/ 4 w 9"/>
                  <a:gd name="T7" fmla="*/ 14 h 29"/>
                  <a:gd name="T8" fmla="*/ 9 w 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0"/>
                    </a:moveTo>
                    <a:cubicBezTo>
                      <a:pt x="9" y="0"/>
                      <a:pt x="8" y="7"/>
                      <a:pt x="6" y="15"/>
                    </a:cubicBezTo>
                    <a:cubicBezTo>
                      <a:pt x="3" y="22"/>
                      <a:pt x="1" y="29"/>
                      <a:pt x="0" y="28"/>
                    </a:cubicBezTo>
                    <a:cubicBezTo>
                      <a:pt x="0" y="28"/>
                      <a:pt x="1" y="22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7" name="Freeform 132">
                <a:extLst>
                  <a:ext uri="{FF2B5EF4-FFF2-40B4-BE49-F238E27FC236}">
                    <a16:creationId xmlns:a16="http://schemas.microsoft.com/office/drawing/2014/main" id="{E1B8DB2D-B122-4C83-964D-AD0368EA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4" y="387"/>
                <a:ext cx="16" cy="39"/>
              </a:xfrm>
              <a:custGeom>
                <a:avLst/>
                <a:gdLst>
                  <a:gd name="T0" fmla="*/ 6 w 7"/>
                  <a:gd name="T1" fmla="*/ 0 h 17"/>
                  <a:gd name="T2" fmla="*/ 5 w 7"/>
                  <a:gd name="T3" fmla="*/ 8 h 17"/>
                  <a:gd name="T4" fmla="*/ 1 w 7"/>
                  <a:gd name="T5" fmla="*/ 16 h 17"/>
                  <a:gd name="T6" fmla="*/ 3 w 7"/>
                  <a:gd name="T7" fmla="*/ 8 h 17"/>
                  <a:gd name="T8" fmla="*/ 6 w 7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7">
                    <a:moveTo>
                      <a:pt x="6" y="0"/>
                    </a:moveTo>
                    <a:cubicBezTo>
                      <a:pt x="7" y="0"/>
                      <a:pt x="6" y="4"/>
                      <a:pt x="5" y="8"/>
                    </a:cubicBezTo>
                    <a:cubicBezTo>
                      <a:pt x="3" y="13"/>
                      <a:pt x="2" y="17"/>
                      <a:pt x="1" y="16"/>
                    </a:cubicBezTo>
                    <a:cubicBezTo>
                      <a:pt x="0" y="16"/>
                      <a:pt x="1" y="12"/>
                      <a:pt x="3" y="8"/>
                    </a:cubicBezTo>
                    <a:cubicBezTo>
                      <a:pt x="4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8" name="Freeform 133">
                <a:extLst>
                  <a:ext uri="{FF2B5EF4-FFF2-40B4-BE49-F238E27FC236}">
                    <a16:creationId xmlns:a16="http://schemas.microsoft.com/office/drawing/2014/main" id="{111A6F46-25C1-4AB1-9971-A509D4580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5" y="0"/>
                <a:ext cx="531" cy="701"/>
              </a:xfrm>
              <a:custGeom>
                <a:avLst/>
                <a:gdLst>
                  <a:gd name="T0" fmla="*/ 42 w 228"/>
                  <a:gd name="T1" fmla="*/ 301 h 301"/>
                  <a:gd name="T2" fmla="*/ 0 w 228"/>
                  <a:gd name="T3" fmla="*/ 159 h 301"/>
                  <a:gd name="T4" fmla="*/ 43 w 228"/>
                  <a:gd name="T5" fmla="*/ 91 h 301"/>
                  <a:gd name="T6" fmla="*/ 36 w 228"/>
                  <a:gd name="T7" fmla="*/ 16 h 301"/>
                  <a:gd name="T8" fmla="*/ 62 w 228"/>
                  <a:gd name="T9" fmla="*/ 2 h 301"/>
                  <a:gd name="T10" fmla="*/ 93 w 228"/>
                  <a:gd name="T11" fmla="*/ 10 h 301"/>
                  <a:gd name="T12" fmla="*/ 112 w 228"/>
                  <a:gd name="T13" fmla="*/ 86 h 301"/>
                  <a:gd name="T14" fmla="*/ 125 w 228"/>
                  <a:gd name="T15" fmla="*/ 93 h 301"/>
                  <a:gd name="T16" fmla="*/ 178 w 228"/>
                  <a:gd name="T17" fmla="*/ 76 h 301"/>
                  <a:gd name="T18" fmla="*/ 199 w 228"/>
                  <a:gd name="T19" fmla="*/ 77 h 301"/>
                  <a:gd name="T20" fmla="*/ 213 w 228"/>
                  <a:gd name="T21" fmla="*/ 93 h 301"/>
                  <a:gd name="T22" fmla="*/ 211 w 228"/>
                  <a:gd name="T23" fmla="*/ 131 h 301"/>
                  <a:gd name="T24" fmla="*/ 220 w 228"/>
                  <a:gd name="T25" fmla="*/ 154 h 301"/>
                  <a:gd name="T26" fmla="*/ 219 w 228"/>
                  <a:gd name="T27" fmla="*/ 173 h 301"/>
                  <a:gd name="T28" fmla="*/ 224 w 228"/>
                  <a:gd name="T29" fmla="*/ 204 h 301"/>
                  <a:gd name="T30" fmla="*/ 220 w 228"/>
                  <a:gd name="T31" fmla="*/ 220 h 301"/>
                  <a:gd name="T32" fmla="*/ 226 w 228"/>
                  <a:gd name="T33" fmla="*/ 252 h 301"/>
                  <a:gd name="T34" fmla="*/ 174 w 228"/>
                  <a:gd name="T35" fmla="*/ 287 h 301"/>
                  <a:gd name="T36" fmla="*/ 116 w 228"/>
                  <a:gd name="T37" fmla="*/ 290 h 301"/>
                  <a:gd name="T38" fmla="*/ 42 w 228"/>
                  <a:gd name="T3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8" h="301">
                    <a:moveTo>
                      <a:pt x="42" y="301"/>
                    </a:move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59"/>
                      <a:pt x="29" y="143"/>
                      <a:pt x="43" y="91"/>
                    </a:cubicBezTo>
                    <a:cubicBezTo>
                      <a:pt x="53" y="57"/>
                      <a:pt x="36" y="29"/>
                      <a:pt x="36" y="16"/>
                    </a:cubicBezTo>
                    <a:cubicBezTo>
                      <a:pt x="36" y="7"/>
                      <a:pt x="54" y="3"/>
                      <a:pt x="62" y="2"/>
                    </a:cubicBezTo>
                    <a:cubicBezTo>
                      <a:pt x="70" y="0"/>
                      <a:pt x="84" y="0"/>
                      <a:pt x="93" y="10"/>
                    </a:cubicBezTo>
                    <a:cubicBezTo>
                      <a:pt x="109" y="29"/>
                      <a:pt x="112" y="86"/>
                      <a:pt x="112" y="86"/>
                    </a:cubicBezTo>
                    <a:cubicBezTo>
                      <a:pt x="112" y="86"/>
                      <a:pt x="110" y="98"/>
                      <a:pt x="125" y="93"/>
                    </a:cubicBezTo>
                    <a:cubicBezTo>
                      <a:pt x="178" y="76"/>
                      <a:pt x="178" y="76"/>
                      <a:pt x="178" y="76"/>
                    </a:cubicBezTo>
                    <a:cubicBezTo>
                      <a:pt x="185" y="74"/>
                      <a:pt x="192" y="74"/>
                      <a:pt x="199" y="77"/>
                    </a:cubicBezTo>
                    <a:cubicBezTo>
                      <a:pt x="205" y="79"/>
                      <a:pt x="210" y="84"/>
                      <a:pt x="213" y="93"/>
                    </a:cubicBezTo>
                    <a:cubicBezTo>
                      <a:pt x="217" y="114"/>
                      <a:pt x="210" y="126"/>
                      <a:pt x="211" y="131"/>
                    </a:cubicBezTo>
                    <a:cubicBezTo>
                      <a:pt x="212" y="135"/>
                      <a:pt x="221" y="140"/>
                      <a:pt x="220" y="154"/>
                    </a:cubicBezTo>
                    <a:cubicBezTo>
                      <a:pt x="220" y="168"/>
                      <a:pt x="217" y="167"/>
                      <a:pt x="219" y="173"/>
                    </a:cubicBezTo>
                    <a:cubicBezTo>
                      <a:pt x="221" y="179"/>
                      <a:pt x="224" y="194"/>
                      <a:pt x="224" y="204"/>
                    </a:cubicBezTo>
                    <a:cubicBezTo>
                      <a:pt x="223" y="215"/>
                      <a:pt x="220" y="220"/>
                      <a:pt x="220" y="220"/>
                    </a:cubicBezTo>
                    <a:cubicBezTo>
                      <a:pt x="220" y="220"/>
                      <a:pt x="228" y="239"/>
                      <a:pt x="226" y="252"/>
                    </a:cubicBezTo>
                    <a:cubicBezTo>
                      <a:pt x="223" y="268"/>
                      <a:pt x="191" y="289"/>
                      <a:pt x="174" y="287"/>
                    </a:cubicBezTo>
                    <a:cubicBezTo>
                      <a:pt x="166" y="286"/>
                      <a:pt x="132" y="289"/>
                      <a:pt x="116" y="290"/>
                    </a:cubicBezTo>
                    <a:cubicBezTo>
                      <a:pt x="100" y="291"/>
                      <a:pt x="54" y="290"/>
                      <a:pt x="42" y="30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9" name="Freeform 134">
                <a:extLst>
                  <a:ext uri="{FF2B5EF4-FFF2-40B4-BE49-F238E27FC236}">
                    <a16:creationId xmlns:a16="http://schemas.microsoft.com/office/drawing/2014/main" id="{3DAFE10F-1A6D-4402-B96F-0CEE0663B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2" y="14"/>
                <a:ext cx="530" cy="705"/>
              </a:xfrm>
              <a:custGeom>
                <a:avLst/>
                <a:gdLst>
                  <a:gd name="T0" fmla="*/ 46 w 228"/>
                  <a:gd name="T1" fmla="*/ 303 h 303"/>
                  <a:gd name="T2" fmla="*/ 0 w 228"/>
                  <a:gd name="T3" fmla="*/ 160 h 303"/>
                  <a:gd name="T4" fmla="*/ 44 w 228"/>
                  <a:gd name="T5" fmla="*/ 92 h 303"/>
                  <a:gd name="T6" fmla="*/ 54 w 228"/>
                  <a:gd name="T7" fmla="*/ 19 h 303"/>
                  <a:gd name="T8" fmla="*/ 68 w 228"/>
                  <a:gd name="T9" fmla="*/ 2 h 303"/>
                  <a:gd name="T10" fmla="*/ 94 w 228"/>
                  <a:gd name="T11" fmla="*/ 10 h 303"/>
                  <a:gd name="T12" fmla="*/ 113 w 228"/>
                  <a:gd name="T13" fmla="*/ 87 h 303"/>
                  <a:gd name="T14" fmla="*/ 126 w 228"/>
                  <a:gd name="T15" fmla="*/ 94 h 303"/>
                  <a:gd name="T16" fmla="*/ 179 w 228"/>
                  <a:gd name="T17" fmla="*/ 77 h 303"/>
                  <a:gd name="T18" fmla="*/ 200 w 228"/>
                  <a:gd name="T19" fmla="*/ 78 h 303"/>
                  <a:gd name="T20" fmla="*/ 213 w 228"/>
                  <a:gd name="T21" fmla="*/ 94 h 303"/>
                  <a:gd name="T22" fmla="*/ 212 w 228"/>
                  <a:gd name="T23" fmla="*/ 132 h 303"/>
                  <a:gd name="T24" fmla="*/ 221 w 228"/>
                  <a:gd name="T25" fmla="*/ 155 h 303"/>
                  <a:gd name="T26" fmla="*/ 220 w 228"/>
                  <a:gd name="T27" fmla="*/ 174 h 303"/>
                  <a:gd name="T28" fmla="*/ 224 w 228"/>
                  <a:gd name="T29" fmla="*/ 206 h 303"/>
                  <a:gd name="T30" fmla="*/ 221 w 228"/>
                  <a:gd name="T31" fmla="*/ 221 h 303"/>
                  <a:gd name="T32" fmla="*/ 227 w 228"/>
                  <a:gd name="T33" fmla="*/ 253 h 303"/>
                  <a:gd name="T34" fmla="*/ 197 w 228"/>
                  <a:gd name="T35" fmla="*/ 281 h 303"/>
                  <a:gd name="T36" fmla="*/ 117 w 228"/>
                  <a:gd name="T37" fmla="*/ 291 h 303"/>
                  <a:gd name="T38" fmla="*/ 46 w 228"/>
                  <a:gd name="T39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8" h="303">
                    <a:moveTo>
                      <a:pt x="46" y="303"/>
                    </a:move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60"/>
                      <a:pt x="30" y="144"/>
                      <a:pt x="44" y="92"/>
                    </a:cubicBezTo>
                    <a:cubicBezTo>
                      <a:pt x="54" y="58"/>
                      <a:pt x="55" y="33"/>
                      <a:pt x="54" y="19"/>
                    </a:cubicBezTo>
                    <a:cubicBezTo>
                      <a:pt x="54" y="11"/>
                      <a:pt x="60" y="3"/>
                      <a:pt x="68" y="2"/>
                    </a:cubicBezTo>
                    <a:cubicBezTo>
                      <a:pt x="76" y="0"/>
                      <a:pt x="85" y="0"/>
                      <a:pt x="94" y="10"/>
                    </a:cubicBezTo>
                    <a:cubicBezTo>
                      <a:pt x="111" y="29"/>
                      <a:pt x="113" y="87"/>
                      <a:pt x="113" y="87"/>
                    </a:cubicBezTo>
                    <a:cubicBezTo>
                      <a:pt x="113" y="87"/>
                      <a:pt x="111" y="99"/>
                      <a:pt x="126" y="94"/>
                    </a:cubicBezTo>
                    <a:cubicBezTo>
                      <a:pt x="179" y="77"/>
                      <a:pt x="179" y="77"/>
                      <a:pt x="179" y="77"/>
                    </a:cubicBezTo>
                    <a:cubicBezTo>
                      <a:pt x="186" y="75"/>
                      <a:pt x="193" y="75"/>
                      <a:pt x="200" y="78"/>
                    </a:cubicBezTo>
                    <a:cubicBezTo>
                      <a:pt x="205" y="81"/>
                      <a:pt x="211" y="85"/>
                      <a:pt x="213" y="94"/>
                    </a:cubicBezTo>
                    <a:cubicBezTo>
                      <a:pt x="218" y="115"/>
                      <a:pt x="211" y="127"/>
                      <a:pt x="212" y="132"/>
                    </a:cubicBezTo>
                    <a:cubicBezTo>
                      <a:pt x="213" y="136"/>
                      <a:pt x="221" y="142"/>
                      <a:pt x="221" y="155"/>
                    </a:cubicBezTo>
                    <a:cubicBezTo>
                      <a:pt x="221" y="169"/>
                      <a:pt x="218" y="168"/>
                      <a:pt x="220" y="174"/>
                    </a:cubicBezTo>
                    <a:cubicBezTo>
                      <a:pt x="222" y="180"/>
                      <a:pt x="225" y="195"/>
                      <a:pt x="224" y="206"/>
                    </a:cubicBezTo>
                    <a:cubicBezTo>
                      <a:pt x="224" y="216"/>
                      <a:pt x="221" y="221"/>
                      <a:pt x="221" y="221"/>
                    </a:cubicBezTo>
                    <a:cubicBezTo>
                      <a:pt x="221" y="221"/>
                      <a:pt x="228" y="240"/>
                      <a:pt x="227" y="253"/>
                    </a:cubicBezTo>
                    <a:cubicBezTo>
                      <a:pt x="225" y="266"/>
                      <a:pt x="205" y="279"/>
                      <a:pt x="197" y="281"/>
                    </a:cubicBezTo>
                    <a:cubicBezTo>
                      <a:pt x="190" y="283"/>
                      <a:pt x="133" y="290"/>
                      <a:pt x="117" y="291"/>
                    </a:cubicBezTo>
                    <a:cubicBezTo>
                      <a:pt x="101" y="292"/>
                      <a:pt x="58" y="292"/>
                      <a:pt x="46" y="30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0" name="Freeform 135">
                <a:extLst>
                  <a:ext uri="{FF2B5EF4-FFF2-40B4-BE49-F238E27FC236}">
                    <a16:creationId xmlns:a16="http://schemas.microsoft.com/office/drawing/2014/main" id="{FBAB59D3-AC22-4E64-BE1F-94C493216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5" y="128"/>
                <a:ext cx="44" cy="82"/>
              </a:xfrm>
              <a:custGeom>
                <a:avLst/>
                <a:gdLst>
                  <a:gd name="T0" fmla="*/ 18 w 19"/>
                  <a:gd name="T1" fmla="*/ 0 h 35"/>
                  <a:gd name="T2" fmla="*/ 11 w 19"/>
                  <a:gd name="T3" fmla="*/ 18 h 35"/>
                  <a:gd name="T4" fmla="*/ 0 w 19"/>
                  <a:gd name="T5" fmla="*/ 35 h 35"/>
                  <a:gd name="T6" fmla="*/ 9 w 19"/>
                  <a:gd name="T7" fmla="*/ 17 h 35"/>
                  <a:gd name="T8" fmla="*/ 18 w 1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5">
                    <a:moveTo>
                      <a:pt x="18" y="0"/>
                    </a:moveTo>
                    <a:cubicBezTo>
                      <a:pt x="19" y="1"/>
                      <a:pt x="16" y="9"/>
                      <a:pt x="11" y="18"/>
                    </a:cubicBezTo>
                    <a:cubicBezTo>
                      <a:pt x="6" y="28"/>
                      <a:pt x="1" y="35"/>
                      <a:pt x="0" y="35"/>
                    </a:cubicBezTo>
                    <a:cubicBezTo>
                      <a:pt x="0" y="35"/>
                      <a:pt x="4" y="27"/>
                      <a:pt x="9" y="17"/>
                    </a:cubicBezTo>
                    <a:cubicBezTo>
                      <a:pt x="14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1" name="Freeform 136">
                <a:extLst>
                  <a:ext uri="{FF2B5EF4-FFF2-40B4-BE49-F238E27FC236}">
                    <a16:creationId xmlns:a16="http://schemas.microsoft.com/office/drawing/2014/main" id="{3B15D2AC-B67A-4B8A-9864-62CDBBD27D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8" y="82"/>
                <a:ext cx="42" cy="72"/>
              </a:xfrm>
              <a:custGeom>
                <a:avLst/>
                <a:gdLst>
                  <a:gd name="T0" fmla="*/ 18 w 18"/>
                  <a:gd name="T1" fmla="*/ 0 h 31"/>
                  <a:gd name="T2" fmla="*/ 11 w 18"/>
                  <a:gd name="T3" fmla="*/ 17 h 31"/>
                  <a:gd name="T4" fmla="*/ 0 w 18"/>
                  <a:gd name="T5" fmla="*/ 31 h 31"/>
                  <a:gd name="T6" fmla="*/ 9 w 18"/>
                  <a:gd name="T7" fmla="*/ 15 h 31"/>
                  <a:gd name="T8" fmla="*/ 18 w 1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8" y="0"/>
                    </a:moveTo>
                    <a:cubicBezTo>
                      <a:pt x="18" y="1"/>
                      <a:pt x="16" y="8"/>
                      <a:pt x="11" y="17"/>
                    </a:cubicBezTo>
                    <a:cubicBezTo>
                      <a:pt x="5" y="25"/>
                      <a:pt x="1" y="31"/>
                      <a:pt x="0" y="31"/>
                    </a:cubicBezTo>
                    <a:cubicBezTo>
                      <a:pt x="0" y="31"/>
                      <a:pt x="4" y="24"/>
                      <a:pt x="9" y="15"/>
                    </a:cubicBezTo>
                    <a:cubicBezTo>
                      <a:pt x="14" y="7"/>
                      <a:pt x="17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2" name="Freeform 137">
                <a:extLst>
                  <a:ext uri="{FF2B5EF4-FFF2-40B4-BE49-F238E27FC236}">
                    <a16:creationId xmlns:a16="http://schemas.microsoft.com/office/drawing/2014/main" id="{919410E7-A688-4661-A742-D138D6A39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6" y="42"/>
                <a:ext cx="37" cy="58"/>
              </a:xfrm>
              <a:custGeom>
                <a:avLst/>
                <a:gdLst>
                  <a:gd name="T0" fmla="*/ 16 w 16"/>
                  <a:gd name="T1" fmla="*/ 1 h 25"/>
                  <a:gd name="T2" fmla="*/ 10 w 16"/>
                  <a:gd name="T3" fmla="*/ 14 h 25"/>
                  <a:gd name="T4" fmla="*/ 1 w 16"/>
                  <a:gd name="T5" fmla="*/ 25 h 25"/>
                  <a:gd name="T6" fmla="*/ 8 w 16"/>
                  <a:gd name="T7" fmla="*/ 13 h 25"/>
                  <a:gd name="T8" fmla="*/ 16 w 16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5">
                    <a:moveTo>
                      <a:pt x="16" y="1"/>
                    </a:moveTo>
                    <a:cubicBezTo>
                      <a:pt x="16" y="1"/>
                      <a:pt x="15" y="7"/>
                      <a:pt x="10" y="14"/>
                    </a:cubicBezTo>
                    <a:cubicBezTo>
                      <a:pt x="5" y="20"/>
                      <a:pt x="1" y="25"/>
                      <a:pt x="1" y="25"/>
                    </a:cubicBezTo>
                    <a:cubicBezTo>
                      <a:pt x="0" y="25"/>
                      <a:pt x="3" y="19"/>
                      <a:pt x="8" y="13"/>
                    </a:cubicBezTo>
                    <a:cubicBezTo>
                      <a:pt x="13" y="6"/>
                      <a:pt x="15" y="0"/>
                      <a:pt x="16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3" name="Freeform 138">
                <a:extLst>
                  <a:ext uri="{FF2B5EF4-FFF2-40B4-BE49-F238E27FC236}">
                    <a16:creationId xmlns:a16="http://schemas.microsoft.com/office/drawing/2014/main" id="{9A03FC46-5A0B-4653-9234-7E9B74DF5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2" y="14"/>
                <a:ext cx="28" cy="42"/>
              </a:xfrm>
              <a:custGeom>
                <a:avLst/>
                <a:gdLst>
                  <a:gd name="T0" fmla="*/ 12 w 12"/>
                  <a:gd name="T1" fmla="*/ 0 h 18"/>
                  <a:gd name="T2" fmla="*/ 7 w 12"/>
                  <a:gd name="T3" fmla="*/ 10 h 18"/>
                  <a:gd name="T4" fmla="*/ 0 w 12"/>
                  <a:gd name="T5" fmla="*/ 18 h 18"/>
                  <a:gd name="T6" fmla="*/ 5 w 12"/>
                  <a:gd name="T7" fmla="*/ 9 h 18"/>
                  <a:gd name="T8" fmla="*/ 12 w 1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0"/>
                    </a:moveTo>
                    <a:cubicBezTo>
                      <a:pt x="12" y="1"/>
                      <a:pt x="10" y="5"/>
                      <a:pt x="7" y="10"/>
                    </a:cubicBezTo>
                    <a:cubicBezTo>
                      <a:pt x="4" y="15"/>
                      <a:pt x="1" y="18"/>
                      <a:pt x="0" y="18"/>
                    </a:cubicBezTo>
                    <a:cubicBezTo>
                      <a:pt x="0" y="18"/>
                      <a:pt x="2" y="14"/>
                      <a:pt x="5" y="9"/>
                    </a:cubicBezTo>
                    <a:cubicBezTo>
                      <a:pt x="8" y="4"/>
                      <a:pt x="11" y="0"/>
                      <a:pt x="1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4" name="Freeform 139">
                <a:extLst>
                  <a:ext uri="{FF2B5EF4-FFF2-40B4-BE49-F238E27FC236}">
                    <a16:creationId xmlns:a16="http://schemas.microsoft.com/office/drawing/2014/main" id="{FC83921C-7A86-48D7-9339-FC4BE8783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9" y="3"/>
                <a:ext cx="19" cy="23"/>
              </a:xfrm>
              <a:custGeom>
                <a:avLst/>
                <a:gdLst>
                  <a:gd name="T0" fmla="*/ 8 w 8"/>
                  <a:gd name="T1" fmla="*/ 0 h 10"/>
                  <a:gd name="T2" fmla="*/ 5 w 8"/>
                  <a:gd name="T3" fmla="*/ 6 h 10"/>
                  <a:gd name="T4" fmla="*/ 0 w 8"/>
                  <a:gd name="T5" fmla="*/ 10 h 10"/>
                  <a:gd name="T6" fmla="*/ 3 w 8"/>
                  <a:gd name="T7" fmla="*/ 4 h 10"/>
                  <a:gd name="T8" fmla="*/ 8 w 8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0">
                    <a:moveTo>
                      <a:pt x="8" y="0"/>
                    </a:moveTo>
                    <a:cubicBezTo>
                      <a:pt x="8" y="1"/>
                      <a:pt x="7" y="3"/>
                      <a:pt x="5" y="6"/>
                    </a:cubicBezTo>
                    <a:cubicBezTo>
                      <a:pt x="3" y="8"/>
                      <a:pt x="1" y="10"/>
                      <a:pt x="0" y="10"/>
                    </a:cubicBezTo>
                    <a:cubicBezTo>
                      <a:pt x="0" y="10"/>
                      <a:pt x="1" y="7"/>
                      <a:pt x="3" y="4"/>
                    </a:cubicBezTo>
                    <a:cubicBezTo>
                      <a:pt x="6" y="2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5" name="Freeform 140">
                <a:extLst>
                  <a:ext uri="{FF2B5EF4-FFF2-40B4-BE49-F238E27FC236}">
                    <a16:creationId xmlns:a16="http://schemas.microsoft.com/office/drawing/2014/main" id="{491317EE-03B2-46A6-98AC-76644B18D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8" y="191"/>
                <a:ext cx="30" cy="44"/>
              </a:xfrm>
              <a:custGeom>
                <a:avLst/>
                <a:gdLst>
                  <a:gd name="T0" fmla="*/ 12 w 13"/>
                  <a:gd name="T1" fmla="*/ 0 h 19"/>
                  <a:gd name="T2" fmla="*/ 7 w 13"/>
                  <a:gd name="T3" fmla="*/ 10 h 19"/>
                  <a:gd name="T4" fmla="*/ 0 w 13"/>
                  <a:gd name="T5" fmla="*/ 19 h 19"/>
                  <a:gd name="T6" fmla="*/ 5 w 13"/>
                  <a:gd name="T7" fmla="*/ 9 h 19"/>
                  <a:gd name="T8" fmla="*/ 12 w 13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9">
                    <a:moveTo>
                      <a:pt x="12" y="0"/>
                    </a:moveTo>
                    <a:cubicBezTo>
                      <a:pt x="13" y="0"/>
                      <a:pt x="10" y="5"/>
                      <a:pt x="7" y="10"/>
                    </a:cubicBezTo>
                    <a:cubicBezTo>
                      <a:pt x="4" y="15"/>
                      <a:pt x="1" y="19"/>
                      <a:pt x="0" y="19"/>
                    </a:cubicBezTo>
                    <a:cubicBezTo>
                      <a:pt x="0" y="19"/>
                      <a:pt x="2" y="14"/>
                      <a:pt x="5" y="9"/>
                    </a:cubicBezTo>
                    <a:cubicBezTo>
                      <a:pt x="9" y="4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6" name="Freeform 141">
                <a:extLst>
                  <a:ext uri="{FF2B5EF4-FFF2-40B4-BE49-F238E27FC236}">
                    <a16:creationId xmlns:a16="http://schemas.microsoft.com/office/drawing/2014/main" id="{D693AFCE-95B5-4597-8545-E8C599B53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" y="242"/>
                <a:ext cx="61" cy="77"/>
              </a:xfrm>
              <a:custGeom>
                <a:avLst/>
                <a:gdLst>
                  <a:gd name="T0" fmla="*/ 25 w 26"/>
                  <a:gd name="T1" fmla="*/ 0 h 33"/>
                  <a:gd name="T2" fmla="*/ 14 w 26"/>
                  <a:gd name="T3" fmla="*/ 17 h 33"/>
                  <a:gd name="T4" fmla="*/ 0 w 26"/>
                  <a:gd name="T5" fmla="*/ 33 h 33"/>
                  <a:gd name="T6" fmla="*/ 12 w 26"/>
                  <a:gd name="T7" fmla="*/ 16 h 33"/>
                  <a:gd name="T8" fmla="*/ 25 w 2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3">
                    <a:moveTo>
                      <a:pt x="25" y="0"/>
                    </a:moveTo>
                    <a:cubicBezTo>
                      <a:pt x="26" y="0"/>
                      <a:pt x="21" y="8"/>
                      <a:pt x="14" y="17"/>
                    </a:cubicBezTo>
                    <a:cubicBezTo>
                      <a:pt x="7" y="26"/>
                      <a:pt x="0" y="33"/>
                      <a:pt x="0" y="33"/>
                    </a:cubicBezTo>
                    <a:cubicBezTo>
                      <a:pt x="0" y="32"/>
                      <a:pt x="5" y="25"/>
                      <a:pt x="12" y="16"/>
                    </a:cubicBezTo>
                    <a:cubicBezTo>
                      <a:pt x="19" y="7"/>
                      <a:pt x="25" y="0"/>
                      <a:pt x="2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7" name="Freeform 142">
                <a:extLst>
                  <a:ext uri="{FF2B5EF4-FFF2-40B4-BE49-F238E27FC236}">
                    <a16:creationId xmlns:a16="http://schemas.microsoft.com/office/drawing/2014/main" id="{71416AFB-3EF3-45E3-8DFB-E50F19923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7" y="186"/>
                <a:ext cx="38" cy="47"/>
              </a:xfrm>
              <a:custGeom>
                <a:avLst/>
                <a:gdLst>
                  <a:gd name="T0" fmla="*/ 16 w 16"/>
                  <a:gd name="T1" fmla="*/ 0 h 20"/>
                  <a:gd name="T2" fmla="*/ 9 w 16"/>
                  <a:gd name="T3" fmla="*/ 11 h 20"/>
                  <a:gd name="T4" fmla="*/ 1 w 16"/>
                  <a:gd name="T5" fmla="*/ 20 h 20"/>
                  <a:gd name="T6" fmla="*/ 7 w 16"/>
                  <a:gd name="T7" fmla="*/ 9 h 20"/>
                  <a:gd name="T8" fmla="*/ 16 w 1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0"/>
                    </a:moveTo>
                    <a:cubicBezTo>
                      <a:pt x="16" y="0"/>
                      <a:pt x="13" y="5"/>
                      <a:pt x="9" y="11"/>
                    </a:cubicBezTo>
                    <a:cubicBezTo>
                      <a:pt x="5" y="16"/>
                      <a:pt x="1" y="20"/>
                      <a:pt x="1" y="20"/>
                    </a:cubicBezTo>
                    <a:cubicBezTo>
                      <a:pt x="0" y="19"/>
                      <a:pt x="3" y="15"/>
                      <a:pt x="7" y="9"/>
                    </a:cubicBezTo>
                    <a:cubicBezTo>
                      <a:pt x="12" y="4"/>
                      <a:pt x="15" y="0"/>
                      <a:pt x="16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8" name="Freeform 143">
                <a:extLst>
                  <a:ext uri="{FF2B5EF4-FFF2-40B4-BE49-F238E27FC236}">
                    <a16:creationId xmlns:a16="http://schemas.microsoft.com/office/drawing/2014/main" id="{57600352-346D-4933-A745-615421A11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328"/>
                <a:ext cx="46" cy="59"/>
              </a:xfrm>
              <a:custGeom>
                <a:avLst/>
                <a:gdLst>
                  <a:gd name="T0" fmla="*/ 19 w 20"/>
                  <a:gd name="T1" fmla="*/ 0 h 25"/>
                  <a:gd name="T2" fmla="*/ 10 w 20"/>
                  <a:gd name="T3" fmla="*/ 13 h 25"/>
                  <a:gd name="T4" fmla="*/ 1 w 20"/>
                  <a:gd name="T5" fmla="*/ 24 h 25"/>
                  <a:gd name="T6" fmla="*/ 9 w 20"/>
                  <a:gd name="T7" fmla="*/ 11 h 25"/>
                  <a:gd name="T8" fmla="*/ 19 w 20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5">
                    <a:moveTo>
                      <a:pt x="19" y="0"/>
                    </a:moveTo>
                    <a:cubicBezTo>
                      <a:pt x="20" y="1"/>
                      <a:pt x="15" y="6"/>
                      <a:pt x="10" y="13"/>
                    </a:cubicBezTo>
                    <a:cubicBezTo>
                      <a:pt x="5" y="19"/>
                      <a:pt x="1" y="25"/>
                      <a:pt x="1" y="24"/>
                    </a:cubicBezTo>
                    <a:cubicBezTo>
                      <a:pt x="0" y="24"/>
                      <a:pt x="3" y="18"/>
                      <a:pt x="9" y="11"/>
                    </a:cubicBezTo>
                    <a:cubicBezTo>
                      <a:pt x="14" y="5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" name="Freeform 144">
                <a:extLst>
                  <a:ext uri="{FF2B5EF4-FFF2-40B4-BE49-F238E27FC236}">
                    <a16:creationId xmlns:a16="http://schemas.microsoft.com/office/drawing/2014/main" id="{433F4A8C-D511-4EA1-8BC5-A8FDB4FE8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398"/>
                <a:ext cx="44" cy="58"/>
              </a:xfrm>
              <a:custGeom>
                <a:avLst/>
                <a:gdLst>
                  <a:gd name="T0" fmla="*/ 18 w 19"/>
                  <a:gd name="T1" fmla="*/ 0 h 25"/>
                  <a:gd name="T2" fmla="*/ 11 w 19"/>
                  <a:gd name="T3" fmla="*/ 13 h 25"/>
                  <a:gd name="T4" fmla="*/ 1 w 19"/>
                  <a:gd name="T5" fmla="*/ 25 h 25"/>
                  <a:gd name="T6" fmla="*/ 9 w 19"/>
                  <a:gd name="T7" fmla="*/ 12 h 25"/>
                  <a:gd name="T8" fmla="*/ 18 w 1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5">
                    <a:moveTo>
                      <a:pt x="18" y="0"/>
                    </a:moveTo>
                    <a:cubicBezTo>
                      <a:pt x="19" y="1"/>
                      <a:pt x="15" y="6"/>
                      <a:pt x="11" y="13"/>
                    </a:cubicBezTo>
                    <a:cubicBezTo>
                      <a:pt x="6" y="20"/>
                      <a:pt x="1" y="25"/>
                      <a:pt x="1" y="25"/>
                    </a:cubicBezTo>
                    <a:cubicBezTo>
                      <a:pt x="0" y="25"/>
                      <a:pt x="4" y="19"/>
                      <a:pt x="9" y="12"/>
                    </a:cubicBezTo>
                    <a:cubicBezTo>
                      <a:pt x="14" y="5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" name="Freeform 145">
                <a:extLst>
                  <a:ext uri="{FF2B5EF4-FFF2-40B4-BE49-F238E27FC236}">
                    <a16:creationId xmlns:a16="http://schemas.microsoft.com/office/drawing/2014/main" id="{8AA85B2B-3875-4502-9C66-B5B6AD420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" y="480"/>
                <a:ext cx="51" cy="65"/>
              </a:xfrm>
              <a:custGeom>
                <a:avLst/>
                <a:gdLst>
                  <a:gd name="T0" fmla="*/ 22 w 22"/>
                  <a:gd name="T1" fmla="*/ 0 h 28"/>
                  <a:gd name="T2" fmla="*/ 13 w 22"/>
                  <a:gd name="T3" fmla="*/ 15 h 28"/>
                  <a:gd name="T4" fmla="*/ 1 w 22"/>
                  <a:gd name="T5" fmla="*/ 28 h 28"/>
                  <a:gd name="T6" fmla="*/ 11 w 22"/>
                  <a:gd name="T7" fmla="*/ 14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cubicBezTo>
                      <a:pt x="22" y="0"/>
                      <a:pt x="18" y="7"/>
                      <a:pt x="13" y="15"/>
                    </a:cubicBezTo>
                    <a:cubicBezTo>
                      <a:pt x="7" y="23"/>
                      <a:pt x="1" y="28"/>
                      <a:pt x="1" y="28"/>
                    </a:cubicBezTo>
                    <a:cubicBezTo>
                      <a:pt x="0" y="28"/>
                      <a:pt x="5" y="22"/>
                      <a:pt x="11" y="14"/>
                    </a:cubicBezTo>
                    <a:cubicBezTo>
                      <a:pt x="17" y="6"/>
                      <a:pt x="21" y="0"/>
                      <a:pt x="2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" name="Freeform 146">
                <a:extLst>
                  <a:ext uri="{FF2B5EF4-FFF2-40B4-BE49-F238E27FC236}">
                    <a16:creationId xmlns:a16="http://schemas.microsoft.com/office/drawing/2014/main" id="{1662526B-029B-44FE-B3D6-1DB22F298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547"/>
                <a:ext cx="58" cy="79"/>
              </a:xfrm>
              <a:custGeom>
                <a:avLst/>
                <a:gdLst>
                  <a:gd name="T0" fmla="*/ 25 w 25"/>
                  <a:gd name="T1" fmla="*/ 0 h 34"/>
                  <a:gd name="T2" fmla="*/ 14 w 25"/>
                  <a:gd name="T3" fmla="*/ 18 h 34"/>
                  <a:gd name="T4" fmla="*/ 0 w 25"/>
                  <a:gd name="T5" fmla="*/ 33 h 34"/>
                  <a:gd name="T6" fmla="*/ 12 w 25"/>
                  <a:gd name="T7" fmla="*/ 17 h 34"/>
                  <a:gd name="T8" fmla="*/ 25 w 25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4">
                    <a:moveTo>
                      <a:pt x="25" y="0"/>
                    </a:moveTo>
                    <a:cubicBezTo>
                      <a:pt x="25" y="1"/>
                      <a:pt x="21" y="9"/>
                      <a:pt x="14" y="18"/>
                    </a:cubicBezTo>
                    <a:cubicBezTo>
                      <a:pt x="7" y="27"/>
                      <a:pt x="1" y="34"/>
                      <a:pt x="0" y="33"/>
                    </a:cubicBezTo>
                    <a:cubicBezTo>
                      <a:pt x="0" y="33"/>
                      <a:pt x="5" y="26"/>
                      <a:pt x="12" y="17"/>
                    </a:cubicBezTo>
                    <a:cubicBezTo>
                      <a:pt x="19" y="8"/>
                      <a:pt x="24" y="0"/>
                      <a:pt x="2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2" name="Freeform 147">
                <a:extLst>
                  <a:ext uri="{FF2B5EF4-FFF2-40B4-BE49-F238E27FC236}">
                    <a16:creationId xmlns:a16="http://schemas.microsoft.com/office/drawing/2014/main" id="{132F4834-4902-477E-8379-8023E987B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645"/>
                <a:ext cx="258" cy="342"/>
              </a:xfrm>
              <a:custGeom>
                <a:avLst/>
                <a:gdLst>
                  <a:gd name="T0" fmla="*/ 258 w 258"/>
                  <a:gd name="T1" fmla="*/ 56 h 342"/>
                  <a:gd name="T2" fmla="*/ 107 w 258"/>
                  <a:gd name="T3" fmla="*/ 342 h 342"/>
                  <a:gd name="T4" fmla="*/ 0 w 258"/>
                  <a:gd name="T5" fmla="*/ 284 h 342"/>
                  <a:gd name="T6" fmla="*/ 153 w 258"/>
                  <a:gd name="T7" fmla="*/ 0 h 342"/>
                  <a:gd name="T8" fmla="*/ 258 w 258"/>
                  <a:gd name="T9" fmla="*/ 56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342">
                    <a:moveTo>
                      <a:pt x="258" y="56"/>
                    </a:moveTo>
                    <a:lnTo>
                      <a:pt x="107" y="342"/>
                    </a:lnTo>
                    <a:lnTo>
                      <a:pt x="0" y="284"/>
                    </a:lnTo>
                    <a:lnTo>
                      <a:pt x="153" y="0"/>
                    </a:lnTo>
                    <a:lnTo>
                      <a:pt x="258" y="56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3" name="Freeform 148">
                <a:extLst>
                  <a:ext uri="{FF2B5EF4-FFF2-40B4-BE49-F238E27FC236}">
                    <a16:creationId xmlns:a16="http://schemas.microsoft.com/office/drawing/2014/main" id="{95F6D184-0CEF-44E1-93AD-3DC35DECB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659"/>
                <a:ext cx="260" cy="342"/>
              </a:xfrm>
              <a:custGeom>
                <a:avLst/>
                <a:gdLst>
                  <a:gd name="T0" fmla="*/ 260 w 260"/>
                  <a:gd name="T1" fmla="*/ 58 h 342"/>
                  <a:gd name="T2" fmla="*/ 107 w 260"/>
                  <a:gd name="T3" fmla="*/ 342 h 342"/>
                  <a:gd name="T4" fmla="*/ 0 w 260"/>
                  <a:gd name="T5" fmla="*/ 286 h 342"/>
                  <a:gd name="T6" fmla="*/ 153 w 260"/>
                  <a:gd name="T7" fmla="*/ 0 h 342"/>
                  <a:gd name="T8" fmla="*/ 260 w 260"/>
                  <a:gd name="T9" fmla="*/ 58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0" h="342">
                    <a:moveTo>
                      <a:pt x="260" y="58"/>
                    </a:moveTo>
                    <a:lnTo>
                      <a:pt x="107" y="342"/>
                    </a:lnTo>
                    <a:lnTo>
                      <a:pt x="0" y="286"/>
                    </a:lnTo>
                    <a:lnTo>
                      <a:pt x="153" y="0"/>
                    </a:lnTo>
                    <a:lnTo>
                      <a:pt x="260" y="58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4" name="Freeform 149">
                <a:extLst>
                  <a:ext uri="{FF2B5EF4-FFF2-40B4-BE49-F238E27FC236}">
                    <a16:creationId xmlns:a16="http://schemas.microsoft.com/office/drawing/2014/main" id="{E9528443-199D-45F0-B730-D436C421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726"/>
                <a:ext cx="62" cy="63"/>
              </a:xfrm>
              <a:custGeom>
                <a:avLst/>
                <a:gdLst>
                  <a:gd name="T0" fmla="*/ 3 w 27"/>
                  <a:gd name="T1" fmla="*/ 8 h 27"/>
                  <a:gd name="T2" fmla="*/ 8 w 27"/>
                  <a:gd name="T3" fmla="*/ 24 h 27"/>
                  <a:gd name="T4" fmla="*/ 24 w 27"/>
                  <a:gd name="T5" fmla="*/ 19 h 27"/>
                  <a:gd name="T6" fmla="*/ 19 w 27"/>
                  <a:gd name="T7" fmla="*/ 3 h 27"/>
                  <a:gd name="T8" fmla="*/ 3 w 27"/>
                  <a:gd name="T9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3" y="8"/>
                    </a:moveTo>
                    <a:cubicBezTo>
                      <a:pt x="0" y="14"/>
                      <a:pt x="2" y="21"/>
                      <a:pt x="8" y="24"/>
                    </a:cubicBezTo>
                    <a:cubicBezTo>
                      <a:pt x="13" y="27"/>
                      <a:pt x="20" y="25"/>
                      <a:pt x="24" y="19"/>
                    </a:cubicBezTo>
                    <a:cubicBezTo>
                      <a:pt x="27" y="14"/>
                      <a:pt x="24" y="7"/>
                      <a:pt x="19" y="3"/>
                    </a:cubicBezTo>
                    <a:cubicBezTo>
                      <a:pt x="13" y="0"/>
                      <a:pt x="6" y="3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5" name="Freeform 150">
                <a:extLst>
                  <a:ext uri="{FF2B5EF4-FFF2-40B4-BE49-F238E27FC236}">
                    <a16:creationId xmlns:a16="http://schemas.microsoft.com/office/drawing/2014/main" id="{D22B0C33-C46F-42B1-93C4-CF0DA9099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687"/>
                <a:ext cx="7" cy="55"/>
              </a:xfrm>
              <a:custGeom>
                <a:avLst/>
                <a:gdLst>
                  <a:gd name="T0" fmla="*/ 0 w 3"/>
                  <a:gd name="T1" fmla="*/ 0 h 24"/>
                  <a:gd name="T2" fmla="*/ 3 w 3"/>
                  <a:gd name="T3" fmla="*/ 12 h 24"/>
                  <a:gd name="T4" fmla="*/ 3 w 3"/>
                  <a:gd name="T5" fmla="*/ 24 h 24"/>
                  <a:gd name="T6" fmla="*/ 0 w 3"/>
                  <a:gd name="T7" fmla="*/ 12 h 24"/>
                  <a:gd name="T8" fmla="*/ 0 w 3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4">
                    <a:moveTo>
                      <a:pt x="0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3" y="19"/>
                      <a:pt x="3" y="24"/>
                      <a:pt x="3" y="24"/>
                    </a:cubicBezTo>
                    <a:cubicBezTo>
                      <a:pt x="2" y="24"/>
                      <a:pt x="1" y="19"/>
                      <a:pt x="0" y="12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6" name="Freeform 151">
                <a:extLst>
                  <a:ext uri="{FF2B5EF4-FFF2-40B4-BE49-F238E27FC236}">
                    <a16:creationId xmlns:a16="http://schemas.microsoft.com/office/drawing/2014/main" id="{BD93F236-5729-4C0E-98C4-D14A37D93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719"/>
                <a:ext cx="10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4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8"/>
                      <a:pt x="4" y="24"/>
                      <a:pt x="4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5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7" name="Freeform 152">
                <a:extLst>
                  <a:ext uri="{FF2B5EF4-FFF2-40B4-BE49-F238E27FC236}">
                    <a16:creationId xmlns:a16="http://schemas.microsoft.com/office/drawing/2014/main" id="{C05145F7-44C1-42BD-8703-D1978641B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749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9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8" name="Freeform 153">
                <a:extLst>
                  <a:ext uri="{FF2B5EF4-FFF2-40B4-BE49-F238E27FC236}">
                    <a16:creationId xmlns:a16="http://schemas.microsoft.com/office/drawing/2014/main" id="{CC3277FD-B60C-4341-A485-C0E14F90E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782"/>
                <a:ext cx="9" cy="56"/>
              </a:xfrm>
              <a:custGeom>
                <a:avLst/>
                <a:gdLst>
                  <a:gd name="T0" fmla="*/ 0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0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0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3" y="18"/>
                      <a:pt x="4" y="24"/>
                      <a:pt x="3" y="24"/>
                    </a:cubicBezTo>
                    <a:cubicBezTo>
                      <a:pt x="2" y="24"/>
                      <a:pt x="1" y="19"/>
                      <a:pt x="1" y="12"/>
                    </a:cubicBezTo>
                    <a:cubicBezTo>
                      <a:pt x="0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9" name="Freeform 154">
                <a:extLst>
                  <a:ext uri="{FF2B5EF4-FFF2-40B4-BE49-F238E27FC236}">
                    <a16:creationId xmlns:a16="http://schemas.microsoft.com/office/drawing/2014/main" id="{098A9BAC-99F8-4DC0-9677-0946A3995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9" y="812"/>
                <a:ext cx="10" cy="58"/>
              </a:xfrm>
              <a:custGeom>
                <a:avLst/>
                <a:gdLst>
                  <a:gd name="T0" fmla="*/ 1 w 4"/>
                  <a:gd name="T1" fmla="*/ 0 h 25"/>
                  <a:gd name="T2" fmla="*/ 3 w 4"/>
                  <a:gd name="T3" fmla="*/ 12 h 25"/>
                  <a:gd name="T4" fmla="*/ 4 w 4"/>
                  <a:gd name="T5" fmla="*/ 24 h 25"/>
                  <a:gd name="T6" fmla="*/ 1 w 4"/>
                  <a:gd name="T7" fmla="*/ 12 h 25"/>
                  <a:gd name="T8" fmla="*/ 1 w 4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5">
                    <a:moveTo>
                      <a:pt x="1" y="0"/>
                    </a:moveTo>
                    <a:cubicBezTo>
                      <a:pt x="2" y="0"/>
                      <a:pt x="3" y="6"/>
                      <a:pt x="3" y="12"/>
                    </a:cubicBezTo>
                    <a:cubicBezTo>
                      <a:pt x="4" y="19"/>
                      <a:pt x="4" y="24"/>
                      <a:pt x="4" y="24"/>
                    </a:cubicBezTo>
                    <a:cubicBezTo>
                      <a:pt x="3" y="25"/>
                      <a:pt x="2" y="19"/>
                      <a:pt x="1" y="12"/>
                    </a:cubicBezTo>
                    <a:cubicBezTo>
                      <a:pt x="1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" name="Freeform 155">
                <a:extLst>
                  <a:ext uri="{FF2B5EF4-FFF2-40B4-BE49-F238E27FC236}">
                    <a16:creationId xmlns:a16="http://schemas.microsoft.com/office/drawing/2014/main" id="{38D4F9EC-E8E9-4B45-BBBD-C21C92B90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845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8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5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1" name="Freeform 156">
                <a:extLst>
                  <a:ext uri="{FF2B5EF4-FFF2-40B4-BE49-F238E27FC236}">
                    <a16:creationId xmlns:a16="http://schemas.microsoft.com/office/drawing/2014/main" id="{2063A982-D3C8-4768-8773-EC6D32569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875"/>
                <a:ext cx="9" cy="58"/>
              </a:xfrm>
              <a:custGeom>
                <a:avLst/>
                <a:gdLst>
                  <a:gd name="T0" fmla="*/ 0 w 4"/>
                  <a:gd name="T1" fmla="*/ 0 h 25"/>
                  <a:gd name="T2" fmla="*/ 3 w 4"/>
                  <a:gd name="T3" fmla="*/ 12 h 25"/>
                  <a:gd name="T4" fmla="*/ 3 w 4"/>
                  <a:gd name="T5" fmla="*/ 25 h 25"/>
                  <a:gd name="T6" fmla="*/ 1 w 4"/>
                  <a:gd name="T7" fmla="*/ 13 h 25"/>
                  <a:gd name="T8" fmla="*/ 0 w 4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5">
                    <a:moveTo>
                      <a:pt x="0" y="0"/>
                    </a:moveTo>
                    <a:cubicBezTo>
                      <a:pt x="1" y="0"/>
                      <a:pt x="2" y="6"/>
                      <a:pt x="3" y="12"/>
                    </a:cubicBezTo>
                    <a:cubicBezTo>
                      <a:pt x="4" y="19"/>
                      <a:pt x="4" y="24"/>
                      <a:pt x="3" y="25"/>
                    </a:cubicBezTo>
                    <a:cubicBezTo>
                      <a:pt x="3" y="25"/>
                      <a:pt x="1" y="19"/>
                      <a:pt x="1" y="13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2" name="Freeform 157">
                <a:extLst>
                  <a:ext uri="{FF2B5EF4-FFF2-40B4-BE49-F238E27FC236}">
                    <a16:creationId xmlns:a16="http://schemas.microsoft.com/office/drawing/2014/main" id="{F242CB58-C0DC-4E93-97C4-E6A5D5BB3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3" y="659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9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3" name="Freeform 158">
                <a:extLst>
                  <a:ext uri="{FF2B5EF4-FFF2-40B4-BE49-F238E27FC236}">
                    <a16:creationId xmlns:a16="http://schemas.microsoft.com/office/drawing/2014/main" id="{4EDB1F2B-3C84-4C80-85F0-16D3FD698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649"/>
                <a:ext cx="7" cy="35"/>
              </a:xfrm>
              <a:custGeom>
                <a:avLst/>
                <a:gdLst>
                  <a:gd name="T0" fmla="*/ 1 w 3"/>
                  <a:gd name="T1" fmla="*/ 0 h 15"/>
                  <a:gd name="T2" fmla="*/ 3 w 3"/>
                  <a:gd name="T3" fmla="*/ 7 h 15"/>
                  <a:gd name="T4" fmla="*/ 2 w 3"/>
                  <a:gd name="T5" fmla="*/ 15 h 15"/>
                  <a:gd name="T6" fmla="*/ 1 w 3"/>
                  <a:gd name="T7" fmla="*/ 7 h 15"/>
                  <a:gd name="T8" fmla="*/ 1 w 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5">
                    <a:moveTo>
                      <a:pt x="1" y="0"/>
                    </a:moveTo>
                    <a:cubicBezTo>
                      <a:pt x="1" y="0"/>
                      <a:pt x="2" y="3"/>
                      <a:pt x="3" y="7"/>
                    </a:cubicBezTo>
                    <a:cubicBezTo>
                      <a:pt x="3" y="11"/>
                      <a:pt x="3" y="14"/>
                      <a:pt x="2" y="15"/>
                    </a:cubicBezTo>
                    <a:cubicBezTo>
                      <a:pt x="2" y="15"/>
                      <a:pt x="1" y="11"/>
                      <a:pt x="1" y="7"/>
                    </a:cubicBezTo>
                    <a:cubicBezTo>
                      <a:pt x="0" y="4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4" name="Freeform 159">
                <a:extLst>
                  <a:ext uri="{FF2B5EF4-FFF2-40B4-BE49-F238E27FC236}">
                    <a16:creationId xmlns:a16="http://schemas.microsoft.com/office/drawing/2014/main" id="{EE4719F3-13FE-4147-ADA4-3D305BE91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291"/>
                <a:ext cx="463" cy="586"/>
              </a:xfrm>
              <a:custGeom>
                <a:avLst/>
                <a:gdLst>
                  <a:gd name="T0" fmla="*/ 143 w 199"/>
                  <a:gd name="T1" fmla="*/ 252 h 252"/>
                  <a:gd name="T2" fmla="*/ 199 w 199"/>
                  <a:gd name="T3" fmla="*/ 142 h 252"/>
                  <a:gd name="T4" fmla="*/ 174 w 199"/>
                  <a:gd name="T5" fmla="*/ 81 h 252"/>
                  <a:gd name="T6" fmla="*/ 191 w 199"/>
                  <a:gd name="T7" fmla="*/ 20 h 252"/>
                  <a:gd name="T8" fmla="*/ 172 w 199"/>
                  <a:gd name="T9" fmla="*/ 5 h 252"/>
                  <a:gd name="T10" fmla="*/ 146 w 199"/>
                  <a:gd name="T11" fmla="*/ 7 h 252"/>
                  <a:gd name="T12" fmla="*/ 118 w 199"/>
                  <a:gd name="T13" fmla="*/ 65 h 252"/>
                  <a:gd name="T14" fmla="*/ 107 w 199"/>
                  <a:gd name="T15" fmla="*/ 70 h 252"/>
                  <a:gd name="T16" fmla="*/ 66 w 199"/>
                  <a:gd name="T17" fmla="*/ 48 h 252"/>
                  <a:gd name="T18" fmla="*/ 49 w 199"/>
                  <a:gd name="T19" fmla="*/ 45 h 252"/>
                  <a:gd name="T20" fmla="*/ 35 w 199"/>
                  <a:gd name="T21" fmla="*/ 57 h 252"/>
                  <a:gd name="T22" fmla="*/ 31 w 199"/>
                  <a:gd name="T23" fmla="*/ 87 h 252"/>
                  <a:gd name="T24" fmla="*/ 20 w 199"/>
                  <a:gd name="T25" fmla="*/ 105 h 252"/>
                  <a:gd name="T26" fmla="*/ 18 w 199"/>
                  <a:gd name="T27" fmla="*/ 121 h 252"/>
                  <a:gd name="T28" fmla="*/ 10 w 199"/>
                  <a:gd name="T29" fmla="*/ 145 h 252"/>
                  <a:gd name="T30" fmla="*/ 10 w 199"/>
                  <a:gd name="T31" fmla="*/ 159 h 252"/>
                  <a:gd name="T32" fmla="*/ 1 w 199"/>
                  <a:gd name="T33" fmla="*/ 184 h 252"/>
                  <a:gd name="T34" fmla="*/ 37 w 199"/>
                  <a:gd name="T35" fmla="*/ 220 h 252"/>
                  <a:gd name="T36" fmla="*/ 84 w 199"/>
                  <a:gd name="T37" fmla="*/ 231 h 252"/>
                  <a:gd name="T38" fmla="*/ 143 w 199"/>
                  <a:gd name="T39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9" h="252">
                    <a:moveTo>
                      <a:pt x="143" y="252"/>
                    </a:moveTo>
                    <a:cubicBezTo>
                      <a:pt x="199" y="142"/>
                      <a:pt x="199" y="142"/>
                      <a:pt x="199" y="142"/>
                    </a:cubicBezTo>
                    <a:cubicBezTo>
                      <a:pt x="199" y="142"/>
                      <a:pt x="177" y="125"/>
                      <a:pt x="174" y="81"/>
                    </a:cubicBezTo>
                    <a:cubicBezTo>
                      <a:pt x="171" y="51"/>
                      <a:pt x="189" y="31"/>
                      <a:pt x="191" y="20"/>
                    </a:cubicBezTo>
                    <a:cubicBezTo>
                      <a:pt x="193" y="13"/>
                      <a:pt x="178" y="7"/>
                      <a:pt x="172" y="5"/>
                    </a:cubicBezTo>
                    <a:cubicBezTo>
                      <a:pt x="166" y="2"/>
                      <a:pt x="155" y="0"/>
                      <a:pt x="146" y="7"/>
                    </a:cubicBezTo>
                    <a:cubicBezTo>
                      <a:pt x="129" y="20"/>
                      <a:pt x="118" y="65"/>
                      <a:pt x="118" y="65"/>
                    </a:cubicBezTo>
                    <a:cubicBezTo>
                      <a:pt x="118" y="65"/>
                      <a:pt x="118" y="76"/>
                      <a:pt x="107" y="70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1" y="45"/>
                      <a:pt x="55" y="44"/>
                      <a:pt x="49" y="45"/>
                    </a:cubicBezTo>
                    <a:cubicBezTo>
                      <a:pt x="44" y="46"/>
                      <a:pt x="39" y="49"/>
                      <a:pt x="35" y="57"/>
                    </a:cubicBezTo>
                    <a:cubicBezTo>
                      <a:pt x="28" y="73"/>
                      <a:pt x="33" y="84"/>
                      <a:pt x="31" y="87"/>
                    </a:cubicBezTo>
                    <a:cubicBezTo>
                      <a:pt x="29" y="90"/>
                      <a:pt x="22" y="94"/>
                      <a:pt x="20" y="105"/>
                    </a:cubicBezTo>
                    <a:cubicBezTo>
                      <a:pt x="18" y="116"/>
                      <a:pt x="21" y="116"/>
                      <a:pt x="18" y="121"/>
                    </a:cubicBezTo>
                    <a:cubicBezTo>
                      <a:pt x="16" y="125"/>
                      <a:pt x="10" y="137"/>
                      <a:pt x="10" y="145"/>
                    </a:cubicBezTo>
                    <a:cubicBezTo>
                      <a:pt x="9" y="154"/>
                      <a:pt x="10" y="159"/>
                      <a:pt x="10" y="159"/>
                    </a:cubicBezTo>
                    <a:cubicBezTo>
                      <a:pt x="10" y="159"/>
                      <a:pt x="0" y="173"/>
                      <a:pt x="1" y="184"/>
                    </a:cubicBezTo>
                    <a:cubicBezTo>
                      <a:pt x="1" y="198"/>
                      <a:pt x="24" y="219"/>
                      <a:pt x="37" y="220"/>
                    </a:cubicBezTo>
                    <a:cubicBezTo>
                      <a:pt x="44" y="221"/>
                      <a:pt x="71" y="228"/>
                      <a:pt x="84" y="231"/>
                    </a:cubicBezTo>
                    <a:cubicBezTo>
                      <a:pt x="97" y="234"/>
                      <a:pt x="135" y="241"/>
                      <a:pt x="143" y="25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5" name="Freeform 160">
                <a:extLst>
                  <a:ext uri="{FF2B5EF4-FFF2-40B4-BE49-F238E27FC236}">
                    <a16:creationId xmlns:a16="http://schemas.microsoft.com/office/drawing/2014/main" id="{A232069C-4E92-4B50-B871-D06C4DA55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10"/>
                <a:ext cx="463" cy="588"/>
              </a:xfrm>
              <a:custGeom>
                <a:avLst/>
                <a:gdLst>
                  <a:gd name="T0" fmla="*/ 140 w 199"/>
                  <a:gd name="T1" fmla="*/ 253 h 253"/>
                  <a:gd name="T2" fmla="*/ 199 w 199"/>
                  <a:gd name="T3" fmla="*/ 144 h 253"/>
                  <a:gd name="T4" fmla="*/ 174 w 199"/>
                  <a:gd name="T5" fmla="*/ 82 h 253"/>
                  <a:gd name="T6" fmla="*/ 176 w 199"/>
                  <a:gd name="T7" fmla="*/ 20 h 253"/>
                  <a:gd name="T8" fmla="*/ 168 w 199"/>
                  <a:gd name="T9" fmla="*/ 4 h 253"/>
                  <a:gd name="T10" fmla="*/ 145 w 199"/>
                  <a:gd name="T11" fmla="*/ 7 h 253"/>
                  <a:gd name="T12" fmla="*/ 118 w 199"/>
                  <a:gd name="T13" fmla="*/ 67 h 253"/>
                  <a:gd name="T14" fmla="*/ 107 w 199"/>
                  <a:gd name="T15" fmla="*/ 71 h 253"/>
                  <a:gd name="T16" fmla="*/ 66 w 199"/>
                  <a:gd name="T17" fmla="*/ 49 h 253"/>
                  <a:gd name="T18" fmla="*/ 49 w 199"/>
                  <a:gd name="T19" fmla="*/ 47 h 253"/>
                  <a:gd name="T20" fmla="*/ 35 w 199"/>
                  <a:gd name="T21" fmla="*/ 58 h 253"/>
                  <a:gd name="T22" fmla="*/ 31 w 199"/>
                  <a:gd name="T23" fmla="*/ 88 h 253"/>
                  <a:gd name="T24" fmla="*/ 20 w 199"/>
                  <a:gd name="T25" fmla="*/ 106 h 253"/>
                  <a:gd name="T26" fmla="*/ 18 w 199"/>
                  <a:gd name="T27" fmla="*/ 122 h 253"/>
                  <a:gd name="T28" fmla="*/ 10 w 199"/>
                  <a:gd name="T29" fmla="*/ 147 h 253"/>
                  <a:gd name="T30" fmla="*/ 10 w 199"/>
                  <a:gd name="T31" fmla="*/ 160 h 253"/>
                  <a:gd name="T32" fmla="*/ 1 w 199"/>
                  <a:gd name="T33" fmla="*/ 185 h 253"/>
                  <a:gd name="T34" fmla="*/ 20 w 199"/>
                  <a:gd name="T35" fmla="*/ 212 h 253"/>
                  <a:gd name="T36" fmla="*/ 84 w 199"/>
                  <a:gd name="T37" fmla="*/ 232 h 253"/>
                  <a:gd name="T38" fmla="*/ 140 w 199"/>
                  <a:gd name="T39" fmla="*/ 253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9" h="253">
                    <a:moveTo>
                      <a:pt x="140" y="253"/>
                    </a:moveTo>
                    <a:cubicBezTo>
                      <a:pt x="199" y="144"/>
                      <a:pt x="199" y="144"/>
                      <a:pt x="199" y="144"/>
                    </a:cubicBezTo>
                    <a:cubicBezTo>
                      <a:pt x="199" y="144"/>
                      <a:pt x="177" y="126"/>
                      <a:pt x="174" y="82"/>
                    </a:cubicBezTo>
                    <a:cubicBezTo>
                      <a:pt x="171" y="52"/>
                      <a:pt x="174" y="31"/>
                      <a:pt x="176" y="20"/>
                    </a:cubicBezTo>
                    <a:cubicBezTo>
                      <a:pt x="178" y="14"/>
                      <a:pt x="174" y="7"/>
                      <a:pt x="168" y="4"/>
                    </a:cubicBezTo>
                    <a:cubicBezTo>
                      <a:pt x="162" y="2"/>
                      <a:pt x="154" y="0"/>
                      <a:pt x="145" y="7"/>
                    </a:cubicBezTo>
                    <a:cubicBezTo>
                      <a:pt x="129" y="20"/>
                      <a:pt x="118" y="67"/>
                      <a:pt x="118" y="67"/>
                    </a:cubicBezTo>
                    <a:cubicBezTo>
                      <a:pt x="118" y="67"/>
                      <a:pt x="118" y="77"/>
                      <a:pt x="107" y="71"/>
                    </a:cubicBezTo>
                    <a:cubicBezTo>
                      <a:pt x="66" y="49"/>
                      <a:pt x="66" y="49"/>
                      <a:pt x="66" y="49"/>
                    </a:cubicBezTo>
                    <a:cubicBezTo>
                      <a:pt x="61" y="46"/>
                      <a:pt x="55" y="45"/>
                      <a:pt x="49" y="47"/>
                    </a:cubicBezTo>
                    <a:cubicBezTo>
                      <a:pt x="44" y="48"/>
                      <a:pt x="39" y="51"/>
                      <a:pt x="35" y="58"/>
                    </a:cubicBezTo>
                    <a:cubicBezTo>
                      <a:pt x="28" y="74"/>
                      <a:pt x="33" y="85"/>
                      <a:pt x="31" y="88"/>
                    </a:cubicBezTo>
                    <a:cubicBezTo>
                      <a:pt x="29" y="92"/>
                      <a:pt x="22" y="95"/>
                      <a:pt x="20" y="106"/>
                    </a:cubicBezTo>
                    <a:cubicBezTo>
                      <a:pt x="18" y="117"/>
                      <a:pt x="21" y="117"/>
                      <a:pt x="18" y="122"/>
                    </a:cubicBezTo>
                    <a:cubicBezTo>
                      <a:pt x="16" y="126"/>
                      <a:pt x="10" y="138"/>
                      <a:pt x="10" y="147"/>
                    </a:cubicBezTo>
                    <a:cubicBezTo>
                      <a:pt x="9" y="155"/>
                      <a:pt x="10" y="160"/>
                      <a:pt x="10" y="160"/>
                    </a:cubicBezTo>
                    <a:cubicBezTo>
                      <a:pt x="10" y="160"/>
                      <a:pt x="1" y="174"/>
                      <a:pt x="1" y="185"/>
                    </a:cubicBezTo>
                    <a:cubicBezTo>
                      <a:pt x="0" y="195"/>
                      <a:pt x="15" y="209"/>
                      <a:pt x="20" y="212"/>
                    </a:cubicBezTo>
                    <a:cubicBezTo>
                      <a:pt x="26" y="215"/>
                      <a:pt x="71" y="229"/>
                      <a:pt x="84" y="232"/>
                    </a:cubicBezTo>
                    <a:cubicBezTo>
                      <a:pt x="97" y="236"/>
                      <a:pt x="132" y="242"/>
                      <a:pt x="140" y="25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6" name="Freeform 161">
                <a:extLst>
                  <a:ext uri="{FF2B5EF4-FFF2-40B4-BE49-F238E27FC236}">
                    <a16:creationId xmlns:a16="http://schemas.microsoft.com/office/drawing/2014/main" id="{C00A5F71-0011-4605-B369-ED2B3E600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87"/>
                <a:ext cx="24" cy="74"/>
              </a:xfrm>
              <a:custGeom>
                <a:avLst/>
                <a:gdLst>
                  <a:gd name="T0" fmla="*/ 0 w 10"/>
                  <a:gd name="T1" fmla="*/ 1 h 32"/>
                  <a:gd name="T2" fmla="*/ 5 w 10"/>
                  <a:gd name="T3" fmla="*/ 16 h 32"/>
                  <a:gd name="T4" fmla="*/ 9 w 10"/>
                  <a:gd name="T5" fmla="*/ 31 h 32"/>
                  <a:gd name="T6" fmla="*/ 3 w 10"/>
                  <a:gd name="T7" fmla="*/ 16 h 32"/>
                  <a:gd name="T8" fmla="*/ 0 w 10"/>
                  <a:gd name="T9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32">
                    <a:moveTo>
                      <a:pt x="0" y="1"/>
                    </a:moveTo>
                    <a:cubicBezTo>
                      <a:pt x="1" y="0"/>
                      <a:pt x="3" y="7"/>
                      <a:pt x="5" y="16"/>
                    </a:cubicBezTo>
                    <a:cubicBezTo>
                      <a:pt x="8" y="24"/>
                      <a:pt x="10" y="31"/>
                      <a:pt x="9" y="31"/>
                    </a:cubicBezTo>
                    <a:cubicBezTo>
                      <a:pt x="9" y="32"/>
                      <a:pt x="6" y="25"/>
                      <a:pt x="3" y="16"/>
                    </a:cubicBezTo>
                    <a:cubicBezTo>
                      <a:pt x="1" y="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7" name="Freeform 162">
                <a:extLst>
                  <a:ext uri="{FF2B5EF4-FFF2-40B4-BE49-F238E27FC236}">
                    <a16:creationId xmlns:a16="http://schemas.microsoft.com/office/drawing/2014/main" id="{16468156-1B03-440A-990E-425BAB947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52"/>
                <a:ext cx="26" cy="65"/>
              </a:xfrm>
              <a:custGeom>
                <a:avLst/>
                <a:gdLst>
                  <a:gd name="T0" fmla="*/ 1 w 11"/>
                  <a:gd name="T1" fmla="*/ 0 h 28"/>
                  <a:gd name="T2" fmla="*/ 6 w 11"/>
                  <a:gd name="T3" fmla="*/ 13 h 28"/>
                  <a:gd name="T4" fmla="*/ 11 w 11"/>
                  <a:gd name="T5" fmla="*/ 27 h 28"/>
                  <a:gd name="T6" fmla="*/ 4 w 11"/>
                  <a:gd name="T7" fmla="*/ 14 h 28"/>
                  <a:gd name="T8" fmla="*/ 1 w 11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8">
                    <a:moveTo>
                      <a:pt x="1" y="0"/>
                    </a:moveTo>
                    <a:cubicBezTo>
                      <a:pt x="1" y="0"/>
                      <a:pt x="3" y="6"/>
                      <a:pt x="6" y="13"/>
                    </a:cubicBezTo>
                    <a:cubicBezTo>
                      <a:pt x="9" y="21"/>
                      <a:pt x="11" y="27"/>
                      <a:pt x="11" y="27"/>
                    </a:cubicBezTo>
                    <a:cubicBezTo>
                      <a:pt x="10" y="28"/>
                      <a:pt x="7" y="22"/>
                      <a:pt x="4" y="14"/>
                    </a:cubicBezTo>
                    <a:cubicBezTo>
                      <a:pt x="1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8" name="Freeform 163">
                <a:extLst>
                  <a:ext uri="{FF2B5EF4-FFF2-40B4-BE49-F238E27FC236}">
                    <a16:creationId xmlns:a16="http://schemas.microsoft.com/office/drawing/2014/main" id="{A70825EA-94EE-4E9A-AEC1-FA06C30BB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1"/>
                <a:ext cx="21" cy="52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  <a:gd name="T6" fmla="*/ 3 w 9"/>
                  <a:gd name="T7" fmla="*/ 12 h 22"/>
                  <a:gd name="T8" fmla="*/ 0 w 9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cubicBezTo>
                      <a:pt x="1" y="0"/>
                      <a:pt x="2" y="5"/>
                      <a:pt x="5" y="11"/>
                    </a:cubicBezTo>
                    <a:cubicBezTo>
                      <a:pt x="8" y="17"/>
                      <a:pt x="9" y="22"/>
                      <a:pt x="9" y="22"/>
                    </a:cubicBezTo>
                    <a:cubicBezTo>
                      <a:pt x="8" y="22"/>
                      <a:pt x="6" y="18"/>
                      <a:pt x="3" y="12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9" name="Freeform 164">
                <a:extLst>
                  <a:ext uri="{FF2B5EF4-FFF2-40B4-BE49-F238E27FC236}">
                    <a16:creationId xmlns:a16="http://schemas.microsoft.com/office/drawing/2014/main" id="{D368E244-AFCD-45C1-9056-2AB5D8943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00"/>
                <a:ext cx="16" cy="40"/>
              </a:xfrm>
              <a:custGeom>
                <a:avLst/>
                <a:gdLst>
                  <a:gd name="T0" fmla="*/ 1 w 7"/>
                  <a:gd name="T1" fmla="*/ 1 h 17"/>
                  <a:gd name="T2" fmla="*/ 5 w 7"/>
                  <a:gd name="T3" fmla="*/ 8 h 17"/>
                  <a:gd name="T4" fmla="*/ 7 w 7"/>
                  <a:gd name="T5" fmla="*/ 17 h 17"/>
                  <a:gd name="T6" fmla="*/ 3 w 7"/>
                  <a:gd name="T7" fmla="*/ 9 h 17"/>
                  <a:gd name="T8" fmla="*/ 1 w 7"/>
                  <a:gd name="T9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7">
                    <a:moveTo>
                      <a:pt x="1" y="1"/>
                    </a:moveTo>
                    <a:cubicBezTo>
                      <a:pt x="1" y="0"/>
                      <a:pt x="3" y="4"/>
                      <a:pt x="5" y="8"/>
                    </a:cubicBezTo>
                    <a:cubicBezTo>
                      <a:pt x="6" y="13"/>
                      <a:pt x="7" y="17"/>
                      <a:pt x="7" y="17"/>
                    </a:cubicBezTo>
                    <a:cubicBezTo>
                      <a:pt x="6" y="17"/>
                      <a:pt x="4" y="14"/>
                      <a:pt x="3" y="9"/>
                    </a:cubicBezTo>
                    <a:cubicBezTo>
                      <a:pt x="1" y="5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" name="Freeform 165">
                <a:extLst>
                  <a:ext uri="{FF2B5EF4-FFF2-40B4-BE49-F238E27FC236}">
                    <a16:creationId xmlns:a16="http://schemas.microsoft.com/office/drawing/2014/main" id="{3AE9038A-2B61-4496-8A43-44E1F4EBA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296"/>
                <a:ext cx="14" cy="23"/>
              </a:xfrm>
              <a:custGeom>
                <a:avLst/>
                <a:gdLst>
                  <a:gd name="T0" fmla="*/ 0 w 6"/>
                  <a:gd name="T1" fmla="*/ 1 h 10"/>
                  <a:gd name="T2" fmla="*/ 4 w 6"/>
                  <a:gd name="T3" fmla="*/ 5 h 10"/>
                  <a:gd name="T4" fmla="*/ 5 w 6"/>
                  <a:gd name="T5" fmla="*/ 10 h 10"/>
                  <a:gd name="T6" fmla="*/ 2 w 6"/>
                  <a:gd name="T7" fmla="*/ 6 h 10"/>
                  <a:gd name="T8" fmla="*/ 0 w 6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1"/>
                    </a:moveTo>
                    <a:cubicBezTo>
                      <a:pt x="1" y="0"/>
                      <a:pt x="2" y="2"/>
                      <a:pt x="4" y="5"/>
                    </a:cubicBezTo>
                    <a:cubicBezTo>
                      <a:pt x="5" y="7"/>
                      <a:pt x="6" y="9"/>
                      <a:pt x="5" y="10"/>
                    </a:cubicBezTo>
                    <a:cubicBezTo>
                      <a:pt x="5" y="10"/>
                      <a:pt x="3" y="8"/>
                      <a:pt x="2" y="6"/>
                    </a:cubicBezTo>
                    <a:cubicBezTo>
                      <a:pt x="0" y="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1" name="Freeform 166">
                <a:extLst>
                  <a:ext uri="{FF2B5EF4-FFF2-40B4-BE49-F238E27FC236}">
                    <a16:creationId xmlns:a16="http://schemas.microsoft.com/office/drawing/2014/main" id="{AB5D35DB-F1C6-49BC-BA41-234BB317C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435"/>
                <a:ext cx="18" cy="42"/>
              </a:xfrm>
              <a:custGeom>
                <a:avLst/>
                <a:gdLst>
                  <a:gd name="T0" fmla="*/ 1 w 8"/>
                  <a:gd name="T1" fmla="*/ 1 h 18"/>
                  <a:gd name="T2" fmla="*/ 5 w 8"/>
                  <a:gd name="T3" fmla="*/ 9 h 18"/>
                  <a:gd name="T4" fmla="*/ 8 w 8"/>
                  <a:gd name="T5" fmla="*/ 18 h 18"/>
                  <a:gd name="T6" fmla="*/ 3 w 8"/>
                  <a:gd name="T7" fmla="*/ 10 h 18"/>
                  <a:gd name="T8" fmla="*/ 1 w 8"/>
                  <a:gd name="T9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1" y="1"/>
                    </a:moveTo>
                    <a:cubicBezTo>
                      <a:pt x="2" y="0"/>
                      <a:pt x="3" y="4"/>
                      <a:pt x="5" y="9"/>
                    </a:cubicBezTo>
                    <a:cubicBezTo>
                      <a:pt x="7" y="14"/>
                      <a:pt x="8" y="18"/>
                      <a:pt x="8" y="18"/>
                    </a:cubicBezTo>
                    <a:cubicBezTo>
                      <a:pt x="7" y="18"/>
                      <a:pt x="5" y="14"/>
                      <a:pt x="3" y="10"/>
                    </a:cubicBezTo>
                    <a:cubicBezTo>
                      <a:pt x="2" y="5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2" name="Freeform 167">
                <a:extLst>
                  <a:ext uri="{FF2B5EF4-FFF2-40B4-BE49-F238E27FC236}">
                    <a16:creationId xmlns:a16="http://schemas.microsoft.com/office/drawing/2014/main" id="{999E9D91-F185-443D-8500-9F0482FFD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442"/>
                <a:ext cx="39" cy="72"/>
              </a:xfrm>
              <a:custGeom>
                <a:avLst/>
                <a:gdLst>
                  <a:gd name="T0" fmla="*/ 0 w 17"/>
                  <a:gd name="T1" fmla="*/ 0 h 31"/>
                  <a:gd name="T2" fmla="*/ 9 w 17"/>
                  <a:gd name="T3" fmla="*/ 15 h 31"/>
                  <a:gd name="T4" fmla="*/ 16 w 17"/>
                  <a:gd name="T5" fmla="*/ 31 h 31"/>
                  <a:gd name="T6" fmla="*/ 7 w 17"/>
                  <a:gd name="T7" fmla="*/ 16 h 31"/>
                  <a:gd name="T8" fmla="*/ 0 w 17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31">
                    <a:moveTo>
                      <a:pt x="0" y="0"/>
                    </a:moveTo>
                    <a:cubicBezTo>
                      <a:pt x="1" y="0"/>
                      <a:pt x="5" y="6"/>
                      <a:pt x="9" y="15"/>
                    </a:cubicBezTo>
                    <a:cubicBezTo>
                      <a:pt x="13" y="23"/>
                      <a:pt x="17" y="30"/>
                      <a:pt x="16" y="31"/>
                    </a:cubicBezTo>
                    <a:cubicBezTo>
                      <a:pt x="16" y="31"/>
                      <a:pt x="12" y="24"/>
                      <a:pt x="7" y="16"/>
                    </a:cubicBezTo>
                    <a:cubicBezTo>
                      <a:pt x="3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3" name="Freeform 168">
                <a:extLst>
                  <a:ext uri="{FF2B5EF4-FFF2-40B4-BE49-F238E27FC236}">
                    <a16:creationId xmlns:a16="http://schemas.microsoft.com/office/drawing/2014/main" id="{95D4D493-86F9-45CE-B9A6-33EEFBF1B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400"/>
                <a:ext cx="26" cy="42"/>
              </a:xfrm>
              <a:custGeom>
                <a:avLst/>
                <a:gdLst>
                  <a:gd name="T0" fmla="*/ 1 w 11"/>
                  <a:gd name="T1" fmla="*/ 0 h 18"/>
                  <a:gd name="T2" fmla="*/ 7 w 11"/>
                  <a:gd name="T3" fmla="*/ 8 h 18"/>
                  <a:gd name="T4" fmla="*/ 10 w 11"/>
                  <a:gd name="T5" fmla="*/ 18 h 18"/>
                  <a:gd name="T6" fmla="*/ 5 w 11"/>
                  <a:gd name="T7" fmla="*/ 9 h 18"/>
                  <a:gd name="T8" fmla="*/ 1 w 11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1" y="0"/>
                    </a:moveTo>
                    <a:cubicBezTo>
                      <a:pt x="1" y="0"/>
                      <a:pt x="4" y="3"/>
                      <a:pt x="7" y="8"/>
                    </a:cubicBezTo>
                    <a:cubicBezTo>
                      <a:pt x="9" y="14"/>
                      <a:pt x="11" y="18"/>
                      <a:pt x="10" y="18"/>
                    </a:cubicBezTo>
                    <a:cubicBezTo>
                      <a:pt x="10" y="18"/>
                      <a:pt x="7" y="14"/>
                      <a:pt x="5" y="9"/>
                    </a:cubicBezTo>
                    <a:cubicBezTo>
                      <a:pt x="2" y="4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4" name="Freeform 169">
                <a:extLst>
                  <a:ext uri="{FF2B5EF4-FFF2-40B4-BE49-F238E27FC236}">
                    <a16:creationId xmlns:a16="http://schemas.microsoft.com/office/drawing/2014/main" id="{1F781BFB-5E98-4F85-BE8B-5EDB2E4BC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512"/>
                <a:ext cx="28" cy="54"/>
              </a:xfrm>
              <a:custGeom>
                <a:avLst/>
                <a:gdLst>
                  <a:gd name="T0" fmla="*/ 0 w 12"/>
                  <a:gd name="T1" fmla="*/ 0 h 23"/>
                  <a:gd name="T2" fmla="*/ 7 w 12"/>
                  <a:gd name="T3" fmla="*/ 10 h 23"/>
                  <a:gd name="T4" fmla="*/ 12 w 12"/>
                  <a:gd name="T5" fmla="*/ 22 h 23"/>
                  <a:gd name="T6" fmla="*/ 6 w 12"/>
                  <a:gd name="T7" fmla="*/ 11 h 23"/>
                  <a:gd name="T8" fmla="*/ 0 w 12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3">
                    <a:moveTo>
                      <a:pt x="0" y="0"/>
                    </a:moveTo>
                    <a:cubicBezTo>
                      <a:pt x="1" y="0"/>
                      <a:pt x="4" y="4"/>
                      <a:pt x="7" y="10"/>
                    </a:cubicBezTo>
                    <a:cubicBezTo>
                      <a:pt x="11" y="17"/>
                      <a:pt x="12" y="22"/>
                      <a:pt x="12" y="22"/>
                    </a:cubicBezTo>
                    <a:cubicBezTo>
                      <a:pt x="11" y="23"/>
                      <a:pt x="9" y="18"/>
                      <a:pt x="6" y="11"/>
                    </a:cubicBezTo>
                    <a:cubicBezTo>
                      <a:pt x="2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5" name="Freeform 170">
                <a:extLst>
                  <a:ext uri="{FF2B5EF4-FFF2-40B4-BE49-F238E27FC236}">
                    <a16:creationId xmlns:a16="http://schemas.microsoft.com/office/drawing/2014/main" id="{B1C82A48-2B61-4456-B266-1F6B4683F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568"/>
                <a:ext cx="28" cy="53"/>
              </a:xfrm>
              <a:custGeom>
                <a:avLst/>
                <a:gdLst>
                  <a:gd name="T0" fmla="*/ 1 w 12"/>
                  <a:gd name="T1" fmla="*/ 0 h 23"/>
                  <a:gd name="T2" fmla="*/ 7 w 12"/>
                  <a:gd name="T3" fmla="*/ 11 h 23"/>
                  <a:gd name="T4" fmla="*/ 11 w 12"/>
                  <a:gd name="T5" fmla="*/ 23 h 23"/>
                  <a:gd name="T6" fmla="*/ 5 w 12"/>
                  <a:gd name="T7" fmla="*/ 12 h 23"/>
                  <a:gd name="T8" fmla="*/ 1 w 12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3">
                    <a:moveTo>
                      <a:pt x="1" y="0"/>
                    </a:moveTo>
                    <a:cubicBezTo>
                      <a:pt x="1" y="0"/>
                      <a:pt x="4" y="5"/>
                      <a:pt x="7" y="11"/>
                    </a:cubicBezTo>
                    <a:cubicBezTo>
                      <a:pt x="10" y="17"/>
                      <a:pt x="12" y="23"/>
                      <a:pt x="11" y="23"/>
                    </a:cubicBezTo>
                    <a:cubicBezTo>
                      <a:pt x="11" y="23"/>
                      <a:pt x="8" y="18"/>
                      <a:pt x="5" y="12"/>
                    </a:cubicBezTo>
                    <a:cubicBezTo>
                      <a:pt x="2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6" name="Freeform 171">
                <a:extLst>
                  <a:ext uri="{FF2B5EF4-FFF2-40B4-BE49-F238E27FC236}">
                    <a16:creationId xmlns:a16="http://schemas.microsoft.com/office/drawing/2014/main" id="{A8446AE1-80B4-4757-B9DD-73231DB49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633"/>
                <a:ext cx="30" cy="61"/>
              </a:xfrm>
              <a:custGeom>
                <a:avLst/>
                <a:gdLst>
                  <a:gd name="T0" fmla="*/ 0 w 13"/>
                  <a:gd name="T1" fmla="*/ 0 h 26"/>
                  <a:gd name="T2" fmla="*/ 7 w 13"/>
                  <a:gd name="T3" fmla="*/ 13 h 26"/>
                  <a:gd name="T4" fmla="*/ 13 w 13"/>
                  <a:gd name="T5" fmla="*/ 26 h 26"/>
                  <a:gd name="T6" fmla="*/ 5 w 13"/>
                  <a:gd name="T7" fmla="*/ 14 h 26"/>
                  <a:gd name="T8" fmla="*/ 0 w 13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6">
                    <a:moveTo>
                      <a:pt x="0" y="0"/>
                    </a:moveTo>
                    <a:cubicBezTo>
                      <a:pt x="1" y="0"/>
                      <a:pt x="3" y="5"/>
                      <a:pt x="7" y="13"/>
                    </a:cubicBezTo>
                    <a:cubicBezTo>
                      <a:pt x="10" y="20"/>
                      <a:pt x="13" y="26"/>
                      <a:pt x="13" y="26"/>
                    </a:cubicBezTo>
                    <a:cubicBezTo>
                      <a:pt x="12" y="26"/>
                      <a:pt x="9" y="21"/>
                      <a:pt x="5" y="14"/>
                    </a:cubicBezTo>
                    <a:cubicBezTo>
                      <a:pt x="2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7" name="Freeform 172">
                <a:extLst>
                  <a:ext uri="{FF2B5EF4-FFF2-40B4-BE49-F238E27FC236}">
                    <a16:creationId xmlns:a16="http://schemas.microsoft.com/office/drawing/2014/main" id="{D56FE157-1D2D-47E3-912A-F1867174F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687"/>
                <a:ext cx="34" cy="72"/>
              </a:xfrm>
              <a:custGeom>
                <a:avLst/>
                <a:gdLst>
                  <a:gd name="T0" fmla="*/ 0 w 15"/>
                  <a:gd name="T1" fmla="*/ 1 h 31"/>
                  <a:gd name="T2" fmla="*/ 8 w 15"/>
                  <a:gd name="T3" fmla="*/ 16 h 31"/>
                  <a:gd name="T4" fmla="*/ 15 w 15"/>
                  <a:gd name="T5" fmla="*/ 31 h 31"/>
                  <a:gd name="T6" fmla="*/ 6 w 15"/>
                  <a:gd name="T7" fmla="*/ 17 h 31"/>
                  <a:gd name="T8" fmla="*/ 0 w 15"/>
                  <a:gd name="T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1">
                    <a:moveTo>
                      <a:pt x="0" y="1"/>
                    </a:moveTo>
                    <a:cubicBezTo>
                      <a:pt x="1" y="0"/>
                      <a:pt x="4" y="7"/>
                      <a:pt x="8" y="16"/>
                    </a:cubicBezTo>
                    <a:cubicBezTo>
                      <a:pt x="12" y="24"/>
                      <a:pt x="15" y="31"/>
                      <a:pt x="15" y="31"/>
                    </a:cubicBezTo>
                    <a:cubicBezTo>
                      <a:pt x="15" y="31"/>
                      <a:pt x="10" y="25"/>
                      <a:pt x="6" y="17"/>
                    </a:cubicBezTo>
                    <a:cubicBezTo>
                      <a:pt x="2" y="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8" name="Freeform 173">
                <a:extLst>
                  <a:ext uri="{FF2B5EF4-FFF2-40B4-BE49-F238E27FC236}">
                    <a16:creationId xmlns:a16="http://schemas.microsoft.com/office/drawing/2014/main" id="{4078A8A3-7458-4547-85D0-89148CDB9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" y="72"/>
                <a:ext cx="951" cy="1289"/>
              </a:xfrm>
              <a:custGeom>
                <a:avLst/>
                <a:gdLst>
                  <a:gd name="T0" fmla="*/ 0 w 409"/>
                  <a:gd name="T1" fmla="*/ 506 h 554"/>
                  <a:gd name="T2" fmla="*/ 6 w 409"/>
                  <a:gd name="T3" fmla="*/ 240 h 554"/>
                  <a:gd name="T4" fmla="*/ 119 w 409"/>
                  <a:gd name="T5" fmla="*/ 147 h 554"/>
                  <a:gd name="T6" fmla="*/ 147 w 409"/>
                  <a:gd name="T7" fmla="*/ 14 h 554"/>
                  <a:gd name="T8" fmla="*/ 200 w 409"/>
                  <a:gd name="T9" fmla="*/ 4 h 554"/>
                  <a:gd name="T10" fmla="*/ 247 w 409"/>
                  <a:gd name="T11" fmla="*/ 36 h 554"/>
                  <a:gd name="T12" fmla="*/ 240 w 409"/>
                  <a:gd name="T13" fmla="*/ 176 h 554"/>
                  <a:gd name="T14" fmla="*/ 257 w 409"/>
                  <a:gd name="T15" fmla="*/ 196 h 554"/>
                  <a:gd name="T16" fmla="*/ 357 w 409"/>
                  <a:gd name="T17" fmla="*/ 196 h 554"/>
                  <a:gd name="T18" fmla="*/ 393 w 409"/>
                  <a:gd name="T19" fmla="*/ 208 h 554"/>
                  <a:gd name="T20" fmla="*/ 407 w 409"/>
                  <a:gd name="T21" fmla="*/ 244 h 554"/>
                  <a:gd name="T22" fmla="*/ 384 w 409"/>
                  <a:gd name="T23" fmla="*/ 307 h 554"/>
                  <a:gd name="T24" fmla="*/ 387 w 409"/>
                  <a:gd name="T25" fmla="*/ 352 h 554"/>
                  <a:gd name="T26" fmla="*/ 374 w 409"/>
                  <a:gd name="T27" fmla="*/ 384 h 554"/>
                  <a:gd name="T28" fmla="*/ 365 w 409"/>
                  <a:gd name="T29" fmla="*/ 440 h 554"/>
                  <a:gd name="T30" fmla="*/ 350 w 409"/>
                  <a:gd name="T31" fmla="*/ 465 h 554"/>
                  <a:gd name="T32" fmla="*/ 343 w 409"/>
                  <a:gd name="T33" fmla="*/ 522 h 554"/>
                  <a:gd name="T34" fmla="*/ 277 w 409"/>
                  <a:gd name="T35" fmla="*/ 554 h 554"/>
                  <a:gd name="T36" fmla="*/ 135 w 409"/>
                  <a:gd name="T37" fmla="*/ 527 h 554"/>
                  <a:gd name="T38" fmla="*/ 0 w 409"/>
                  <a:gd name="T39" fmla="*/ 506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9" h="554">
                    <a:moveTo>
                      <a:pt x="0" y="506"/>
                    </a:moveTo>
                    <a:cubicBezTo>
                      <a:pt x="6" y="240"/>
                      <a:pt x="6" y="240"/>
                      <a:pt x="6" y="240"/>
                    </a:cubicBezTo>
                    <a:cubicBezTo>
                      <a:pt x="6" y="240"/>
                      <a:pt x="66" y="228"/>
                      <a:pt x="119" y="147"/>
                    </a:cubicBezTo>
                    <a:cubicBezTo>
                      <a:pt x="154" y="94"/>
                      <a:pt x="141" y="37"/>
                      <a:pt x="147" y="14"/>
                    </a:cubicBezTo>
                    <a:cubicBezTo>
                      <a:pt x="152" y="0"/>
                      <a:pt x="185" y="3"/>
                      <a:pt x="200" y="4"/>
                    </a:cubicBezTo>
                    <a:cubicBezTo>
                      <a:pt x="214" y="6"/>
                      <a:pt x="237" y="14"/>
                      <a:pt x="247" y="36"/>
                    </a:cubicBezTo>
                    <a:cubicBezTo>
                      <a:pt x="265" y="77"/>
                      <a:pt x="240" y="176"/>
                      <a:pt x="240" y="176"/>
                    </a:cubicBezTo>
                    <a:cubicBezTo>
                      <a:pt x="240" y="176"/>
                      <a:pt x="229" y="196"/>
                      <a:pt x="257" y="196"/>
                    </a:cubicBezTo>
                    <a:cubicBezTo>
                      <a:pt x="357" y="196"/>
                      <a:pt x="357" y="196"/>
                      <a:pt x="357" y="196"/>
                    </a:cubicBezTo>
                    <a:cubicBezTo>
                      <a:pt x="370" y="196"/>
                      <a:pt x="383" y="200"/>
                      <a:pt x="393" y="208"/>
                    </a:cubicBezTo>
                    <a:cubicBezTo>
                      <a:pt x="401" y="216"/>
                      <a:pt x="409" y="227"/>
                      <a:pt x="407" y="244"/>
                    </a:cubicBezTo>
                    <a:cubicBezTo>
                      <a:pt x="404" y="282"/>
                      <a:pt x="384" y="299"/>
                      <a:pt x="384" y="307"/>
                    </a:cubicBezTo>
                    <a:cubicBezTo>
                      <a:pt x="384" y="315"/>
                      <a:pt x="395" y="329"/>
                      <a:pt x="387" y="352"/>
                    </a:cubicBezTo>
                    <a:cubicBezTo>
                      <a:pt x="379" y="375"/>
                      <a:pt x="374" y="373"/>
                      <a:pt x="374" y="384"/>
                    </a:cubicBezTo>
                    <a:cubicBezTo>
                      <a:pt x="374" y="395"/>
                      <a:pt x="372" y="423"/>
                      <a:pt x="365" y="440"/>
                    </a:cubicBezTo>
                    <a:cubicBezTo>
                      <a:pt x="358" y="457"/>
                      <a:pt x="350" y="465"/>
                      <a:pt x="350" y="465"/>
                    </a:cubicBezTo>
                    <a:cubicBezTo>
                      <a:pt x="350" y="465"/>
                      <a:pt x="353" y="501"/>
                      <a:pt x="343" y="522"/>
                    </a:cubicBezTo>
                    <a:cubicBezTo>
                      <a:pt x="333" y="543"/>
                      <a:pt x="291" y="554"/>
                      <a:pt x="277" y="554"/>
                    </a:cubicBezTo>
                    <a:cubicBezTo>
                      <a:pt x="263" y="554"/>
                      <a:pt x="163" y="534"/>
                      <a:pt x="135" y="527"/>
                    </a:cubicBezTo>
                    <a:cubicBezTo>
                      <a:pt x="107" y="520"/>
                      <a:pt x="27" y="493"/>
                      <a:pt x="0" y="50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9" name="Freeform 174">
                <a:extLst>
                  <a:ext uri="{FF2B5EF4-FFF2-40B4-BE49-F238E27FC236}">
                    <a16:creationId xmlns:a16="http://schemas.microsoft.com/office/drawing/2014/main" id="{B4D6525E-8FDE-4B5A-8914-D86ECCEFA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" y="79"/>
                <a:ext cx="937" cy="1282"/>
              </a:xfrm>
              <a:custGeom>
                <a:avLst/>
                <a:gdLst>
                  <a:gd name="T0" fmla="*/ 0 w 403"/>
                  <a:gd name="T1" fmla="*/ 506 h 551"/>
                  <a:gd name="T2" fmla="*/ 0 w 403"/>
                  <a:gd name="T3" fmla="*/ 237 h 551"/>
                  <a:gd name="T4" fmla="*/ 113 w 403"/>
                  <a:gd name="T5" fmla="*/ 144 h 551"/>
                  <a:gd name="T6" fmla="*/ 170 w 403"/>
                  <a:gd name="T7" fmla="*/ 24 h 551"/>
                  <a:gd name="T8" fmla="*/ 203 w 403"/>
                  <a:gd name="T9" fmla="*/ 2 h 551"/>
                  <a:gd name="T10" fmla="*/ 244 w 403"/>
                  <a:gd name="T11" fmla="*/ 32 h 551"/>
                  <a:gd name="T12" fmla="*/ 234 w 403"/>
                  <a:gd name="T13" fmla="*/ 173 h 551"/>
                  <a:gd name="T14" fmla="*/ 251 w 403"/>
                  <a:gd name="T15" fmla="*/ 193 h 551"/>
                  <a:gd name="T16" fmla="*/ 351 w 403"/>
                  <a:gd name="T17" fmla="*/ 193 h 551"/>
                  <a:gd name="T18" fmla="*/ 387 w 403"/>
                  <a:gd name="T19" fmla="*/ 205 h 551"/>
                  <a:gd name="T20" fmla="*/ 401 w 403"/>
                  <a:gd name="T21" fmla="*/ 241 h 551"/>
                  <a:gd name="T22" fmla="*/ 378 w 403"/>
                  <a:gd name="T23" fmla="*/ 304 h 551"/>
                  <a:gd name="T24" fmla="*/ 381 w 403"/>
                  <a:gd name="T25" fmla="*/ 349 h 551"/>
                  <a:gd name="T26" fmla="*/ 368 w 403"/>
                  <a:gd name="T27" fmla="*/ 381 h 551"/>
                  <a:gd name="T28" fmla="*/ 359 w 403"/>
                  <a:gd name="T29" fmla="*/ 437 h 551"/>
                  <a:gd name="T30" fmla="*/ 344 w 403"/>
                  <a:gd name="T31" fmla="*/ 462 h 551"/>
                  <a:gd name="T32" fmla="*/ 337 w 403"/>
                  <a:gd name="T33" fmla="*/ 519 h 551"/>
                  <a:gd name="T34" fmla="*/ 271 w 403"/>
                  <a:gd name="T35" fmla="*/ 551 h 551"/>
                  <a:gd name="T36" fmla="*/ 129 w 403"/>
                  <a:gd name="T37" fmla="*/ 524 h 551"/>
                  <a:gd name="T38" fmla="*/ 0 w 403"/>
                  <a:gd name="T39" fmla="*/ 506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3" h="551">
                    <a:moveTo>
                      <a:pt x="0" y="506"/>
                    </a:move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37"/>
                      <a:pt x="60" y="225"/>
                      <a:pt x="113" y="144"/>
                    </a:cubicBezTo>
                    <a:cubicBezTo>
                      <a:pt x="148" y="91"/>
                      <a:pt x="164" y="48"/>
                      <a:pt x="170" y="24"/>
                    </a:cubicBezTo>
                    <a:cubicBezTo>
                      <a:pt x="174" y="10"/>
                      <a:pt x="188" y="0"/>
                      <a:pt x="203" y="2"/>
                    </a:cubicBezTo>
                    <a:cubicBezTo>
                      <a:pt x="217" y="4"/>
                      <a:pt x="234" y="9"/>
                      <a:pt x="244" y="32"/>
                    </a:cubicBezTo>
                    <a:cubicBezTo>
                      <a:pt x="262" y="73"/>
                      <a:pt x="234" y="173"/>
                      <a:pt x="234" y="173"/>
                    </a:cubicBezTo>
                    <a:cubicBezTo>
                      <a:pt x="234" y="173"/>
                      <a:pt x="223" y="193"/>
                      <a:pt x="251" y="193"/>
                    </a:cubicBezTo>
                    <a:cubicBezTo>
                      <a:pt x="351" y="193"/>
                      <a:pt x="351" y="193"/>
                      <a:pt x="351" y="193"/>
                    </a:cubicBezTo>
                    <a:cubicBezTo>
                      <a:pt x="364" y="193"/>
                      <a:pt x="377" y="197"/>
                      <a:pt x="387" y="205"/>
                    </a:cubicBezTo>
                    <a:cubicBezTo>
                      <a:pt x="395" y="213"/>
                      <a:pt x="403" y="224"/>
                      <a:pt x="401" y="241"/>
                    </a:cubicBezTo>
                    <a:cubicBezTo>
                      <a:pt x="398" y="279"/>
                      <a:pt x="378" y="296"/>
                      <a:pt x="378" y="304"/>
                    </a:cubicBezTo>
                    <a:cubicBezTo>
                      <a:pt x="378" y="312"/>
                      <a:pt x="389" y="326"/>
                      <a:pt x="381" y="349"/>
                    </a:cubicBezTo>
                    <a:cubicBezTo>
                      <a:pt x="373" y="372"/>
                      <a:pt x="368" y="370"/>
                      <a:pt x="368" y="381"/>
                    </a:cubicBezTo>
                    <a:cubicBezTo>
                      <a:pt x="368" y="392"/>
                      <a:pt x="366" y="420"/>
                      <a:pt x="359" y="437"/>
                    </a:cubicBezTo>
                    <a:cubicBezTo>
                      <a:pt x="352" y="454"/>
                      <a:pt x="344" y="462"/>
                      <a:pt x="344" y="462"/>
                    </a:cubicBezTo>
                    <a:cubicBezTo>
                      <a:pt x="344" y="462"/>
                      <a:pt x="347" y="498"/>
                      <a:pt x="337" y="519"/>
                    </a:cubicBezTo>
                    <a:cubicBezTo>
                      <a:pt x="327" y="540"/>
                      <a:pt x="285" y="551"/>
                      <a:pt x="271" y="551"/>
                    </a:cubicBezTo>
                    <a:cubicBezTo>
                      <a:pt x="257" y="551"/>
                      <a:pt x="157" y="531"/>
                      <a:pt x="129" y="524"/>
                    </a:cubicBezTo>
                    <a:cubicBezTo>
                      <a:pt x="101" y="517"/>
                      <a:pt x="28" y="493"/>
                      <a:pt x="0" y="506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" name="Freeform 175">
                <a:extLst>
                  <a:ext uri="{FF2B5EF4-FFF2-40B4-BE49-F238E27FC236}">
                    <a16:creationId xmlns:a16="http://schemas.microsoft.com/office/drawing/2014/main" id="{6499251E-84FC-4204-8060-EC84C8133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3" y="10"/>
                <a:ext cx="103" cy="83"/>
              </a:xfrm>
              <a:custGeom>
                <a:avLst/>
                <a:gdLst>
                  <a:gd name="T0" fmla="*/ 44 w 44"/>
                  <a:gd name="T1" fmla="*/ 35 h 36"/>
                  <a:gd name="T2" fmla="*/ 22 w 44"/>
                  <a:gd name="T3" fmla="*/ 19 h 36"/>
                  <a:gd name="T4" fmla="*/ 1 w 44"/>
                  <a:gd name="T5" fmla="*/ 0 h 36"/>
                  <a:gd name="T6" fmla="*/ 23 w 44"/>
                  <a:gd name="T7" fmla="*/ 17 h 36"/>
                  <a:gd name="T8" fmla="*/ 44 w 44"/>
                  <a:gd name="T9" fmla="*/ 3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6">
                    <a:moveTo>
                      <a:pt x="44" y="35"/>
                    </a:moveTo>
                    <a:cubicBezTo>
                      <a:pt x="44" y="36"/>
                      <a:pt x="34" y="28"/>
                      <a:pt x="22" y="19"/>
                    </a:cubicBezTo>
                    <a:cubicBezTo>
                      <a:pt x="10" y="9"/>
                      <a:pt x="0" y="1"/>
                      <a:pt x="1" y="0"/>
                    </a:cubicBezTo>
                    <a:cubicBezTo>
                      <a:pt x="1" y="0"/>
                      <a:pt x="11" y="7"/>
                      <a:pt x="23" y="17"/>
                    </a:cubicBezTo>
                    <a:cubicBezTo>
                      <a:pt x="35" y="27"/>
                      <a:pt x="44" y="35"/>
                      <a:pt x="44" y="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" name="Freeform 176">
                <a:extLst>
                  <a:ext uri="{FF2B5EF4-FFF2-40B4-BE49-F238E27FC236}">
                    <a16:creationId xmlns:a16="http://schemas.microsoft.com/office/drawing/2014/main" id="{560D786E-F9F3-49C3-BDB7-DCD8F71A8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9" y="-151"/>
                <a:ext cx="107" cy="172"/>
              </a:xfrm>
              <a:custGeom>
                <a:avLst/>
                <a:gdLst>
                  <a:gd name="T0" fmla="*/ 46 w 46"/>
                  <a:gd name="T1" fmla="*/ 74 h 74"/>
                  <a:gd name="T2" fmla="*/ 38 w 46"/>
                  <a:gd name="T3" fmla="*/ 64 h 74"/>
                  <a:gd name="T4" fmla="*/ 21 w 46"/>
                  <a:gd name="T5" fmla="*/ 38 h 74"/>
                  <a:gd name="T6" fmla="*/ 6 w 46"/>
                  <a:gd name="T7" fmla="*/ 12 h 74"/>
                  <a:gd name="T8" fmla="*/ 0 w 46"/>
                  <a:gd name="T9" fmla="*/ 0 h 74"/>
                  <a:gd name="T10" fmla="*/ 7 w 46"/>
                  <a:gd name="T11" fmla="*/ 11 h 74"/>
                  <a:gd name="T12" fmla="*/ 23 w 46"/>
                  <a:gd name="T13" fmla="*/ 37 h 74"/>
                  <a:gd name="T14" fmla="*/ 39 w 46"/>
                  <a:gd name="T15" fmla="*/ 63 h 74"/>
                  <a:gd name="T16" fmla="*/ 46 w 46"/>
                  <a:gd name="T1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74">
                    <a:moveTo>
                      <a:pt x="46" y="74"/>
                    </a:moveTo>
                    <a:cubicBezTo>
                      <a:pt x="45" y="74"/>
                      <a:pt x="42" y="70"/>
                      <a:pt x="38" y="64"/>
                    </a:cubicBezTo>
                    <a:cubicBezTo>
                      <a:pt x="33" y="58"/>
                      <a:pt x="27" y="49"/>
                      <a:pt x="21" y="38"/>
                    </a:cubicBezTo>
                    <a:cubicBezTo>
                      <a:pt x="15" y="28"/>
                      <a:pt x="9" y="19"/>
                      <a:pt x="6" y="12"/>
                    </a:cubicBezTo>
                    <a:cubicBezTo>
                      <a:pt x="2" y="5"/>
                      <a:pt x="0" y="0"/>
                      <a:pt x="0" y="0"/>
                    </a:cubicBezTo>
                    <a:cubicBezTo>
                      <a:pt x="1" y="0"/>
                      <a:pt x="3" y="4"/>
                      <a:pt x="7" y="11"/>
                    </a:cubicBezTo>
                    <a:cubicBezTo>
                      <a:pt x="11" y="18"/>
                      <a:pt x="17" y="27"/>
                      <a:pt x="23" y="37"/>
                    </a:cubicBezTo>
                    <a:cubicBezTo>
                      <a:pt x="29" y="47"/>
                      <a:pt x="35" y="56"/>
                      <a:pt x="39" y="63"/>
                    </a:cubicBezTo>
                    <a:cubicBezTo>
                      <a:pt x="43" y="70"/>
                      <a:pt x="46" y="74"/>
                      <a:pt x="46" y="7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2" name="Oval 177">
                <a:extLst>
                  <a:ext uri="{FF2B5EF4-FFF2-40B4-BE49-F238E27FC236}">
                    <a16:creationId xmlns:a16="http://schemas.microsoft.com/office/drawing/2014/main" id="{58714B94-AC10-4372-9314-082731689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4" y="-228"/>
                <a:ext cx="5" cy="18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3" name="Freeform 178">
                <a:extLst>
                  <a:ext uri="{FF2B5EF4-FFF2-40B4-BE49-F238E27FC236}">
                    <a16:creationId xmlns:a16="http://schemas.microsoft.com/office/drawing/2014/main" id="{A3B94138-399C-4E52-98E1-8A395E768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0" y="-86"/>
                <a:ext cx="86" cy="84"/>
              </a:xfrm>
              <a:custGeom>
                <a:avLst/>
                <a:gdLst>
                  <a:gd name="T0" fmla="*/ 37 w 37"/>
                  <a:gd name="T1" fmla="*/ 0 h 36"/>
                  <a:gd name="T2" fmla="*/ 20 w 37"/>
                  <a:gd name="T3" fmla="*/ 19 h 36"/>
                  <a:gd name="T4" fmla="*/ 1 w 37"/>
                  <a:gd name="T5" fmla="*/ 36 h 36"/>
                  <a:gd name="T6" fmla="*/ 18 w 37"/>
                  <a:gd name="T7" fmla="*/ 17 h 36"/>
                  <a:gd name="T8" fmla="*/ 37 w 37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37" y="0"/>
                    </a:moveTo>
                    <a:cubicBezTo>
                      <a:pt x="37" y="0"/>
                      <a:pt x="30" y="9"/>
                      <a:pt x="20" y="19"/>
                    </a:cubicBezTo>
                    <a:cubicBezTo>
                      <a:pt x="10" y="29"/>
                      <a:pt x="1" y="36"/>
                      <a:pt x="1" y="36"/>
                    </a:cubicBezTo>
                    <a:cubicBezTo>
                      <a:pt x="0" y="36"/>
                      <a:pt x="8" y="27"/>
                      <a:pt x="18" y="17"/>
                    </a:cubicBezTo>
                    <a:cubicBezTo>
                      <a:pt x="28" y="7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4" name="Freeform 179">
                <a:extLst>
                  <a:ext uri="{FF2B5EF4-FFF2-40B4-BE49-F238E27FC236}">
                    <a16:creationId xmlns:a16="http://schemas.microsoft.com/office/drawing/2014/main" id="{45AC6341-654F-449D-8EB1-73C68A65A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1" y="24"/>
                <a:ext cx="72" cy="69"/>
              </a:xfrm>
              <a:custGeom>
                <a:avLst/>
                <a:gdLst>
                  <a:gd name="T0" fmla="*/ 30 w 31"/>
                  <a:gd name="T1" fmla="*/ 0 h 30"/>
                  <a:gd name="T2" fmla="*/ 16 w 31"/>
                  <a:gd name="T3" fmla="*/ 16 h 30"/>
                  <a:gd name="T4" fmla="*/ 1 w 31"/>
                  <a:gd name="T5" fmla="*/ 30 h 30"/>
                  <a:gd name="T6" fmla="*/ 15 w 31"/>
                  <a:gd name="T7" fmla="*/ 14 h 30"/>
                  <a:gd name="T8" fmla="*/ 30 w 31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0">
                    <a:moveTo>
                      <a:pt x="30" y="0"/>
                    </a:moveTo>
                    <a:cubicBezTo>
                      <a:pt x="31" y="1"/>
                      <a:pt x="24" y="8"/>
                      <a:pt x="16" y="16"/>
                    </a:cubicBezTo>
                    <a:cubicBezTo>
                      <a:pt x="8" y="24"/>
                      <a:pt x="1" y="30"/>
                      <a:pt x="1" y="30"/>
                    </a:cubicBezTo>
                    <a:cubicBezTo>
                      <a:pt x="0" y="29"/>
                      <a:pt x="7" y="22"/>
                      <a:pt x="15" y="14"/>
                    </a:cubicBezTo>
                    <a:cubicBezTo>
                      <a:pt x="23" y="6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5" name="Freeform 180">
                <a:extLst>
                  <a:ext uri="{FF2B5EF4-FFF2-40B4-BE49-F238E27FC236}">
                    <a16:creationId xmlns:a16="http://schemas.microsoft.com/office/drawing/2014/main" id="{6C84420E-1349-4154-BAD8-939391880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8" y="354"/>
                <a:ext cx="114" cy="116"/>
              </a:xfrm>
              <a:custGeom>
                <a:avLst/>
                <a:gdLst>
                  <a:gd name="T0" fmla="*/ 49 w 49"/>
                  <a:gd name="T1" fmla="*/ 1 h 50"/>
                  <a:gd name="T2" fmla="*/ 43 w 49"/>
                  <a:gd name="T3" fmla="*/ 9 h 50"/>
                  <a:gd name="T4" fmla="*/ 26 w 49"/>
                  <a:gd name="T5" fmla="*/ 27 h 50"/>
                  <a:gd name="T6" fmla="*/ 8 w 49"/>
                  <a:gd name="T7" fmla="*/ 44 h 50"/>
                  <a:gd name="T8" fmla="*/ 0 w 49"/>
                  <a:gd name="T9" fmla="*/ 50 h 50"/>
                  <a:gd name="T10" fmla="*/ 7 w 49"/>
                  <a:gd name="T11" fmla="*/ 43 h 50"/>
                  <a:gd name="T12" fmla="*/ 25 w 49"/>
                  <a:gd name="T13" fmla="*/ 25 h 50"/>
                  <a:gd name="T14" fmla="*/ 42 w 49"/>
                  <a:gd name="T15" fmla="*/ 8 h 50"/>
                  <a:gd name="T16" fmla="*/ 49 w 49"/>
                  <a:gd name="T17" fmla="*/ 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50">
                    <a:moveTo>
                      <a:pt x="49" y="1"/>
                    </a:moveTo>
                    <a:cubicBezTo>
                      <a:pt x="49" y="1"/>
                      <a:pt x="47" y="4"/>
                      <a:pt x="43" y="9"/>
                    </a:cubicBezTo>
                    <a:cubicBezTo>
                      <a:pt x="39" y="14"/>
                      <a:pt x="33" y="20"/>
                      <a:pt x="26" y="27"/>
                    </a:cubicBezTo>
                    <a:cubicBezTo>
                      <a:pt x="19" y="34"/>
                      <a:pt x="13" y="40"/>
                      <a:pt x="8" y="44"/>
                    </a:cubicBezTo>
                    <a:cubicBezTo>
                      <a:pt x="3" y="48"/>
                      <a:pt x="0" y="50"/>
                      <a:pt x="0" y="50"/>
                    </a:cubicBezTo>
                    <a:cubicBezTo>
                      <a:pt x="0" y="50"/>
                      <a:pt x="3" y="47"/>
                      <a:pt x="7" y="43"/>
                    </a:cubicBezTo>
                    <a:cubicBezTo>
                      <a:pt x="12" y="38"/>
                      <a:pt x="18" y="32"/>
                      <a:pt x="25" y="25"/>
                    </a:cubicBezTo>
                    <a:cubicBezTo>
                      <a:pt x="31" y="19"/>
                      <a:pt x="37" y="13"/>
                      <a:pt x="42" y="8"/>
                    </a:cubicBezTo>
                    <a:cubicBezTo>
                      <a:pt x="46" y="3"/>
                      <a:pt x="49" y="0"/>
                      <a:pt x="4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6" name="Freeform 181">
                <a:extLst>
                  <a:ext uri="{FF2B5EF4-FFF2-40B4-BE49-F238E27FC236}">
                    <a16:creationId xmlns:a16="http://schemas.microsoft.com/office/drawing/2014/main" id="{0071F3D4-F0BA-4F61-8093-11E99AE71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4" y="270"/>
                <a:ext cx="112" cy="103"/>
              </a:xfrm>
              <a:custGeom>
                <a:avLst/>
                <a:gdLst>
                  <a:gd name="T0" fmla="*/ 48 w 48"/>
                  <a:gd name="T1" fmla="*/ 1 h 44"/>
                  <a:gd name="T2" fmla="*/ 42 w 48"/>
                  <a:gd name="T3" fmla="*/ 8 h 44"/>
                  <a:gd name="T4" fmla="*/ 26 w 48"/>
                  <a:gd name="T5" fmla="*/ 24 h 44"/>
                  <a:gd name="T6" fmla="*/ 8 w 48"/>
                  <a:gd name="T7" fmla="*/ 38 h 44"/>
                  <a:gd name="T8" fmla="*/ 1 w 48"/>
                  <a:gd name="T9" fmla="*/ 43 h 44"/>
                  <a:gd name="T10" fmla="*/ 24 w 48"/>
                  <a:gd name="T11" fmla="*/ 22 h 44"/>
                  <a:gd name="T12" fmla="*/ 41 w 48"/>
                  <a:gd name="T13" fmla="*/ 7 h 44"/>
                  <a:gd name="T14" fmla="*/ 48 w 48"/>
                  <a:gd name="T15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44">
                    <a:moveTo>
                      <a:pt x="48" y="1"/>
                    </a:moveTo>
                    <a:cubicBezTo>
                      <a:pt x="48" y="1"/>
                      <a:pt x="46" y="4"/>
                      <a:pt x="42" y="8"/>
                    </a:cubicBezTo>
                    <a:cubicBezTo>
                      <a:pt x="38" y="12"/>
                      <a:pt x="32" y="18"/>
                      <a:pt x="26" y="24"/>
                    </a:cubicBezTo>
                    <a:cubicBezTo>
                      <a:pt x="19" y="29"/>
                      <a:pt x="13" y="34"/>
                      <a:pt x="8" y="38"/>
                    </a:cubicBezTo>
                    <a:cubicBezTo>
                      <a:pt x="4" y="41"/>
                      <a:pt x="1" y="44"/>
                      <a:pt x="1" y="43"/>
                    </a:cubicBezTo>
                    <a:cubicBezTo>
                      <a:pt x="0" y="43"/>
                      <a:pt x="11" y="33"/>
                      <a:pt x="24" y="22"/>
                    </a:cubicBezTo>
                    <a:cubicBezTo>
                      <a:pt x="31" y="16"/>
                      <a:pt x="37" y="11"/>
                      <a:pt x="41" y="7"/>
                    </a:cubicBezTo>
                    <a:cubicBezTo>
                      <a:pt x="45" y="3"/>
                      <a:pt x="47" y="0"/>
                      <a:pt x="4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7" name="Freeform 182">
                <a:extLst>
                  <a:ext uri="{FF2B5EF4-FFF2-40B4-BE49-F238E27FC236}">
                    <a16:creationId xmlns:a16="http://schemas.microsoft.com/office/drawing/2014/main" id="{7EA40C2C-747C-4A8B-BAC4-BAA0BEF83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196"/>
                <a:ext cx="93" cy="79"/>
              </a:xfrm>
              <a:custGeom>
                <a:avLst/>
                <a:gdLst>
                  <a:gd name="T0" fmla="*/ 40 w 40"/>
                  <a:gd name="T1" fmla="*/ 0 h 34"/>
                  <a:gd name="T2" fmla="*/ 35 w 40"/>
                  <a:gd name="T3" fmla="*/ 6 h 34"/>
                  <a:gd name="T4" fmla="*/ 22 w 40"/>
                  <a:gd name="T5" fmla="*/ 18 h 34"/>
                  <a:gd name="T6" fmla="*/ 1 w 40"/>
                  <a:gd name="T7" fmla="*/ 34 h 34"/>
                  <a:gd name="T8" fmla="*/ 20 w 40"/>
                  <a:gd name="T9" fmla="*/ 17 h 34"/>
                  <a:gd name="T10" fmla="*/ 40 w 40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34">
                    <a:moveTo>
                      <a:pt x="40" y="0"/>
                    </a:moveTo>
                    <a:cubicBezTo>
                      <a:pt x="40" y="0"/>
                      <a:pt x="38" y="3"/>
                      <a:pt x="35" y="6"/>
                    </a:cubicBezTo>
                    <a:cubicBezTo>
                      <a:pt x="32" y="10"/>
                      <a:pt x="27" y="14"/>
                      <a:pt x="22" y="18"/>
                    </a:cubicBezTo>
                    <a:cubicBezTo>
                      <a:pt x="10" y="27"/>
                      <a:pt x="1" y="34"/>
                      <a:pt x="1" y="34"/>
                    </a:cubicBezTo>
                    <a:cubicBezTo>
                      <a:pt x="0" y="33"/>
                      <a:pt x="9" y="25"/>
                      <a:pt x="20" y="17"/>
                    </a:cubicBezTo>
                    <a:cubicBezTo>
                      <a:pt x="32" y="8"/>
                      <a:pt x="39" y="0"/>
                      <a:pt x="4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8" name="Freeform 183">
                <a:extLst>
                  <a:ext uri="{FF2B5EF4-FFF2-40B4-BE49-F238E27FC236}">
                    <a16:creationId xmlns:a16="http://schemas.microsoft.com/office/drawing/2014/main" id="{A622BB2D-E0A6-4FD5-BFB8-CFB684B10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133"/>
                <a:ext cx="67" cy="58"/>
              </a:xfrm>
              <a:custGeom>
                <a:avLst/>
                <a:gdLst>
                  <a:gd name="T0" fmla="*/ 29 w 29"/>
                  <a:gd name="T1" fmla="*/ 0 h 25"/>
                  <a:gd name="T2" fmla="*/ 15 w 29"/>
                  <a:gd name="T3" fmla="*/ 13 h 25"/>
                  <a:gd name="T4" fmla="*/ 0 w 29"/>
                  <a:gd name="T5" fmla="*/ 25 h 25"/>
                  <a:gd name="T6" fmla="*/ 14 w 29"/>
                  <a:gd name="T7" fmla="*/ 12 h 25"/>
                  <a:gd name="T8" fmla="*/ 29 w 2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29" y="0"/>
                    </a:moveTo>
                    <a:cubicBezTo>
                      <a:pt x="29" y="0"/>
                      <a:pt x="23" y="6"/>
                      <a:pt x="15" y="13"/>
                    </a:cubicBezTo>
                    <a:cubicBezTo>
                      <a:pt x="7" y="20"/>
                      <a:pt x="0" y="25"/>
                      <a:pt x="0" y="25"/>
                    </a:cubicBezTo>
                    <a:cubicBezTo>
                      <a:pt x="0" y="24"/>
                      <a:pt x="6" y="18"/>
                      <a:pt x="14" y="12"/>
                    </a:cubicBezTo>
                    <a:cubicBezTo>
                      <a:pt x="22" y="5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9" name="Freeform 184">
                <a:extLst>
                  <a:ext uri="{FF2B5EF4-FFF2-40B4-BE49-F238E27FC236}">
                    <a16:creationId xmlns:a16="http://schemas.microsoft.com/office/drawing/2014/main" id="{A6FE8936-B811-4C2A-AFAE-CD38B2F57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3" y="96"/>
                <a:ext cx="44" cy="30"/>
              </a:xfrm>
              <a:custGeom>
                <a:avLst/>
                <a:gdLst>
                  <a:gd name="T0" fmla="*/ 19 w 19"/>
                  <a:gd name="T1" fmla="*/ 0 h 13"/>
                  <a:gd name="T2" fmla="*/ 10 w 19"/>
                  <a:gd name="T3" fmla="*/ 7 h 13"/>
                  <a:gd name="T4" fmla="*/ 0 w 19"/>
                  <a:gd name="T5" fmla="*/ 12 h 13"/>
                  <a:gd name="T6" fmla="*/ 9 w 19"/>
                  <a:gd name="T7" fmla="*/ 5 h 13"/>
                  <a:gd name="T8" fmla="*/ 19 w 19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3">
                    <a:moveTo>
                      <a:pt x="19" y="0"/>
                    </a:moveTo>
                    <a:cubicBezTo>
                      <a:pt x="19" y="0"/>
                      <a:pt x="15" y="4"/>
                      <a:pt x="10" y="7"/>
                    </a:cubicBezTo>
                    <a:cubicBezTo>
                      <a:pt x="5" y="10"/>
                      <a:pt x="0" y="13"/>
                      <a:pt x="0" y="12"/>
                    </a:cubicBezTo>
                    <a:cubicBezTo>
                      <a:pt x="0" y="12"/>
                      <a:pt x="3" y="9"/>
                      <a:pt x="9" y="5"/>
                    </a:cubicBezTo>
                    <a:cubicBezTo>
                      <a:pt x="14" y="2"/>
                      <a:pt x="18" y="0"/>
                      <a:pt x="1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0" name="Freeform 185">
                <a:extLst>
                  <a:ext uri="{FF2B5EF4-FFF2-40B4-BE49-F238E27FC236}">
                    <a16:creationId xmlns:a16="http://schemas.microsoft.com/office/drawing/2014/main" id="{83C5D651-0F7D-439F-B87B-2AFEDBC85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3" y="466"/>
                <a:ext cx="73" cy="62"/>
              </a:xfrm>
              <a:custGeom>
                <a:avLst/>
                <a:gdLst>
                  <a:gd name="T0" fmla="*/ 30 w 31"/>
                  <a:gd name="T1" fmla="*/ 0 h 27"/>
                  <a:gd name="T2" fmla="*/ 16 w 31"/>
                  <a:gd name="T3" fmla="*/ 14 h 27"/>
                  <a:gd name="T4" fmla="*/ 0 w 31"/>
                  <a:gd name="T5" fmla="*/ 26 h 27"/>
                  <a:gd name="T6" fmla="*/ 15 w 31"/>
                  <a:gd name="T7" fmla="*/ 12 h 27"/>
                  <a:gd name="T8" fmla="*/ 30 w 31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7">
                    <a:moveTo>
                      <a:pt x="30" y="0"/>
                    </a:moveTo>
                    <a:cubicBezTo>
                      <a:pt x="31" y="1"/>
                      <a:pt x="24" y="7"/>
                      <a:pt x="16" y="14"/>
                    </a:cubicBezTo>
                    <a:cubicBezTo>
                      <a:pt x="7" y="21"/>
                      <a:pt x="0" y="27"/>
                      <a:pt x="0" y="26"/>
                    </a:cubicBezTo>
                    <a:cubicBezTo>
                      <a:pt x="0" y="26"/>
                      <a:pt x="6" y="20"/>
                      <a:pt x="15" y="12"/>
                    </a:cubicBezTo>
                    <a:cubicBezTo>
                      <a:pt x="23" y="5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" name="Freeform 186">
                <a:extLst>
                  <a:ext uri="{FF2B5EF4-FFF2-40B4-BE49-F238E27FC236}">
                    <a16:creationId xmlns:a16="http://schemas.microsoft.com/office/drawing/2014/main" id="{72D1B8A9-59D7-4CA1-BC05-F387D53F7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1" y="684"/>
                <a:ext cx="144" cy="100"/>
              </a:xfrm>
              <a:custGeom>
                <a:avLst/>
                <a:gdLst>
                  <a:gd name="T0" fmla="*/ 61 w 62"/>
                  <a:gd name="T1" fmla="*/ 0 h 43"/>
                  <a:gd name="T2" fmla="*/ 31 w 62"/>
                  <a:gd name="T3" fmla="*/ 22 h 43"/>
                  <a:gd name="T4" fmla="*/ 0 w 62"/>
                  <a:gd name="T5" fmla="*/ 42 h 43"/>
                  <a:gd name="T6" fmla="*/ 30 w 62"/>
                  <a:gd name="T7" fmla="*/ 20 h 43"/>
                  <a:gd name="T8" fmla="*/ 61 w 62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43">
                    <a:moveTo>
                      <a:pt x="61" y="0"/>
                    </a:moveTo>
                    <a:cubicBezTo>
                      <a:pt x="62" y="1"/>
                      <a:pt x="48" y="10"/>
                      <a:pt x="31" y="22"/>
                    </a:cubicBezTo>
                    <a:cubicBezTo>
                      <a:pt x="14" y="34"/>
                      <a:pt x="0" y="43"/>
                      <a:pt x="0" y="42"/>
                    </a:cubicBezTo>
                    <a:cubicBezTo>
                      <a:pt x="0" y="42"/>
                      <a:pt x="13" y="32"/>
                      <a:pt x="30" y="20"/>
                    </a:cubicBezTo>
                    <a:cubicBezTo>
                      <a:pt x="47" y="9"/>
                      <a:pt x="61" y="0"/>
                      <a:pt x="61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2" name="Freeform 187">
                <a:extLst>
                  <a:ext uri="{FF2B5EF4-FFF2-40B4-BE49-F238E27FC236}">
                    <a16:creationId xmlns:a16="http://schemas.microsoft.com/office/drawing/2014/main" id="{A0466B61-B457-46D8-8F25-A81D83C06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" y="577"/>
                <a:ext cx="86" cy="61"/>
              </a:xfrm>
              <a:custGeom>
                <a:avLst/>
                <a:gdLst>
                  <a:gd name="T0" fmla="*/ 37 w 37"/>
                  <a:gd name="T1" fmla="*/ 1 h 26"/>
                  <a:gd name="T2" fmla="*/ 19 w 37"/>
                  <a:gd name="T3" fmla="*/ 14 h 26"/>
                  <a:gd name="T4" fmla="*/ 0 w 37"/>
                  <a:gd name="T5" fmla="*/ 26 h 26"/>
                  <a:gd name="T6" fmla="*/ 18 w 37"/>
                  <a:gd name="T7" fmla="*/ 12 h 26"/>
                  <a:gd name="T8" fmla="*/ 37 w 37"/>
                  <a:gd name="T9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26">
                    <a:moveTo>
                      <a:pt x="37" y="1"/>
                    </a:moveTo>
                    <a:cubicBezTo>
                      <a:pt x="37" y="1"/>
                      <a:pt x="29" y="7"/>
                      <a:pt x="19" y="14"/>
                    </a:cubicBezTo>
                    <a:cubicBezTo>
                      <a:pt x="9" y="21"/>
                      <a:pt x="1" y="26"/>
                      <a:pt x="0" y="26"/>
                    </a:cubicBezTo>
                    <a:cubicBezTo>
                      <a:pt x="0" y="25"/>
                      <a:pt x="8" y="19"/>
                      <a:pt x="18" y="12"/>
                    </a:cubicBezTo>
                    <a:cubicBezTo>
                      <a:pt x="28" y="5"/>
                      <a:pt x="36" y="0"/>
                      <a:pt x="37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3" name="Freeform 188">
                <a:extLst>
                  <a:ext uri="{FF2B5EF4-FFF2-40B4-BE49-F238E27FC236}">
                    <a16:creationId xmlns:a16="http://schemas.microsoft.com/office/drawing/2014/main" id="{689A8766-FE10-484C-9EED-C7FB9906C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" y="835"/>
                <a:ext cx="105" cy="75"/>
              </a:xfrm>
              <a:custGeom>
                <a:avLst/>
                <a:gdLst>
                  <a:gd name="T0" fmla="*/ 45 w 45"/>
                  <a:gd name="T1" fmla="*/ 1 h 32"/>
                  <a:gd name="T2" fmla="*/ 22 w 45"/>
                  <a:gd name="T3" fmla="*/ 16 h 32"/>
                  <a:gd name="T4" fmla="*/ 0 w 45"/>
                  <a:gd name="T5" fmla="*/ 32 h 32"/>
                  <a:gd name="T6" fmla="*/ 6 w 45"/>
                  <a:gd name="T7" fmla="*/ 26 h 32"/>
                  <a:gd name="T8" fmla="*/ 21 w 45"/>
                  <a:gd name="T9" fmla="*/ 14 h 32"/>
                  <a:gd name="T10" fmla="*/ 38 w 45"/>
                  <a:gd name="T11" fmla="*/ 4 h 32"/>
                  <a:gd name="T12" fmla="*/ 45 w 45"/>
                  <a:gd name="T13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2">
                    <a:moveTo>
                      <a:pt x="45" y="1"/>
                    </a:moveTo>
                    <a:cubicBezTo>
                      <a:pt x="45" y="1"/>
                      <a:pt x="35" y="7"/>
                      <a:pt x="22" y="16"/>
                    </a:cubicBezTo>
                    <a:cubicBezTo>
                      <a:pt x="10" y="24"/>
                      <a:pt x="0" y="32"/>
                      <a:pt x="0" y="32"/>
                    </a:cubicBezTo>
                    <a:cubicBezTo>
                      <a:pt x="0" y="31"/>
                      <a:pt x="2" y="29"/>
                      <a:pt x="6" y="26"/>
                    </a:cubicBezTo>
                    <a:cubicBezTo>
                      <a:pt x="9" y="23"/>
                      <a:pt x="15" y="19"/>
                      <a:pt x="21" y="14"/>
                    </a:cubicBezTo>
                    <a:cubicBezTo>
                      <a:pt x="27" y="10"/>
                      <a:pt x="33" y="6"/>
                      <a:pt x="38" y="4"/>
                    </a:cubicBezTo>
                    <a:cubicBezTo>
                      <a:pt x="42" y="2"/>
                      <a:pt x="45" y="0"/>
                      <a:pt x="4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4" name="Freeform 189">
                <a:extLst>
                  <a:ext uri="{FF2B5EF4-FFF2-40B4-BE49-F238E27FC236}">
                    <a16:creationId xmlns:a16="http://schemas.microsoft.com/office/drawing/2014/main" id="{DDBABFF6-9CF7-47D9-82AD-929F19B11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952"/>
                <a:ext cx="109" cy="84"/>
              </a:xfrm>
              <a:custGeom>
                <a:avLst/>
                <a:gdLst>
                  <a:gd name="T0" fmla="*/ 46 w 47"/>
                  <a:gd name="T1" fmla="*/ 0 h 36"/>
                  <a:gd name="T2" fmla="*/ 24 w 47"/>
                  <a:gd name="T3" fmla="*/ 19 h 36"/>
                  <a:gd name="T4" fmla="*/ 0 w 47"/>
                  <a:gd name="T5" fmla="*/ 35 h 36"/>
                  <a:gd name="T6" fmla="*/ 23 w 47"/>
                  <a:gd name="T7" fmla="*/ 17 h 36"/>
                  <a:gd name="T8" fmla="*/ 46 w 47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36">
                    <a:moveTo>
                      <a:pt x="46" y="0"/>
                    </a:moveTo>
                    <a:cubicBezTo>
                      <a:pt x="47" y="1"/>
                      <a:pt x="37" y="9"/>
                      <a:pt x="24" y="19"/>
                    </a:cubicBezTo>
                    <a:cubicBezTo>
                      <a:pt x="11" y="28"/>
                      <a:pt x="0" y="36"/>
                      <a:pt x="0" y="35"/>
                    </a:cubicBezTo>
                    <a:cubicBezTo>
                      <a:pt x="0" y="35"/>
                      <a:pt x="10" y="27"/>
                      <a:pt x="23" y="17"/>
                    </a:cubicBezTo>
                    <a:cubicBezTo>
                      <a:pt x="35" y="7"/>
                      <a:pt x="46" y="0"/>
                      <a:pt x="4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5" name="Freeform 190">
                <a:extLst>
                  <a:ext uri="{FF2B5EF4-FFF2-40B4-BE49-F238E27FC236}">
                    <a16:creationId xmlns:a16="http://schemas.microsoft.com/office/drawing/2014/main" id="{8E595221-7780-4075-838C-2147B60D2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6" y="1101"/>
                <a:ext cx="121" cy="86"/>
              </a:xfrm>
              <a:custGeom>
                <a:avLst/>
                <a:gdLst>
                  <a:gd name="T0" fmla="*/ 52 w 52"/>
                  <a:gd name="T1" fmla="*/ 0 h 37"/>
                  <a:gd name="T2" fmla="*/ 45 w 52"/>
                  <a:gd name="T3" fmla="*/ 7 h 37"/>
                  <a:gd name="T4" fmla="*/ 27 w 52"/>
                  <a:gd name="T5" fmla="*/ 20 h 37"/>
                  <a:gd name="T6" fmla="*/ 9 w 52"/>
                  <a:gd name="T7" fmla="*/ 33 h 37"/>
                  <a:gd name="T8" fmla="*/ 0 w 52"/>
                  <a:gd name="T9" fmla="*/ 37 h 37"/>
                  <a:gd name="T10" fmla="*/ 8 w 52"/>
                  <a:gd name="T11" fmla="*/ 31 h 37"/>
                  <a:gd name="T12" fmla="*/ 26 w 52"/>
                  <a:gd name="T13" fmla="*/ 19 h 37"/>
                  <a:gd name="T14" fmla="*/ 44 w 52"/>
                  <a:gd name="T15" fmla="*/ 5 h 37"/>
                  <a:gd name="T16" fmla="*/ 52 w 52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37">
                    <a:moveTo>
                      <a:pt x="52" y="0"/>
                    </a:moveTo>
                    <a:cubicBezTo>
                      <a:pt x="52" y="0"/>
                      <a:pt x="49" y="3"/>
                      <a:pt x="45" y="7"/>
                    </a:cubicBezTo>
                    <a:cubicBezTo>
                      <a:pt x="41" y="10"/>
                      <a:pt x="35" y="15"/>
                      <a:pt x="27" y="20"/>
                    </a:cubicBezTo>
                    <a:cubicBezTo>
                      <a:pt x="20" y="26"/>
                      <a:pt x="14" y="30"/>
                      <a:pt x="9" y="33"/>
                    </a:cubicBezTo>
                    <a:cubicBezTo>
                      <a:pt x="4" y="36"/>
                      <a:pt x="1" y="37"/>
                      <a:pt x="0" y="37"/>
                    </a:cubicBezTo>
                    <a:cubicBezTo>
                      <a:pt x="0" y="37"/>
                      <a:pt x="3" y="35"/>
                      <a:pt x="8" y="31"/>
                    </a:cubicBezTo>
                    <a:cubicBezTo>
                      <a:pt x="13" y="28"/>
                      <a:pt x="19" y="24"/>
                      <a:pt x="26" y="19"/>
                    </a:cubicBezTo>
                    <a:cubicBezTo>
                      <a:pt x="33" y="14"/>
                      <a:pt x="40" y="9"/>
                      <a:pt x="44" y="5"/>
                    </a:cubicBezTo>
                    <a:cubicBezTo>
                      <a:pt x="49" y="2"/>
                      <a:pt x="52" y="0"/>
                      <a:pt x="52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6" name="Freeform 191">
                <a:extLst>
                  <a:ext uri="{FF2B5EF4-FFF2-40B4-BE49-F238E27FC236}">
                    <a16:creationId xmlns:a16="http://schemas.microsoft.com/office/drawing/2014/main" id="{AF8C99C7-2ECB-46FF-94BF-504F756C4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7" y="1222"/>
                <a:ext cx="140" cy="100"/>
              </a:xfrm>
              <a:custGeom>
                <a:avLst/>
                <a:gdLst>
                  <a:gd name="T0" fmla="*/ 60 w 60"/>
                  <a:gd name="T1" fmla="*/ 0 h 43"/>
                  <a:gd name="T2" fmla="*/ 52 w 60"/>
                  <a:gd name="T3" fmla="*/ 7 h 43"/>
                  <a:gd name="T4" fmla="*/ 31 w 60"/>
                  <a:gd name="T5" fmla="*/ 23 h 43"/>
                  <a:gd name="T6" fmla="*/ 10 w 60"/>
                  <a:gd name="T7" fmla="*/ 38 h 43"/>
                  <a:gd name="T8" fmla="*/ 0 w 60"/>
                  <a:gd name="T9" fmla="*/ 43 h 43"/>
                  <a:gd name="T10" fmla="*/ 9 w 60"/>
                  <a:gd name="T11" fmla="*/ 36 h 43"/>
                  <a:gd name="T12" fmla="*/ 30 w 60"/>
                  <a:gd name="T13" fmla="*/ 21 h 43"/>
                  <a:gd name="T14" fmla="*/ 51 w 60"/>
                  <a:gd name="T15" fmla="*/ 6 h 43"/>
                  <a:gd name="T16" fmla="*/ 60 w 60"/>
                  <a:gd name="T1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3">
                    <a:moveTo>
                      <a:pt x="60" y="0"/>
                    </a:moveTo>
                    <a:cubicBezTo>
                      <a:pt x="60" y="0"/>
                      <a:pt x="57" y="3"/>
                      <a:pt x="52" y="7"/>
                    </a:cubicBezTo>
                    <a:cubicBezTo>
                      <a:pt x="47" y="12"/>
                      <a:pt x="40" y="17"/>
                      <a:pt x="31" y="23"/>
                    </a:cubicBezTo>
                    <a:cubicBezTo>
                      <a:pt x="23" y="29"/>
                      <a:pt x="15" y="34"/>
                      <a:pt x="10" y="38"/>
                    </a:cubicBezTo>
                    <a:cubicBezTo>
                      <a:pt x="4" y="41"/>
                      <a:pt x="0" y="43"/>
                      <a:pt x="0" y="43"/>
                    </a:cubicBezTo>
                    <a:cubicBezTo>
                      <a:pt x="0" y="43"/>
                      <a:pt x="3" y="40"/>
                      <a:pt x="9" y="36"/>
                    </a:cubicBezTo>
                    <a:cubicBezTo>
                      <a:pt x="14" y="33"/>
                      <a:pt x="22" y="27"/>
                      <a:pt x="30" y="21"/>
                    </a:cubicBezTo>
                    <a:cubicBezTo>
                      <a:pt x="38" y="16"/>
                      <a:pt x="46" y="10"/>
                      <a:pt x="51" y="6"/>
                    </a:cubicBezTo>
                    <a:cubicBezTo>
                      <a:pt x="56" y="2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7" name="Oval 192">
                <a:extLst>
                  <a:ext uri="{FF2B5EF4-FFF2-40B4-BE49-F238E27FC236}">
                    <a16:creationId xmlns:a16="http://schemas.microsoft.com/office/drawing/2014/main" id="{36CBEBDD-0712-491D-98A3-AFF3A7B3D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0" y="221"/>
                <a:ext cx="98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8" name="Freeform 193">
                <a:extLst>
                  <a:ext uri="{FF2B5EF4-FFF2-40B4-BE49-F238E27FC236}">
                    <a16:creationId xmlns:a16="http://schemas.microsoft.com/office/drawing/2014/main" id="{5CBDBB49-0C42-4EC9-A812-682AFC19B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8" y="440"/>
                <a:ext cx="67" cy="293"/>
              </a:xfrm>
              <a:custGeom>
                <a:avLst/>
                <a:gdLst>
                  <a:gd name="T0" fmla="*/ 19 w 29"/>
                  <a:gd name="T1" fmla="*/ 126 h 126"/>
                  <a:gd name="T2" fmla="*/ 4 w 29"/>
                  <a:gd name="T3" fmla="*/ 74 h 126"/>
                  <a:gd name="T4" fmla="*/ 6 w 29"/>
                  <a:gd name="T5" fmla="*/ 20 h 126"/>
                  <a:gd name="T6" fmla="*/ 17 w 29"/>
                  <a:gd name="T7" fmla="*/ 0 h 126"/>
                  <a:gd name="T8" fmla="*/ 15 w 29"/>
                  <a:gd name="T9" fmla="*/ 18 h 126"/>
                  <a:gd name="T10" fmla="*/ 28 w 29"/>
                  <a:gd name="T11" fmla="*/ 72 h 126"/>
                  <a:gd name="T12" fmla="*/ 19 w 29"/>
                  <a:gd name="T13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26">
                    <a:moveTo>
                      <a:pt x="19" y="126"/>
                    </a:moveTo>
                    <a:cubicBezTo>
                      <a:pt x="13" y="109"/>
                      <a:pt x="7" y="92"/>
                      <a:pt x="4" y="74"/>
                    </a:cubicBezTo>
                    <a:cubicBezTo>
                      <a:pt x="0" y="56"/>
                      <a:pt x="0" y="37"/>
                      <a:pt x="6" y="20"/>
                    </a:cubicBezTo>
                    <a:cubicBezTo>
                      <a:pt x="6" y="17"/>
                      <a:pt x="14" y="0"/>
                      <a:pt x="17" y="0"/>
                    </a:cubicBezTo>
                    <a:cubicBezTo>
                      <a:pt x="19" y="0"/>
                      <a:pt x="14" y="16"/>
                      <a:pt x="15" y="18"/>
                    </a:cubicBezTo>
                    <a:cubicBezTo>
                      <a:pt x="25" y="34"/>
                      <a:pt x="29" y="53"/>
                      <a:pt x="28" y="72"/>
                    </a:cubicBezTo>
                    <a:cubicBezTo>
                      <a:pt x="27" y="91"/>
                      <a:pt x="24" y="108"/>
                      <a:pt x="19" y="12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9" name="Freeform 194">
                <a:extLst>
                  <a:ext uri="{FF2B5EF4-FFF2-40B4-BE49-F238E27FC236}">
                    <a16:creationId xmlns:a16="http://schemas.microsoft.com/office/drawing/2014/main" id="{EA9BD3F8-D360-4A14-8AF1-E435C6DA0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68"/>
                <a:ext cx="370" cy="723"/>
              </a:xfrm>
              <a:custGeom>
                <a:avLst/>
                <a:gdLst>
                  <a:gd name="T0" fmla="*/ 114 w 159"/>
                  <a:gd name="T1" fmla="*/ 253 h 311"/>
                  <a:gd name="T2" fmla="*/ 114 w 159"/>
                  <a:gd name="T3" fmla="*/ 230 h 311"/>
                  <a:gd name="T4" fmla="*/ 158 w 159"/>
                  <a:gd name="T5" fmla="*/ 180 h 311"/>
                  <a:gd name="T6" fmla="*/ 154 w 159"/>
                  <a:gd name="T7" fmla="*/ 76 h 311"/>
                  <a:gd name="T8" fmla="*/ 73 w 159"/>
                  <a:gd name="T9" fmla="*/ 1 h 311"/>
                  <a:gd name="T10" fmla="*/ 69 w 159"/>
                  <a:gd name="T11" fmla="*/ 0 h 311"/>
                  <a:gd name="T12" fmla="*/ 4 w 159"/>
                  <a:gd name="T13" fmla="*/ 88 h 311"/>
                  <a:gd name="T14" fmla="*/ 10 w 159"/>
                  <a:gd name="T15" fmla="*/ 247 h 311"/>
                  <a:gd name="T16" fmla="*/ 43 w 159"/>
                  <a:gd name="T17" fmla="*/ 283 h 311"/>
                  <a:gd name="T18" fmla="*/ 114 w 159"/>
                  <a:gd name="T19" fmla="*/ 253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311">
                    <a:moveTo>
                      <a:pt x="114" y="253"/>
                    </a:moveTo>
                    <a:cubicBezTo>
                      <a:pt x="114" y="240"/>
                      <a:pt x="113" y="230"/>
                      <a:pt x="114" y="230"/>
                    </a:cubicBezTo>
                    <a:cubicBezTo>
                      <a:pt x="114" y="230"/>
                      <a:pt x="157" y="224"/>
                      <a:pt x="158" y="180"/>
                    </a:cubicBezTo>
                    <a:cubicBezTo>
                      <a:pt x="159" y="159"/>
                      <a:pt x="156" y="116"/>
                      <a:pt x="154" y="76"/>
                    </a:cubicBezTo>
                    <a:cubicBezTo>
                      <a:pt x="151" y="34"/>
                      <a:pt x="116" y="1"/>
                      <a:pt x="73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24" y="3"/>
                      <a:pt x="0" y="42"/>
                      <a:pt x="4" y="88"/>
                    </a:cubicBezTo>
                    <a:cubicBezTo>
                      <a:pt x="10" y="247"/>
                      <a:pt x="10" y="247"/>
                      <a:pt x="10" y="247"/>
                    </a:cubicBezTo>
                    <a:cubicBezTo>
                      <a:pt x="43" y="283"/>
                      <a:pt x="43" y="283"/>
                      <a:pt x="43" y="283"/>
                    </a:cubicBezTo>
                    <a:cubicBezTo>
                      <a:pt x="69" y="311"/>
                      <a:pt x="116" y="292"/>
                      <a:pt x="114" y="253"/>
                    </a:cubicBezTo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" name="Freeform 195">
                <a:extLst>
                  <a:ext uri="{FF2B5EF4-FFF2-40B4-BE49-F238E27FC236}">
                    <a16:creationId xmlns:a16="http://schemas.microsoft.com/office/drawing/2014/main" id="{2A4BFA2D-9E93-44E3-AA28-041BA80F4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863"/>
                <a:ext cx="132" cy="77"/>
              </a:xfrm>
              <a:custGeom>
                <a:avLst/>
                <a:gdLst>
                  <a:gd name="T0" fmla="*/ 57 w 57"/>
                  <a:gd name="T1" fmla="*/ 17 h 33"/>
                  <a:gd name="T2" fmla="*/ 0 w 57"/>
                  <a:gd name="T3" fmla="*/ 0 h 33"/>
                  <a:gd name="T4" fmla="*/ 57 w 57"/>
                  <a:gd name="T5" fmla="*/ 30 h 33"/>
                  <a:gd name="T6" fmla="*/ 57 w 57"/>
                  <a:gd name="T7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33">
                    <a:moveTo>
                      <a:pt x="57" y="17"/>
                    </a:moveTo>
                    <a:cubicBezTo>
                      <a:pt x="57" y="17"/>
                      <a:pt x="29" y="19"/>
                      <a:pt x="0" y="0"/>
                    </a:cubicBezTo>
                    <a:cubicBezTo>
                      <a:pt x="0" y="0"/>
                      <a:pt x="13" y="33"/>
                      <a:pt x="57" y="30"/>
                    </a:cubicBezTo>
                    <a:lnTo>
                      <a:pt x="57" y="17"/>
                    </a:ln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" name="Freeform 196">
                <a:extLst>
                  <a:ext uri="{FF2B5EF4-FFF2-40B4-BE49-F238E27FC236}">
                    <a16:creationId xmlns:a16="http://schemas.microsoft.com/office/drawing/2014/main" id="{0D0C95D6-F70A-4EB3-82AE-C569B940B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614"/>
                <a:ext cx="30" cy="28"/>
              </a:xfrm>
              <a:custGeom>
                <a:avLst/>
                <a:gdLst>
                  <a:gd name="T0" fmla="*/ 13 w 13"/>
                  <a:gd name="T1" fmla="*/ 6 h 12"/>
                  <a:gd name="T2" fmla="*/ 7 w 13"/>
                  <a:gd name="T3" fmla="*/ 12 h 12"/>
                  <a:gd name="T4" fmla="*/ 0 w 13"/>
                  <a:gd name="T5" fmla="*/ 7 h 12"/>
                  <a:gd name="T6" fmla="*/ 6 w 13"/>
                  <a:gd name="T7" fmla="*/ 0 h 12"/>
                  <a:gd name="T8" fmla="*/ 13 w 13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2">
                    <a:moveTo>
                      <a:pt x="13" y="6"/>
                    </a:moveTo>
                    <a:cubicBezTo>
                      <a:pt x="13" y="9"/>
                      <a:pt x="10" y="12"/>
                      <a:pt x="7" y="12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3"/>
                      <a:pt x="3" y="1"/>
                      <a:pt x="6" y="0"/>
                    </a:cubicBezTo>
                    <a:cubicBezTo>
                      <a:pt x="10" y="0"/>
                      <a:pt x="13" y="3"/>
                      <a:pt x="13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2" name="Freeform 197">
                <a:extLst>
                  <a:ext uri="{FF2B5EF4-FFF2-40B4-BE49-F238E27FC236}">
                    <a16:creationId xmlns:a16="http://schemas.microsoft.com/office/drawing/2014/main" id="{F5F742E1-E0C6-4A50-8265-109D77278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573"/>
                <a:ext cx="61" cy="16"/>
              </a:xfrm>
              <a:custGeom>
                <a:avLst/>
                <a:gdLst>
                  <a:gd name="T0" fmla="*/ 25 w 26"/>
                  <a:gd name="T1" fmla="*/ 6 h 7"/>
                  <a:gd name="T2" fmla="*/ 13 w 26"/>
                  <a:gd name="T3" fmla="*/ 4 h 7"/>
                  <a:gd name="T4" fmla="*/ 1 w 26"/>
                  <a:gd name="T5" fmla="*/ 6 h 7"/>
                  <a:gd name="T6" fmla="*/ 3 w 26"/>
                  <a:gd name="T7" fmla="*/ 3 h 7"/>
                  <a:gd name="T8" fmla="*/ 13 w 26"/>
                  <a:gd name="T9" fmla="*/ 0 h 7"/>
                  <a:gd name="T10" fmla="*/ 23 w 26"/>
                  <a:gd name="T11" fmla="*/ 3 h 7"/>
                  <a:gd name="T12" fmla="*/ 25 w 26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">
                    <a:moveTo>
                      <a:pt x="25" y="6"/>
                    </a:moveTo>
                    <a:cubicBezTo>
                      <a:pt x="25" y="7"/>
                      <a:pt x="20" y="4"/>
                      <a:pt x="13" y="4"/>
                    </a:cubicBezTo>
                    <a:cubicBezTo>
                      <a:pt x="7" y="3"/>
                      <a:pt x="2" y="7"/>
                      <a:pt x="1" y="6"/>
                    </a:cubicBezTo>
                    <a:cubicBezTo>
                      <a:pt x="0" y="6"/>
                      <a:pt x="1" y="4"/>
                      <a:pt x="3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8" y="0"/>
                      <a:pt x="21" y="1"/>
                      <a:pt x="23" y="3"/>
                    </a:cubicBezTo>
                    <a:cubicBezTo>
                      <a:pt x="25" y="4"/>
                      <a:pt x="26" y="6"/>
                      <a:pt x="25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3" name="Freeform 198">
                <a:extLst>
                  <a:ext uri="{FF2B5EF4-FFF2-40B4-BE49-F238E27FC236}">
                    <a16:creationId xmlns:a16="http://schemas.microsoft.com/office/drawing/2014/main" id="{5CD84AC0-FD0E-4B4F-B108-E130AA3B1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617"/>
                <a:ext cx="28" cy="28"/>
              </a:xfrm>
              <a:custGeom>
                <a:avLst/>
                <a:gdLst>
                  <a:gd name="T0" fmla="*/ 12 w 12"/>
                  <a:gd name="T1" fmla="*/ 6 h 12"/>
                  <a:gd name="T2" fmla="*/ 6 w 12"/>
                  <a:gd name="T3" fmla="*/ 12 h 12"/>
                  <a:gd name="T4" fmla="*/ 0 w 12"/>
                  <a:gd name="T5" fmla="*/ 6 h 12"/>
                  <a:gd name="T6" fmla="*/ 6 w 12"/>
                  <a:gd name="T7" fmla="*/ 0 h 12"/>
                  <a:gd name="T8" fmla="*/ 12 w 12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6"/>
                    </a:moveTo>
                    <a:cubicBezTo>
                      <a:pt x="12" y="9"/>
                      <a:pt x="9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4" name="Freeform 199">
                <a:extLst>
                  <a:ext uri="{FF2B5EF4-FFF2-40B4-BE49-F238E27FC236}">
                    <a16:creationId xmlns:a16="http://schemas.microsoft.com/office/drawing/2014/main" id="{55EE6780-4C77-4A4A-BEB7-52F1FD27D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9" y="577"/>
                <a:ext cx="58" cy="17"/>
              </a:xfrm>
              <a:custGeom>
                <a:avLst/>
                <a:gdLst>
                  <a:gd name="T0" fmla="*/ 25 w 25"/>
                  <a:gd name="T1" fmla="*/ 6 h 7"/>
                  <a:gd name="T2" fmla="*/ 12 w 25"/>
                  <a:gd name="T3" fmla="*/ 3 h 7"/>
                  <a:gd name="T4" fmla="*/ 0 w 25"/>
                  <a:gd name="T5" fmla="*/ 6 h 7"/>
                  <a:gd name="T6" fmla="*/ 3 w 25"/>
                  <a:gd name="T7" fmla="*/ 3 h 7"/>
                  <a:gd name="T8" fmla="*/ 13 w 25"/>
                  <a:gd name="T9" fmla="*/ 0 h 7"/>
                  <a:gd name="T10" fmla="*/ 22 w 25"/>
                  <a:gd name="T11" fmla="*/ 3 h 7"/>
                  <a:gd name="T12" fmla="*/ 25 w 25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7">
                    <a:moveTo>
                      <a:pt x="25" y="6"/>
                    </a:moveTo>
                    <a:cubicBezTo>
                      <a:pt x="24" y="7"/>
                      <a:pt x="19" y="4"/>
                      <a:pt x="12" y="3"/>
                    </a:cubicBezTo>
                    <a:cubicBezTo>
                      <a:pt x="6" y="3"/>
                      <a:pt x="1" y="7"/>
                      <a:pt x="0" y="6"/>
                    </a:cubicBezTo>
                    <a:cubicBezTo>
                      <a:pt x="0" y="6"/>
                      <a:pt x="0" y="4"/>
                      <a:pt x="3" y="3"/>
                    </a:cubicBezTo>
                    <a:cubicBezTo>
                      <a:pt x="5" y="1"/>
                      <a:pt x="8" y="0"/>
                      <a:pt x="13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5" y="6"/>
                      <a:pt x="25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5" name="Freeform 200">
                <a:extLst>
                  <a:ext uri="{FF2B5EF4-FFF2-40B4-BE49-F238E27FC236}">
                    <a16:creationId xmlns:a16="http://schemas.microsoft.com/office/drawing/2014/main" id="{B1127BA2-D3F4-4946-B9EE-49A584240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582"/>
                <a:ext cx="48" cy="133"/>
              </a:xfrm>
              <a:custGeom>
                <a:avLst/>
                <a:gdLst>
                  <a:gd name="T0" fmla="*/ 3 w 21"/>
                  <a:gd name="T1" fmla="*/ 56 h 57"/>
                  <a:gd name="T2" fmla="*/ 14 w 21"/>
                  <a:gd name="T3" fmla="*/ 54 h 57"/>
                  <a:gd name="T4" fmla="*/ 18 w 21"/>
                  <a:gd name="T5" fmla="*/ 53 h 57"/>
                  <a:gd name="T6" fmla="*/ 17 w 21"/>
                  <a:gd name="T7" fmla="*/ 48 h 57"/>
                  <a:gd name="T8" fmla="*/ 12 w 21"/>
                  <a:gd name="T9" fmla="*/ 34 h 57"/>
                  <a:gd name="T10" fmla="*/ 1 w 21"/>
                  <a:gd name="T11" fmla="*/ 0 h 57"/>
                  <a:gd name="T12" fmla="*/ 14 w 21"/>
                  <a:gd name="T13" fmla="*/ 33 h 57"/>
                  <a:gd name="T14" fmla="*/ 19 w 21"/>
                  <a:gd name="T15" fmla="*/ 47 h 57"/>
                  <a:gd name="T16" fmla="*/ 20 w 21"/>
                  <a:gd name="T17" fmla="*/ 53 h 57"/>
                  <a:gd name="T18" fmla="*/ 17 w 21"/>
                  <a:gd name="T19" fmla="*/ 56 h 57"/>
                  <a:gd name="T20" fmla="*/ 14 w 21"/>
                  <a:gd name="T21" fmla="*/ 56 h 57"/>
                  <a:gd name="T22" fmla="*/ 3 w 21"/>
                  <a:gd name="T23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57">
                    <a:moveTo>
                      <a:pt x="3" y="56"/>
                    </a:moveTo>
                    <a:cubicBezTo>
                      <a:pt x="3" y="56"/>
                      <a:pt x="7" y="55"/>
                      <a:pt x="14" y="54"/>
                    </a:cubicBezTo>
                    <a:cubicBezTo>
                      <a:pt x="16" y="54"/>
                      <a:pt x="17" y="54"/>
                      <a:pt x="18" y="53"/>
                    </a:cubicBezTo>
                    <a:cubicBezTo>
                      <a:pt x="18" y="51"/>
                      <a:pt x="17" y="50"/>
                      <a:pt x="17" y="48"/>
                    </a:cubicBezTo>
                    <a:cubicBezTo>
                      <a:pt x="15" y="43"/>
                      <a:pt x="13" y="39"/>
                      <a:pt x="12" y="34"/>
                    </a:cubicBezTo>
                    <a:cubicBezTo>
                      <a:pt x="5" y="16"/>
                      <a:pt x="0" y="0"/>
                      <a:pt x="1" y="0"/>
                    </a:cubicBezTo>
                    <a:cubicBezTo>
                      <a:pt x="1" y="0"/>
                      <a:pt x="8" y="15"/>
                      <a:pt x="14" y="33"/>
                    </a:cubicBezTo>
                    <a:cubicBezTo>
                      <a:pt x="16" y="38"/>
                      <a:pt x="18" y="42"/>
                      <a:pt x="19" y="47"/>
                    </a:cubicBezTo>
                    <a:cubicBezTo>
                      <a:pt x="20" y="49"/>
                      <a:pt x="21" y="51"/>
                      <a:pt x="20" y="53"/>
                    </a:cubicBezTo>
                    <a:cubicBezTo>
                      <a:pt x="19" y="55"/>
                      <a:pt x="18" y="56"/>
                      <a:pt x="17" y="56"/>
                    </a:cubicBezTo>
                    <a:cubicBezTo>
                      <a:pt x="16" y="56"/>
                      <a:pt x="15" y="56"/>
                      <a:pt x="14" y="56"/>
                    </a:cubicBezTo>
                    <a:cubicBezTo>
                      <a:pt x="7" y="57"/>
                      <a:pt x="3" y="57"/>
                      <a:pt x="3" y="5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6" name="Freeform 201">
                <a:extLst>
                  <a:ext uri="{FF2B5EF4-FFF2-40B4-BE49-F238E27FC236}">
                    <a16:creationId xmlns:a16="http://schemas.microsoft.com/office/drawing/2014/main" id="{73C5DA72-8F48-45AB-80BD-72D2D0B39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526"/>
                <a:ext cx="75" cy="23"/>
              </a:xfrm>
              <a:custGeom>
                <a:avLst/>
                <a:gdLst>
                  <a:gd name="T0" fmla="*/ 31 w 32"/>
                  <a:gd name="T1" fmla="*/ 6 h 10"/>
                  <a:gd name="T2" fmla="*/ 16 w 32"/>
                  <a:gd name="T3" fmla="*/ 7 h 10"/>
                  <a:gd name="T4" fmla="*/ 1 w 32"/>
                  <a:gd name="T5" fmla="*/ 9 h 10"/>
                  <a:gd name="T6" fmla="*/ 4 w 32"/>
                  <a:gd name="T7" fmla="*/ 4 h 10"/>
                  <a:gd name="T8" fmla="*/ 16 w 32"/>
                  <a:gd name="T9" fmla="*/ 1 h 10"/>
                  <a:gd name="T10" fmla="*/ 27 w 32"/>
                  <a:gd name="T11" fmla="*/ 2 h 10"/>
                  <a:gd name="T12" fmla="*/ 31 w 32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0">
                    <a:moveTo>
                      <a:pt x="31" y="6"/>
                    </a:moveTo>
                    <a:cubicBezTo>
                      <a:pt x="31" y="7"/>
                      <a:pt x="24" y="6"/>
                      <a:pt x="16" y="7"/>
                    </a:cubicBezTo>
                    <a:cubicBezTo>
                      <a:pt x="8" y="8"/>
                      <a:pt x="2" y="10"/>
                      <a:pt x="1" y="9"/>
                    </a:cubicBezTo>
                    <a:cubicBezTo>
                      <a:pt x="0" y="8"/>
                      <a:pt x="2" y="6"/>
                      <a:pt x="4" y="4"/>
                    </a:cubicBezTo>
                    <a:cubicBezTo>
                      <a:pt x="7" y="3"/>
                      <a:pt x="11" y="1"/>
                      <a:pt x="16" y="1"/>
                    </a:cubicBezTo>
                    <a:cubicBezTo>
                      <a:pt x="20" y="0"/>
                      <a:pt x="25" y="1"/>
                      <a:pt x="27" y="2"/>
                    </a:cubicBezTo>
                    <a:cubicBezTo>
                      <a:pt x="30" y="3"/>
                      <a:pt x="32" y="5"/>
                      <a:pt x="31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7" name="Freeform 202">
                <a:extLst>
                  <a:ext uri="{FF2B5EF4-FFF2-40B4-BE49-F238E27FC236}">
                    <a16:creationId xmlns:a16="http://schemas.microsoft.com/office/drawing/2014/main" id="{AB6C92C8-17A1-4D4A-A424-9D74F0E64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519"/>
                <a:ext cx="54" cy="19"/>
              </a:xfrm>
              <a:custGeom>
                <a:avLst/>
                <a:gdLst>
                  <a:gd name="T0" fmla="*/ 23 w 23"/>
                  <a:gd name="T1" fmla="*/ 7 h 8"/>
                  <a:gd name="T2" fmla="*/ 12 w 23"/>
                  <a:gd name="T3" fmla="*/ 7 h 8"/>
                  <a:gd name="T4" fmla="*/ 0 w 23"/>
                  <a:gd name="T5" fmla="*/ 6 h 8"/>
                  <a:gd name="T6" fmla="*/ 3 w 23"/>
                  <a:gd name="T7" fmla="*/ 2 h 8"/>
                  <a:gd name="T8" fmla="*/ 12 w 23"/>
                  <a:gd name="T9" fmla="*/ 0 h 8"/>
                  <a:gd name="T10" fmla="*/ 21 w 23"/>
                  <a:gd name="T11" fmla="*/ 3 h 8"/>
                  <a:gd name="T12" fmla="*/ 23 w 23"/>
                  <a:gd name="T1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8">
                    <a:moveTo>
                      <a:pt x="23" y="7"/>
                    </a:moveTo>
                    <a:cubicBezTo>
                      <a:pt x="22" y="8"/>
                      <a:pt x="17" y="7"/>
                      <a:pt x="12" y="7"/>
                    </a:cubicBezTo>
                    <a:cubicBezTo>
                      <a:pt x="6" y="7"/>
                      <a:pt x="1" y="8"/>
                      <a:pt x="0" y="6"/>
                    </a:cubicBezTo>
                    <a:cubicBezTo>
                      <a:pt x="0" y="5"/>
                      <a:pt x="0" y="4"/>
                      <a:pt x="3" y="2"/>
                    </a:cubicBezTo>
                    <a:cubicBezTo>
                      <a:pt x="5" y="1"/>
                      <a:pt x="8" y="0"/>
                      <a:pt x="12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3" y="6"/>
                      <a:pt x="23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Freeform 203">
                <a:extLst>
                  <a:ext uri="{FF2B5EF4-FFF2-40B4-BE49-F238E27FC236}">
                    <a16:creationId xmlns:a16="http://schemas.microsoft.com/office/drawing/2014/main" id="{EABBE325-7108-4100-8FDA-F55E2DE7B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626"/>
                <a:ext cx="72" cy="140"/>
              </a:xfrm>
              <a:custGeom>
                <a:avLst/>
                <a:gdLst>
                  <a:gd name="T0" fmla="*/ 30 w 31"/>
                  <a:gd name="T1" fmla="*/ 9 h 60"/>
                  <a:gd name="T2" fmla="*/ 1 w 31"/>
                  <a:gd name="T3" fmla="*/ 30 h 60"/>
                  <a:gd name="T4" fmla="*/ 31 w 31"/>
                  <a:gd name="T5" fmla="*/ 52 h 60"/>
                  <a:gd name="T6" fmla="*/ 30 w 31"/>
                  <a:gd name="T7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0">
                    <a:moveTo>
                      <a:pt x="30" y="9"/>
                    </a:moveTo>
                    <a:cubicBezTo>
                      <a:pt x="29" y="9"/>
                      <a:pt x="0" y="0"/>
                      <a:pt x="1" y="30"/>
                    </a:cubicBezTo>
                    <a:cubicBezTo>
                      <a:pt x="1" y="60"/>
                      <a:pt x="31" y="53"/>
                      <a:pt x="31" y="52"/>
                    </a:cubicBezTo>
                    <a:cubicBezTo>
                      <a:pt x="31" y="51"/>
                      <a:pt x="30" y="9"/>
                      <a:pt x="30" y="9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Freeform 204">
                <a:extLst>
                  <a:ext uri="{FF2B5EF4-FFF2-40B4-BE49-F238E27FC236}">
                    <a16:creationId xmlns:a16="http://schemas.microsoft.com/office/drawing/2014/main" id="{DF91C997-8DE7-4ACC-B2CF-3CADC7BD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666"/>
                <a:ext cx="33" cy="62"/>
              </a:xfrm>
              <a:custGeom>
                <a:avLst/>
                <a:gdLst>
                  <a:gd name="T0" fmla="*/ 14 w 14"/>
                  <a:gd name="T1" fmla="*/ 24 h 27"/>
                  <a:gd name="T2" fmla="*/ 12 w 14"/>
                  <a:gd name="T3" fmla="*/ 25 h 27"/>
                  <a:gd name="T4" fmla="*/ 9 w 14"/>
                  <a:gd name="T5" fmla="*/ 25 h 27"/>
                  <a:gd name="T6" fmla="*/ 2 w 14"/>
                  <a:gd name="T7" fmla="*/ 13 h 27"/>
                  <a:gd name="T8" fmla="*/ 4 w 14"/>
                  <a:gd name="T9" fmla="*/ 6 h 27"/>
                  <a:gd name="T10" fmla="*/ 7 w 14"/>
                  <a:gd name="T11" fmla="*/ 2 h 27"/>
                  <a:gd name="T12" fmla="*/ 11 w 14"/>
                  <a:gd name="T13" fmla="*/ 3 h 27"/>
                  <a:gd name="T14" fmla="*/ 11 w 14"/>
                  <a:gd name="T15" fmla="*/ 5 h 27"/>
                  <a:gd name="T16" fmla="*/ 11 w 14"/>
                  <a:gd name="T17" fmla="*/ 3 h 27"/>
                  <a:gd name="T18" fmla="*/ 10 w 14"/>
                  <a:gd name="T19" fmla="*/ 1 h 27"/>
                  <a:gd name="T20" fmla="*/ 7 w 14"/>
                  <a:gd name="T21" fmla="*/ 0 h 27"/>
                  <a:gd name="T22" fmla="*/ 2 w 14"/>
                  <a:gd name="T23" fmla="*/ 5 h 27"/>
                  <a:gd name="T24" fmla="*/ 0 w 14"/>
                  <a:gd name="T25" fmla="*/ 14 h 27"/>
                  <a:gd name="T26" fmla="*/ 8 w 14"/>
                  <a:gd name="T27" fmla="*/ 26 h 27"/>
                  <a:gd name="T28" fmla="*/ 13 w 14"/>
                  <a:gd name="T29" fmla="*/ 25 h 27"/>
                  <a:gd name="T30" fmla="*/ 14 w 14"/>
                  <a:gd name="T31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" h="27">
                    <a:moveTo>
                      <a:pt x="14" y="24"/>
                    </a:moveTo>
                    <a:cubicBezTo>
                      <a:pt x="14" y="24"/>
                      <a:pt x="13" y="24"/>
                      <a:pt x="12" y="25"/>
                    </a:cubicBezTo>
                    <a:cubicBezTo>
                      <a:pt x="12" y="25"/>
                      <a:pt x="10" y="25"/>
                      <a:pt x="9" y="25"/>
                    </a:cubicBezTo>
                    <a:cubicBezTo>
                      <a:pt x="5" y="24"/>
                      <a:pt x="3" y="19"/>
                      <a:pt x="2" y="13"/>
                    </a:cubicBezTo>
                    <a:cubicBezTo>
                      <a:pt x="2" y="11"/>
                      <a:pt x="3" y="8"/>
                      <a:pt x="4" y="6"/>
                    </a:cubicBezTo>
                    <a:cubicBezTo>
                      <a:pt x="5" y="4"/>
                      <a:pt x="6" y="2"/>
                      <a:pt x="7" y="2"/>
                    </a:cubicBezTo>
                    <a:cubicBezTo>
                      <a:pt x="9" y="2"/>
                      <a:pt x="10" y="2"/>
                      <a:pt x="11" y="3"/>
                    </a:cubicBezTo>
                    <a:cubicBezTo>
                      <a:pt x="11" y="4"/>
                      <a:pt x="11" y="5"/>
                      <a:pt x="11" y="5"/>
                    </a:cubicBezTo>
                    <a:cubicBezTo>
                      <a:pt x="11" y="5"/>
                      <a:pt x="12" y="4"/>
                      <a:pt x="11" y="3"/>
                    </a:cubicBezTo>
                    <a:cubicBezTo>
                      <a:pt x="11" y="2"/>
                      <a:pt x="11" y="2"/>
                      <a:pt x="10" y="1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5" y="1"/>
                      <a:pt x="3" y="3"/>
                      <a:pt x="2" y="5"/>
                    </a:cubicBezTo>
                    <a:cubicBezTo>
                      <a:pt x="1" y="8"/>
                      <a:pt x="0" y="11"/>
                      <a:pt x="0" y="14"/>
                    </a:cubicBezTo>
                    <a:cubicBezTo>
                      <a:pt x="1" y="20"/>
                      <a:pt x="4" y="25"/>
                      <a:pt x="8" y="26"/>
                    </a:cubicBezTo>
                    <a:cubicBezTo>
                      <a:pt x="10" y="27"/>
                      <a:pt x="12" y="26"/>
                      <a:pt x="13" y="25"/>
                    </a:cubicBezTo>
                    <a:cubicBezTo>
                      <a:pt x="14" y="25"/>
                      <a:pt x="14" y="24"/>
                      <a:pt x="14" y="24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406">
              <a:extLst>
                <a:ext uri="{FF2B5EF4-FFF2-40B4-BE49-F238E27FC236}">
                  <a16:creationId xmlns:a16="http://schemas.microsoft.com/office/drawing/2014/main" id="{56B0ECE9-F5B2-4DF5-8884-403E70868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8" y="349"/>
              <a:ext cx="3273" cy="3722"/>
              <a:chOff x="3688" y="349"/>
              <a:chExt cx="3273" cy="3722"/>
            </a:xfrm>
          </p:grpSpPr>
          <p:sp>
            <p:nvSpPr>
              <p:cNvPr id="70" name="Freeform 206">
                <a:extLst>
                  <a:ext uri="{FF2B5EF4-FFF2-40B4-BE49-F238E27FC236}">
                    <a16:creationId xmlns:a16="http://schemas.microsoft.com/office/drawing/2014/main" id="{F2B20588-13A7-4C05-837F-A5D6B5306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349"/>
                <a:ext cx="342" cy="356"/>
              </a:xfrm>
              <a:custGeom>
                <a:avLst/>
                <a:gdLst>
                  <a:gd name="T0" fmla="*/ 142 w 147"/>
                  <a:gd name="T1" fmla="*/ 35 h 153"/>
                  <a:gd name="T2" fmla="*/ 120 w 147"/>
                  <a:gd name="T3" fmla="*/ 12 h 153"/>
                  <a:gd name="T4" fmla="*/ 58 w 147"/>
                  <a:gd name="T5" fmla="*/ 6 h 153"/>
                  <a:gd name="T6" fmla="*/ 12 w 147"/>
                  <a:gd name="T7" fmla="*/ 41 h 153"/>
                  <a:gd name="T8" fmla="*/ 1 w 147"/>
                  <a:gd name="T9" fmla="*/ 101 h 153"/>
                  <a:gd name="T10" fmla="*/ 6 w 147"/>
                  <a:gd name="T11" fmla="*/ 119 h 153"/>
                  <a:gd name="T12" fmla="*/ 18 w 147"/>
                  <a:gd name="T13" fmla="*/ 139 h 153"/>
                  <a:gd name="T14" fmla="*/ 21 w 147"/>
                  <a:gd name="T15" fmla="*/ 148 h 153"/>
                  <a:gd name="T16" fmla="*/ 36 w 147"/>
                  <a:gd name="T17" fmla="*/ 142 h 153"/>
                  <a:gd name="T18" fmla="*/ 43 w 147"/>
                  <a:gd name="T19" fmla="*/ 103 h 153"/>
                  <a:gd name="T20" fmla="*/ 40 w 147"/>
                  <a:gd name="T21" fmla="*/ 75 h 153"/>
                  <a:gd name="T22" fmla="*/ 35 w 147"/>
                  <a:gd name="T23" fmla="*/ 60 h 153"/>
                  <a:gd name="T24" fmla="*/ 37 w 147"/>
                  <a:gd name="T25" fmla="*/ 45 h 153"/>
                  <a:gd name="T26" fmla="*/ 39 w 147"/>
                  <a:gd name="T27" fmla="*/ 42 h 153"/>
                  <a:gd name="T28" fmla="*/ 70 w 147"/>
                  <a:gd name="T29" fmla="*/ 36 h 153"/>
                  <a:gd name="T30" fmla="*/ 123 w 147"/>
                  <a:gd name="T31" fmla="*/ 43 h 153"/>
                  <a:gd name="T32" fmla="*/ 136 w 147"/>
                  <a:gd name="T33" fmla="*/ 29 h 153"/>
                  <a:gd name="T34" fmla="*/ 142 w 147"/>
                  <a:gd name="T35" fmla="*/ 35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7" h="153">
                    <a:moveTo>
                      <a:pt x="142" y="35"/>
                    </a:moveTo>
                    <a:cubicBezTo>
                      <a:pt x="147" y="33"/>
                      <a:pt x="132" y="17"/>
                      <a:pt x="120" y="12"/>
                    </a:cubicBezTo>
                    <a:cubicBezTo>
                      <a:pt x="102" y="5"/>
                      <a:pt x="74" y="0"/>
                      <a:pt x="58" y="6"/>
                    </a:cubicBezTo>
                    <a:cubicBezTo>
                      <a:pt x="38" y="12"/>
                      <a:pt x="22" y="22"/>
                      <a:pt x="12" y="41"/>
                    </a:cubicBezTo>
                    <a:cubicBezTo>
                      <a:pt x="3" y="59"/>
                      <a:pt x="0" y="80"/>
                      <a:pt x="1" y="101"/>
                    </a:cubicBezTo>
                    <a:cubicBezTo>
                      <a:pt x="1" y="107"/>
                      <a:pt x="2" y="114"/>
                      <a:pt x="6" y="119"/>
                    </a:cubicBezTo>
                    <a:cubicBezTo>
                      <a:pt x="10" y="126"/>
                      <a:pt x="18" y="130"/>
                      <a:pt x="18" y="139"/>
                    </a:cubicBezTo>
                    <a:cubicBezTo>
                      <a:pt x="18" y="142"/>
                      <a:pt x="19" y="145"/>
                      <a:pt x="21" y="148"/>
                    </a:cubicBezTo>
                    <a:cubicBezTo>
                      <a:pt x="27" y="153"/>
                      <a:pt x="33" y="148"/>
                      <a:pt x="36" y="142"/>
                    </a:cubicBezTo>
                    <a:cubicBezTo>
                      <a:pt x="43" y="130"/>
                      <a:pt x="43" y="116"/>
                      <a:pt x="43" y="103"/>
                    </a:cubicBezTo>
                    <a:cubicBezTo>
                      <a:pt x="43" y="93"/>
                      <a:pt x="43" y="84"/>
                      <a:pt x="40" y="75"/>
                    </a:cubicBezTo>
                    <a:cubicBezTo>
                      <a:pt x="39" y="70"/>
                      <a:pt x="36" y="65"/>
                      <a:pt x="35" y="60"/>
                    </a:cubicBezTo>
                    <a:cubicBezTo>
                      <a:pt x="34" y="55"/>
                      <a:pt x="34" y="49"/>
                      <a:pt x="37" y="45"/>
                    </a:cubicBezTo>
                    <a:cubicBezTo>
                      <a:pt x="37" y="44"/>
                      <a:pt x="38" y="43"/>
                      <a:pt x="39" y="42"/>
                    </a:cubicBezTo>
                    <a:cubicBezTo>
                      <a:pt x="47" y="35"/>
                      <a:pt x="59" y="32"/>
                      <a:pt x="70" y="36"/>
                    </a:cubicBezTo>
                    <a:cubicBezTo>
                      <a:pt x="87" y="41"/>
                      <a:pt x="116" y="49"/>
                      <a:pt x="123" y="43"/>
                    </a:cubicBezTo>
                    <a:cubicBezTo>
                      <a:pt x="134" y="35"/>
                      <a:pt x="136" y="29"/>
                      <a:pt x="136" y="29"/>
                    </a:cubicBezTo>
                    <a:lnTo>
                      <a:pt x="142" y="3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07">
                <a:extLst>
                  <a:ext uri="{FF2B5EF4-FFF2-40B4-BE49-F238E27FC236}">
                    <a16:creationId xmlns:a16="http://schemas.microsoft.com/office/drawing/2014/main" id="{585DFAC3-268B-4F05-B780-ED4DA1501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740"/>
                <a:ext cx="53" cy="28"/>
              </a:xfrm>
              <a:custGeom>
                <a:avLst/>
                <a:gdLst>
                  <a:gd name="T0" fmla="*/ 23 w 23"/>
                  <a:gd name="T1" fmla="*/ 9 h 12"/>
                  <a:gd name="T2" fmla="*/ 20 w 23"/>
                  <a:gd name="T3" fmla="*/ 11 h 12"/>
                  <a:gd name="T4" fmla="*/ 10 w 23"/>
                  <a:gd name="T5" fmla="*/ 11 h 12"/>
                  <a:gd name="T6" fmla="*/ 2 w 23"/>
                  <a:gd name="T7" fmla="*/ 5 h 12"/>
                  <a:gd name="T8" fmla="*/ 0 w 23"/>
                  <a:gd name="T9" fmla="*/ 1 h 12"/>
                  <a:gd name="T10" fmla="*/ 11 w 23"/>
                  <a:gd name="T11" fmla="*/ 7 h 12"/>
                  <a:gd name="T12" fmla="*/ 23 w 23"/>
                  <a:gd name="T13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12">
                    <a:moveTo>
                      <a:pt x="23" y="9"/>
                    </a:moveTo>
                    <a:cubicBezTo>
                      <a:pt x="23" y="9"/>
                      <a:pt x="22" y="11"/>
                      <a:pt x="20" y="11"/>
                    </a:cubicBezTo>
                    <a:cubicBezTo>
                      <a:pt x="17" y="12"/>
                      <a:pt x="13" y="12"/>
                      <a:pt x="10" y="11"/>
                    </a:cubicBezTo>
                    <a:cubicBezTo>
                      <a:pt x="6" y="9"/>
                      <a:pt x="3" y="7"/>
                      <a:pt x="2" y="5"/>
                    </a:cubicBezTo>
                    <a:cubicBezTo>
                      <a:pt x="0" y="3"/>
                      <a:pt x="0" y="1"/>
                      <a:pt x="0" y="1"/>
                    </a:cubicBezTo>
                    <a:cubicBezTo>
                      <a:pt x="1" y="0"/>
                      <a:pt x="5" y="5"/>
                      <a:pt x="11" y="7"/>
                    </a:cubicBezTo>
                    <a:cubicBezTo>
                      <a:pt x="17" y="9"/>
                      <a:pt x="23" y="8"/>
                      <a:pt x="23" y="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208">
                <a:extLst>
                  <a:ext uri="{FF2B5EF4-FFF2-40B4-BE49-F238E27FC236}">
                    <a16:creationId xmlns:a16="http://schemas.microsoft.com/office/drawing/2014/main" id="{A89E419F-B798-448F-B6BF-66DE7BDFB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657"/>
                <a:ext cx="410" cy="386"/>
              </a:xfrm>
              <a:custGeom>
                <a:avLst/>
                <a:gdLst>
                  <a:gd name="T0" fmla="*/ 108 w 176"/>
                  <a:gd name="T1" fmla="*/ 13 h 166"/>
                  <a:gd name="T2" fmla="*/ 91 w 176"/>
                  <a:gd name="T3" fmla="*/ 103 h 166"/>
                  <a:gd name="T4" fmla="*/ 175 w 176"/>
                  <a:gd name="T5" fmla="*/ 166 h 166"/>
                  <a:gd name="T6" fmla="*/ 0 w 176"/>
                  <a:gd name="T7" fmla="*/ 140 h 166"/>
                  <a:gd name="T8" fmla="*/ 20 w 176"/>
                  <a:gd name="T9" fmla="*/ 0 h 166"/>
                  <a:gd name="T10" fmla="*/ 108 w 176"/>
                  <a:gd name="T11" fmla="*/ 13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6" h="166">
                    <a:moveTo>
                      <a:pt x="108" y="13"/>
                    </a:moveTo>
                    <a:cubicBezTo>
                      <a:pt x="91" y="103"/>
                      <a:pt x="91" y="103"/>
                      <a:pt x="91" y="103"/>
                    </a:cubicBezTo>
                    <a:cubicBezTo>
                      <a:pt x="91" y="103"/>
                      <a:pt x="176" y="150"/>
                      <a:pt x="175" y="166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08" y="13"/>
                      <a:pt x="108" y="13"/>
                      <a:pt x="108" y="13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209">
                <a:extLst>
                  <a:ext uri="{FF2B5EF4-FFF2-40B4-BE49-F238E27FC236}">
                    <a16:creationId xmlns:a16="http://schemas.microsoft.com/office/drawing/2014/main" id="{B5F4D440-CBAB-4988-A1BB-CFD39F7C0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674"/>
                <a:ext cx="407" cy="369"/>
              </a:xfrm>
              <a:custGeom>
                <a:avLst/>
                <a:gdLst>
                  <a:gd name="T0" fmla="*/ 69 w 175"/>
                  <a:gd name="T1" fmla="*/ 0 h 159"/>
                  <a:gd name="T2" fmla="*/ 62 w 175"/>
                  <a:gd name="T3" fmla="*/ 83 h 159"/>
                  <a:gd name="T4" fmla="*/ 7 w 175"/>
                  <a:gd name="T5" fmla="*/ 84 h 159"/>
                  <a:gd name="T6" fmla="*/ 0 w 175"/>
                  <a:gd name="T7" fmla="*/ 133 h 159"/>
                  <a:gd name="T8" fmla="*/ 175 w 175"/>
                  <a:gd name="T9" fmla="*/ 159 h 159"/>
                  <a:gd name="T10" fmla="*/ 175 w 175"/>
                  <a:gd name="T11" fmla="*/ 159 h 159"/>
                  <a:gd name="T12" fmla="*/ 91 w 175"/>
                  <a:gd name="T13" fmla="*/ 96 h 159"/>
                  <a:gd name="T14" fmla="*/ 91 w 175"/>
                  <a:gd name="T15" fmla="*/ 96 h 159"/>
                  <a:gd name="T16" fmla="*/ 91 w 175"/>
                  <a:gd name="T17" fmla="*/ 96 h 159"/>
                  <a:gd name="T18" fmla="*/ 108 w 175"/>
                  <a:gd name="T19" fmla="*/ 6 h 159"/>
                  <a:gd name="T20" fmla="*/ 69 w 175"/>
                  <a:gd name="T21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5" h="159">
                    <a:moveTo>
                      <a:pt x="69" y="0"/>
                    </a:moveTo>
                    <a:cubicBezTo>
                      <a:pt x="62" y="83"/>
                      <a:pt x="62" y="83"/>
                      <a:pt x="62" y="83"/>
                    </a:cubicBezTo>
                    <a:cubicBezTo>
                      <a:pt x="7" y="84"/>
                      <a:pt x="7" y="84"/>
                      <a:pt x="7" y="84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175" y="159"/>
                      <a:pt x="175" y="159"/>
                      <a:pt x="175" y="159"/>
                    </a:cubicBezTo>
                    <a:cubicBezTo>
                      <a:pt x="175" y="159"/>
                      <a:pt x="175" y="159"/>
                      <a:pt x="175" y="159"/>
                    </a:cubicBezTo>
                    <a:cubicBezTo>
                      <a:pt x="175" y="142"/>
                      <a:pt x="91" y="96"/>
                      <a:pt x="91" y="96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108" y="6"/>
                      <a:pt x="108" y="6"/>
                      <a:pt x="108" y="6"/>
                    </a:cubicBezTo>
                    <a:cubicBezTo>
                      <a:pt x="69" y="0"/>
                      <a:pt x="69" y="0"/>
                      <a:pt x="69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210">
                <a:extLst>
                  <a:ext uri="{FF2B5EF4-FFF2-40B4-BE49-F238E27FC236}">
                    <a16:creationId xmlns:a16="http://schemas.microsoft.com/office/drawing/2014/main" id="{6171FF40-8860-4EF3-8114-701D1F941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3857"/>
                <a:ext cx="32" cy="35"/>
              </a:xfrm>
              <a:custGeom>
                <a:avLst/>
                <a:gdLst>
                  <a:gd name="T0" fmla="*/ 6 w 14"/>
                  <a:gd name="T1" fmla="*/ 1 h 15"/>
                  <a:gd name="T2" fmla="*/ 0 w 14"/>
                  <a:gd name="T3" fmla="*/ 8 h 15"/>
                  <a:gd name="T4" fmla="*/ 7 w 14"/>
                  <a:gd name="T5" fmla="*/ 14 h 15"/>
                  <a:gd name="T6" fmla="*/ 14 w 14"/>
                  <a:gd name="T7" fmla="*/ 7 h 15"/>
                  <a:gd name="T8" fmla="*/ 5 w 14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5">
                    <a:moveTo>
                      <a:pt x="6" y="1"/>
                    </a:moveTo>
                    <a:cubicBezTo>
                      <a:pt x="2" y="1"/>
                      <a:pt x="0" y="5"/>
                      <a:pt x="0" y="8"/>
                    </a:cubicBezTo>
                    <a:cubicBezTo>
                      <a:pt x="0" y="12"/>
                      <a:pt x="4" y="15"/>
                      <a:pt x="7" y="14"/>
                    </a:cubicBezTo>
                    <a:cubicBezTo>
                      <a:pt x="11" y="14"/>
                      <a:pt x="14" y="10"/>
                      <a:pt x="14" y="7"/>
                    </a:cubicBezTo>
                    <a:cubicBezTo>
                      <a:pt x="13" y="3"/>
                      <a:pt x="9" y="0"/>
                      <a:pt x="5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211">
                <a:extLst>
                  <a:ext uri="{FF2B5EF4-FFF2-40B4-BE49-F238E27FC236}">
                    <a16:creationId xmlns:a16="http://schemas.microsoft.com/office/drawing/2014/main" id="{AB30D450-1A8D-4AB1-90DD-78817811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950"/>
                <a:ext cx="410" cy="93"/>
              </a:xfrm>
              <a:custGeom>
                <a:avLst/>
                <a:gdLst>
                  <a:gd name="T0" fmla="*/ 0 w 176"/>
                  <a:gd name="T1" fmla="*/ 14 h 40"/>
                  <a:gd name="T2" fmla="*/ 3 w 176"/>
                  <a:gd name="T3" fmla="*/ 0 h 40"/>
                  <a:gd name="T4" fmla="*/ 169 w 176"/>
                  <a:gd name="T5" fmla="*/ 31 h 40"/>
                  <a:gd name="T6" fmla="*/ 175 w 176"/>
                  <a:gd name="T7" fmla="*/ 40 h 40"/>
                  <a:gd name="T8" fmla="*/ 0 w 176"/>
                  <a:gd name="T9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40">
                    <a:moveTo>
                      <a:pt x="0" y="14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69" y="31"/>
                      <a:pt x="169" y="31"/>
                      <a:pt x="169" y="31"/>
                    </a:cubicBezTo>
                    <a:cubicBezTo>
                      <a:pt x="169" y="31"/>
                      <a:pt x="176" y="35"/>
                      <a:pt x="175" y="40"/>
                    </a:cubicBez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212">
                <a:extLst>
                  <a:ext uri="{FF2B5EF4-FFF2-40B4-BE49-F238E27FC236}">
                    <a16:creationId xmlns:a16="http://schemas.microsoft.com/office/drawing/2014/main" id="{01626991-CF8C-4827-985F-F7842CCAA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3890"/>
                <a:ext cx="42" cy="23"/>
              </a:xfrm>
              <a:custGeom>
                <a:avLst/>
                <a:gdLst>
                  <a:gd name="T0" fmla="*/ 18 w 18"/>
                  <a:gd name="T1" fmla="*/ 2 h 10"/>
                  <a:gd name="T2" fmla="*/ 9 w 18"/>
                  <a:gd name="T3" fmla="*/ 5 h 10"/>
                  <a:gd name="T4" fmla="*/ 1 w 18"/>
                  <a:gd name="T5" fmla="*/ 10 h 10"/>
                  <a:gd name="T6" fmla="*/ 7 w 18"/>
                  <a:gd name="T7" fmla="*/ 2 h 10"/>
                  <a:gd name="T8" fmla="*/ 18 w 18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0">
                    <a:moveTo>
                      <a:pt x="18" y="2"/>
                    </a:moveTo>
                    <a:cubicBezTo>
                      <a:pt x="18" y="3"/>
                      <a:pt x="13" y="3"/>
                      <a:pt x="9" y="5"/>
                    </a:cubicBezTo>
                    <a:cubicBezTo>
                      <a:pt x="4" y="7"/>
                      <a:pt x="1" y="10"/>
                      <a:pt x="1" y="10"/>
                    </a:cubicBezTo>
                    <a:cubicBezTo>
                      <a:pt x="0" y="9"/>
                      <a:pt x="2" y="5"/>
                      <a:pt x="7" y="2"/>
                    </a:cubicBezTo>
                    <a:cubicBezTo>
                      <a:pt x="13" y="0"/>
                      <a:pt x="18" y="1"/>
                      <a:pt x="18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213">
                <a:extLst>
                  <a:ext uri="{FF2B5EF4-FFF2-40B4-BE49-F238E27FC236}">
                    <a16:creationId xmlns:a16="http://schemas.microsoft.com/office/drawing/2014/main" id="{574A9F1A-1B57-4D2E-9545-10BD2308A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3916"/>
                <a:ext cx="33" cy="30"/>
              </a:xfrm>
              <a:custGeom>
                <a:avLst/>
                <a:gdLst>
                  <a:gd name="T0" fmla="*/ 14 w 14"/>
                  <a:gd name="T1" fmla="*/ 1 h 13"/>
                  <a:gd name="T2" fmla="*/ 7 w 14"/>
                  <a:gd name="T3" fmla="*/ 6 h 13"/>
                  <a:gd name="T4" fmla="*/ 1 w 14"/>
                  <a:gd name="T5" fmla="*/ 13 h 13"/>
                  <a:gd name="T6" fmla="*/ 5 w 14"/>
                  <a:gd name="T7" fmla="*/ 4 h 13"/>
                  <a:gd name="T8" fmla="*/ 14 w 14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14" y="1"/>
                    </a:moveTo>
                    <a:cubicBezTo>
                      <a:pt x="14" y="2"/>
                      <a:pt x="10" y="3"/>
                      <a:pt x="7" y="6"/>
                    </a:cubicBezTo>
                    <a:cubicBezTo>
                      <a:pt x="3" y="9"/>
                      <a:pt x="2" y="13"/>
                      <a:pt x="1" y="13"/>
                    </a:cubicBezTo>
                    <a:cubicBezTo>
                      <a:pt x="0" y="13"/>
                      <a:pt x="0" y="8"/>
                      <a:pt x="5" y="4"/>
                    </a:cubicBezTo>
                    <a:cubicBezTo>
                      <a:pt x="9" y="0"/>
                      <a:pt x="14" y="1"/>
                      <a:pt x="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214">
                <a:extLst>
                  <a:ext uri="{FF2B5EF4-FFF2-40B4-BE49-F238E27FC236}">
                    <a16:creationId xmlns:a16="http://schemas.microsoft.com/office/drawing/2014/main" id="{F701F274-2254-4776-8D33-EF6DABE6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8" y="3941"/>
                <a:ext cx="23" cy="33"/>
              </a:xfrm>
              <a:custGeom>
                <a:avLst/>
                <a:gdLst>
                  <a:gd name="T0" fmla="*/ 1 w 10"/>
                  <a:gd name="T1" fmla="*/ 14 h 14"/>
                  <a:gd name="T2" fmla="*/ 3 w 10"/>
                  <a:gd name="T3" fmla="*/ 5 h 14"/>
                  <a:gd name="T4" fmla="*/ 10 w 10"/>
                  <a:gd name="T5" fmla="*/ 0 h 14"/>
                  <a:gd name="T6" fmla="*/ 5 w 10"/>
                  <a:gd name="T7" fmla="*/ 7 h 14"/>
                  <a:gd name="T8" fmla="*/ 1 w 10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" y="14"/>
                    </a:moveTo>
                    <a:cubicBezTo>
                      <a:pt x="0" y="14"/>
                      <a:pt x="0" y="10"/>
                      <a:pt x="3" y="5"/>
                    </a:cubicBezTo>
                    <a:cubicBezTo>
                      <a:pt x="5" y="1"/>
                      <a:pt x="10" y="0"/>
                      <a:pt x="10" y="0"/>
                    </a:cubicBezTo>
                    <a:cubicBezTo>
                      <a:pt x="10" y="1"/>
                      <a:pt x="7" y="3"/>
                      <a:pt x="5" y="7"/>
                    </a:cubicBezTo>
                    <a:cubicBezTo>
                      <a:pt x="3" y="10"/>
                      <a:pt x="2" y="14"/>
                      <a:pt x="1" y="1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215">
                <a:extLst>
                  <a:ext uri="{FF2B5EF4-FFF2-40B4-BE49-F238E27FC236}">
                    <a16:creationId xmlns:a16="http://schemas.microsoft.com/office/drawing/2014/main" id="{4F0DEEC1-A443-4B32-A6DE-064FFE99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5" y="3834"/>
                <a:ext cx="44" cy="14"/>
              </a:xfrm>
              <a:custGeom>
                <a:avLst/>
                <a:gdLst>
                  <a:gd name="T0" fmla="*/ 18 w 19"/>
                  <a:gd name="T1" fmla="*/ 5 h 6"/>
                  <a:gd name="T2" fmla="*/ 9 w 19"/>
                  <a:gd name="T3" fmla="*/ 4 h 6"/>
                  <a:gd name="T4" fmla="*/ 0 w 19"/>
                  <a:gd name="T5" fmla="*/ 4 h 6"/>
                  <a:gd name="T6" fmla="*/ 9 w 19"/>
                  <a:gd name="T7" fmla="*/ 1 h 6"/>
                  <a:gd name="T8" fmla="*/ 18 w 19"/>
                  <a:gd name="T9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6">
                    <a:moveTo>
                      <a:pt x="18" y="5"/>
                    </a:moveTo>
                    <a:cubicBezTo>
                      <a:pt x="18" y="6"/>
                      <a:pt x="14" y="4"/>
                      <a:pt x="9" y="4"/>
                    </a:cubicBezTo>
                    <a:cubicBezTo>
                      <a:pt x="4" y="3"/>
                      <a:pt x="0" y="4"/>
                      <a:pt x="0" y="4"/>
                    </a:cubicBezTo>
                    <a:cubicBezTo>
                      <a:pt x="0" y="3"/>
                      <a:pt x="4" y="0"/>
                      <a:pt x="9" y="1"/>
                    </a:cubicBezTo>
                    <a:cubicBezTo>
                      <a:pt x="15" y="1"/>
                      <a:pt x="19" y="5"/>
                      <a:pt x="18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216">
                <a:extLst>
                  <a:ext uri="{FF2B5EF4-FFF2-40B4-BE49-F238E27FC236}">
                    <a16:creationId xmlns:a16="http://schemas.microsoft.com/office/drawing/2014/main" id="{FB1D7A98-9758-49E1-8363-B252EAC45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3739"/>
                <a:ext cx="419" cy="332"/>
              </a:xfrm>
              <a:custGeom>
                <a:avLst/>
                <a:gdLst>
                  <a:gd name="T0" fmla="*/ 88 w 180"/>
                  <a:gd name="T1" fmla="*/ 0 h 143"/>
                  <a:gd name="T2" fmla="*/ 87 w 180"/>
                  <a:gd name="T3" fmla="*/ 91 h 143"/>
                  <a:gd name="T4" fmla="*/ 180 w 180"/>
                  <a:gd name="T5" fmla="*/ 140 h 143"/>
                  <a:gd name="T6" fmla="*/ 4 w 180"/>
                  <a:gd name="T7" fmla="*/ 143 h 143"/>
                  <a:gd name="T8" fmla="*/ 0 w 180"/>
                  <a:gd name="T9" fmla="*/ 1 h 143"/>
                  <a:gd name="T10" fmla="*/ 88 w 180"/>
                  <a:gd name="T11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0" h="143">
                    <a:moveTo>
                      <a:pt x="88" y="0"/>
                    </a:moveTo>
                    <a:cubicBezTo>
                      <a:pt x="87" y="91"/>
                      <a:pt x="87" y="91"/>
                      <a:pt x="87" y="91"/>
                    </a:cubicBezTo>
                    <a:cubicBezTo>
                      <a:pt x="87" y="91"/>
                      <a:pt x="179" y="123"/>
                      <a:pt x="180" y="140"/>
                    </a:cubicBezTo>
                    <a:cubicBezTo>
                      <a:pt x="4" y="143"/>
                      <a:pt x="4" y="143"/>
                      <a:pt x="4" y="143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217">
                <a:extLst>
                  <a:ext uri="{FF2B5EF4-FFF2-40B4-BE49-F238E27FC236}">
                    <a16:creationId xmlns:a16="http://schemas.microsoft.com/office/drawing/2014/main" id="{8841034B-6EA5-46F1-9D73-46FA05FF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3929"/>
                <a:ext cx="38" cy="38"/>
              </a:xfrm>
              <a:custGeom>
                <a:avLst/>
                <a:gdLst>
                  <a:gd name="T0" fmla="*/ 6 w 16"/>
                  <a:gd name="T1" fmla="*/ 2 h 16"/>
                  <a:gd name="T2" fmla="*/ 1 w 16"/>
                  <a:gd name="T3" fmla="*/ 10 h 16"/>
                  <a:gd name="T4" fmla="*/ 10 w 16"/>
                  <a:gd name="T5" fmla="*/ 15 h 16"/>
                  <a:gd name="T6" fmla="*/ 15 w 16"/>
                  <a:gd name="T7" fmla="*/ 6 h 16"/>
                  <a:gd name="T8" fmla="*/ 6 w 16"/>
                  <a:gd name="T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6" y="2"/>
                    </a:moveTo>
                    <a:cubicBezTo>
                      <a:pt x="3" y="3"/>
                      <a:pt x="0" y="7"/>
                      <a:pt x="1" y="10"/>
                    </a:cubicBezTo>
                    <a:cubicBezTo>
                      <a:pt x="2" y="14"/>
                      <a:pt x="6" y="16"/>
                      <a:pt x="10" y="15"/>
                    </a:cubicBezTo>
                    <a:cubicBezTo>
                      <a:pt x="13" y="14"/>
                      <a:pt x="16" y="10"/>
                      <a:pt x="15" y="6"/>
                    </a:cubicBezTo>
                    <a:cubicBezTo>
                      <a:pt x="13" y="3"/>
                      <a:pt x="9" y="0"/>
                      <a:pt x="6" y="2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218">
                <a:extLst>
                  <a:ext uri="{FF2B5EF4-FFF2-40B4-BE49-F238E27FC236}">
                    <a16:creationId xmlns:a16="http://schemas.microsoft.com/office/drawing/2014/main" id="{4B48C223-8692-4907-A7BD-6A9A0AC0D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4036"/>
                <a:ext cx="412" cy="35"/>
              </a:xfrm>
              <a:custGeom>
                <a:avLst/>
                <a:gdLst>
                  <a:gd name="T0" fmla="*/ 0 w 177"/>
                  <a:gd name="T1" fmla="*/ 15 h 15"/>
                  <a:gd name="T2" fmla="*/ 0 w 177"/>
                  <a:gd name="T3" fmla="*/ 0 h 15"/>
                  <a:gd name="T4" fmla="*/ 169 w 177"/>
                  <a:gd name="T5" fmla="*/ 3 h 15"/>
                  <a:gd name="T6" fmla="*/ 176 w 177"/>
                  <a:gd name="T7" fmla="*/ 12 h 15"/>
                  <a:gd name="T8" fmla="*/ 0 w 177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15">
                    <a:moveTo>
                      <a:pt x="0" y="1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69" y="3"/>
                      <a:pt x="169" y="3"/>
                      <a:pt x="169" y="3"/>
                    </a:cubicBezTo>
                    <a:cubicBezTo>
                      <a:pt x="169" y="3"/>
                      <a:pt x="177" y="6"/>
                      <a:pt x="176" y="12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219">
                <a:extLst>
                  <a:ext uri="{FF2B5EF4-FFF2-40B4-BE49-F238E27FC236}">
                    <a16:creationId xmlns:a16="http://schemas.microsoft.com/office/drawing/2014/main" id="{4A1112EE-D4D8-40B9-963C-EE0469FC5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3943"/>
                <a:ext cx="39" cy="28"/>
              </a:xfrm>
              <a:custGeom>
                <a:avLst/>
                <a:gdLst>
                  <a:gd name="T0" fmla="*/ 17 w 17"/>
                  <a:gd name="T1" fmla="*/ 2 h 12"/>
                  <a:gd name="T2" fmla="*/ 8 w 17"/>
                  <a:gd name="T3" fmla="*/ 6 h 12"/>
                  <a:gd name="T4" fmla="*/ 1 w 17"/>
                  <a:gd name="T5" fmla="*/ 12 h 12"/>
                  <a:gd name="T6" fmla="*/ 7 w 17"/>
                  <a:gd name="T7" fmla="*/ 3 h 12"/>
                  <a:gd name="T8" fmla="*/ 17 w 17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2">
                    <a:moveTo>
                      <a:pt x="17" y="2"/>
                    </a:moveTo>
                    <a:cubicBezTo>
                      <a:pt x="17" y="2"/>
                      <a:pt x="12" y="3"/>
                      <a:pt x="8" y="6"/>
                    </a:cubicBezTo>
                    <a:cubicBezTo>
                      <a:pt x="4" y="8"/>
                      <a:pt x="2" y="12"/>
                      <a:pt x="1" y="12"/>
                    </a:cubicBezTo>
                    <a:cubicBezTo>
                      <a:pt x="0" y="12"/>
                      <a:pt x="1" y="7"/>
                      <a:pt x="7" y="3"/>
                    </a:cubicBezTo>
                    <a:cubicBezTo>
                      <a:pt x="12" y="0"/>
                      <a:pt x="17" y="1"/>
                      <a:pt x="17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220">
                <a:extLst>
                  <a:ext uri="{FF2B5EF4-FFF2-40B4-BE49-F238E27FC236}">
                    <a16:creationId xmlns:a16="http://schemas.microsoft.com/office/drawing/2014/main" id="{9D4B287E-C44D-4CFF-8CE2-D6CBD1738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3962"/>
                <a:ext cx="31" cy="35"/>
              </a:xfrm>
              <a:custGeom>
                <a:avLst/>
                <a:gdLst>
                  <a:gd name="T0" fmla="*/ 12 w 13"/>
                  <a:gd name="T1" fmla="*/ 1 h 15"/>
                  <a:gd name="T2" fmla="*/ 6 w 13"/>
                  <a:gd name="T3" fmla="*/ 7 h 15"/>
                  <a:gd name="T4" fmla="*/ 2 w 13"/>
                  <a:gd name="T5" fmla="*/ 14 h 15"/>
                  <a:gd name="T6" fmla="*/ 4 w 13"/>
                  <a:gd name="T7" fmla="*/ 5 h 15"/>
                  <a:gd name="T8" fmla="*/ 12 w 13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12" y="1"/>
                    </a:moveTo>
                    <a:cubicBezTo>
                      <a:pt x="13" y="2"/>
                      <a:pt x="9" y="3"/>
                      <a:pt x="6" y="7"/>
                    </a:cubicBezTo>
                    <a:cubicBezTo>
                      <a:pt x="3" y="11"/>
                      <a:pt x="2" y="15"/>
                      <a:pt x="2" y="14"/>
                    </a:cubicBezTo>
                    <a:cubicBezTo>
                      <a:pt x="1" y="15"/>
                      <a:pt x="0" y="10"/>
                      <a:pt x="4" y="5"/>
                    </a:cubicBezTo>
                    <a:cubicBezTo>
                      <a:pt x="7" y="1"/>
                      <a:pt x="12" y="0"/>
                      <a:pt x="1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221">
                <a:extLst>
                  <a:ext uri="{FF2B5EF4-FFF2-40B4-BE49-F238E27FC236}">
                    <a16:creationId xmlns:a16="http://schemas.microsoft.com/office/drawing/2014/main" id="{4C2DF373-5718-4642-9591-4CBCF958C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3978"/>
                <a:ext cx="21" cy="38"/>
              </a:xfrm>
              <a:custGeom>
                <a:avLst/>
                <a:gdLst>
                  <a:gd name="T0" fmla="*/ 2 w 9"/>
                  <a:gd name="T1" fmla="*/ 16 h 16"/>
                  <a:gd name="T2" fmla="*/ 2 w 9"/>
                  <a:gd name="T3" fmla="*/ 7 h 16"/>
                  <a:gd name="T4" fmla="*/ 9 w 9"/>
                  <a:gd name="T5" fmla="*/ 1 h 16"/>
                  <a:gd name="T6" fmla="*/ 5 w 9"/>
                  <a:gd name="T7" fmla="*/ 8 h 16"/>
                  <a:gd name="T8" fmla="*/ 2 w 9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2" y="16"/>
                    </a:moveTo>
                    <a:cubicBezTo>
                      <a:pt x="2" y="16"/>
                      <a:pt x="0" y="12"/>
                      <a:pt x="2" y="7"/>
                    </a:cubicBezTo>
                    <a:cubicBezTo>
                      <a:pt x="4" y="2"/>
                      <a:pt x="8" y="0"/>
                      <a:pt x="9" y="1"/>
                    </a:cubicBezTo>
                    <a:cubicBezTo>
                      <a:pt x="9" y="2"/>
                      <a:pt x="7" y="4"/>
                      <a:pt x="5" y="8"/>
                    </a:cubicBezTo>
                    <a:cubicBezTo>
                      <a:pt x="3" y="12"/>
                      <a:pt x="3" y="16"/>
                      <a:pt x="2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22">
                <a:extLst>
                  <a:ext uri="{FF2B5EF4-FFF2-40B4-BE49-F238E27FC236}">
                    <a16:creationId xmlns:a16="http://schemas.microsoft.com/office/drawing/2014/main" id="{85E969B1-B9B2-448E-B5FA-7A9D1FB7F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3890"/>
                <a:ext cx="44" cy="14"/>
              </a:xfrm>
              <a:custGeom>
                <a:avLst/>
                <a:gdLst>
                  <a:gd name="T0" fmla="*/ 19 w 19"/>
                  <a:gd name="T1" fmla="*/ 4 h 6"/>
                  <a:gd name="T2" fmla="*/ 10 w 19"/>
                  <a:gd name="T3" fmla="*/ 4 h 6"/>
                  <a:gd name="T4" fmla="*/ 1 w 19"/>
                  <a:gd name="T5" fmla="*/ 5 h 6"/>
                  <a:gd name="T6" fmla="*/ 9 w 19"/>
                  <a:gd name="T7" fmla="*/ 1 h 6"/>
                  <a:gd name="T8" fmla="*/ 19 w 19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6">
                    <a:moveTo>
                      <a:pt x="19" y="4"/>
                    </a:moveTo>
                    <a:cubicBezTo>
                      <a:pt x="18" y="5"/>
                      <a:pt x="14" y="3"/>
                      <a:pt x="10" y="4"/>
                    </a:cubicBezTo>
                    <a:cubicBezTo>
                      <a:pt x="5" y="4"/>
                      <a:pt x="1" y="6"/>
                      <a:pt x="1" y="5"/>
                    </a:cubicBezTo>
                    <a:cubicBezTo>
                      <a:pt x="0" y="5"/>
                      <a:pt x="4" y="1"/>
                      <a:pt x="9" y="1"/>
                    </a:cubicBezTo>
                    <a:cubicBezTo>
                      <a:pt x="15" y="0"/>
                      <a:pt x="19" y="3"/>
                      <a:pt x="19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23">
                <a:extLst>
                  <a:ext uri="{FF2B5EF4-FFF2-40B4-BE49-F238E27FC236}">
                    <a16:creationId xmlns:a16="http://schemas.microsoft.com/office/drawing/2014/main" id="{0B39D4E4-7C29-4164-8013-140B7B3F0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094"/>
                <a:ext cx="519" cy="1780"/>
              </a:xfrm>
              <a:custGeom>
                <a:avLst/>
                <a:gdLst>
                  <a:gd name="T0" fmla="*/ 0 w 223"/>
                  <a:gd name="T1" fmla="*/ 0 h 765"/>
                  <a:gd name="T2" fmla="*/ 2 w 223"/>
                  <a:gd name="T3" fmla="*/ 90 h 765"/>
                  <a:gd name="T4" fmla="*/ 29 w 223"/>
                  <a:gd name="T5" fmla="*/ 370 h 765"/>
                  <a:gd name="T6" fmla="*/ 15 w 223"/>
                  <a:gd name="T7" fmla="*/ 583 h 765"/>
                  <a:gd name="T8" fmla="*/ 24 w 223"/>
                  <a:gd name="T9" fmla="*/ 765 h 765"/>
                  <a:gd name="T10" fmla="*/ 136 w 223"/>
                  <a:gd name="T11" fmla="*/ 762 h 765"/>
                  <a:gd name="T12" fmla="*/ 166 w 223"/>
                  <a:gd name="T13" fmla="*/ 374 h 765"/>
                  <a:gd name="T14" fmla="*/ 185 w 223"/>
                  <a:gd name="T15" fmla="*/ 133 h 765"/>
                  <a:gd name="T16" fmla="*/ 223 w 223"/>
                  <a:gd name="T17" fmla="*/ 6 h 765"/>
                  <a:gd name="T18" fmla="*/ 0 w 223"/>
                  <a:gd name="T19" fmla="*/ 0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765">
                    <a:moveTo>
                      <a:pt x="0" y="0"/>
                    </a:moveTo>
                    <a:cubicBezTo>
                      <a:pt x="2" y="90"/>
                      <a:pt x="2" y="90"/>
                      <a:pt x="2" y="90"/>
                    </a:cubicBezTo>
                    <a:cubicBezTo>
                      <a:pt x="29" y="370"/>
                      <a:pt x="29" y="370"/>
                      <a:pt x="29" y="370"/>
                    </a:cubicBezTo>
                    <a:cubicBezTo>
                      <a:pt x="29" y="370"/>
                      <a:pt x="20" y="506"/>
                      <a:pt x="15" y="583"/>
                    </a:cubicBezTo>
                    <a:cubicBezTo>
                      <a:pt x="10" y="649"/>
                      <a:pt x="24" y="765"/>
                      <a:pt x="24" y="765"/>
                    </a:cubicBezTo>
                    <a:cubicBezTo>
                      <a:pt x="136" y="762"/>
                      <a:pt x="136" y="762"/>
                      <a:pt x="136" y="762"/>
                    </a:cubicBezTo>
                    <a:cubicBezTo>
                      <a:pt x="166" y="374"/>
                      <a:pt x="166" y="374"/>
                      <a:pt x="166" y="374"/>
                    </a:cubicBezTo>
                    <a:cubicBezTo>
                      <a:pt x="185" y="133"/>
                      <a:pt x="185" y="133"/>
                      <a:pt x="185" y="133"/>
                    </a:cubicBezTo>
                    <a:cubicBezTo>
                      <a:pt x="223" y="6"/>
                      <a:pt x="223" y="6"/>
                      <a:pt x="223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4">
                <a:extLst>
                  <a:ext uri="{FF2B5EF4-FFF2-40B4-BE49-F238E27FC236}">
                    <a16:creationId xmlns:a16="http://schemas.microsoft.com/office/drawing/2014/main" id="{A550E5F7-B86F-4E83-9FFB-25415C180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2094"/>
                <a:ext cx="414" cy="1691"/>
              </a:xfrm>
              <a:custGeom>
                <a:avLst/>
                <a:gdLst>
                  <a:gd name="T0" fmla="*/ 171 w 178"/>
                  <a:gd name="T1" fmla="*/ 21 h 727"/>
                  <a:gd name="T2" fmla="*/ 178 w 178"/>
                  <a:gd name="T3" fmla="*/ 386 h 727"/>
                  <a:gd name="T4" fmla="*/ 169 w 178"/>
                  <a:gd name="T5" fmla="*/ 441 h 727"/>
                  <a:gd name="T6" fmla="*/ 72 w 178"/>
                  <a:gd name="T7" fmla="*/ 710 h 727"/>
                  <a:gd name="T8" fmla="*/ 67 w 178"/>
                  <a:gd name="T9" fmla="*/ 727 h 727"/>
                  <a:gd name="T10" fmla="*/ 0 w 178"/>
                  <a:gd name="T11" fmla="*/ 713 h 727"/>
                  <a:gd name="T12" fmla="*/ 33 w 178"/>
                  <a:gd name="T13" fmla="*/ 0 h 727"/>
                  <a:gd name="T14" fmla="*/ 171 w 178"/>
                  <a:gd name="T15" fmla="*/ 21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8" h="727">
                    <a:moveTo>
                      <a:pt x="171" y="21"/>
                    </a:moveTo>
                    <a:cubicBezTo>
                      <a:pt x="178" y="386"/>
                      <a:pt x="178" y="386"/>
                      <a:pt x="178" y="386"/>
                    </a:cubicBezTo>
                    <a:cubicBezTo>
                      <a:pt x="178" y="405"/>
                      <a:pt x="175" y="423"/>
                      <a:pt x="169" y="441"/>
                    </a:cubicBezTo>
                    <a:cubicBezTo>
                      <a:pt x="72" y="710"/>
                      <a:pt x="72" y="710"/>
                      <a:pt x="72" y="710"/>
                    </a:cubicBezTo>
                    <a:cubicBezTo>
                      <a:pt x="67" y="727"/>
                      <a:pt x="67" y="727"/>
                      <a:pt x="67" y="727"/>
                    </a:cubicBezTo>
                    <a:cubicBezTo>
                      <a:pt x="0" y="713"/>
                      <a:pt x="0" y="713"/>
                      <a:pt x="0" y="71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171" y="2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5">
                <a:extLst>
                  <a:ext uri="{FF2B5EF4-FFF2-40B4-BE49-F238E27FC236}">
                    <a16:creationId xmlns:a16="http://schemas.microsoft.com/office/drawing/2014/main" id="{F692865C-A797-4821-B4DA-7653694AD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92"/>
                <a:ext cx="111" cy="1575"/>
              </a:xfrm>
              <a:custGeom>
                <a:avLst/>
                <a:gdLst>
                  <a:gd name="T0" fmla="*/ 47 w 48"/>
                  <a:gd name="T1" fmla="*/ 0 h 677"/>
                  <a:gd name="T2" fmla="*/ 48 w 48"/>
                  <a:gd name="T3" fmla="*/ 2 h 677"/>
                  <a:gd name="T4" fmla="*/ 48 w 48"/>
                  <a:gd name="T5" fmla="*/ 7 h 677"/>
                  <a:gd name="T6" fmla="*/ 48 w 48"/>
                  <a:gd name="T7" fmla="*/ 27 h 677"/>
                  <a:gd name="T8" fmla="*/ 46 w 48"/>
                  <a:gd name="T9" fmla="*/ 100 h 677"/>
                  <a:gd name="T10" fmla="*/ 33 w 48"/>
                  <a:gd name="T11" fmla="*/ 339 h 677"/>
                  <a:gd name="T12" fmla="*/ 11 w 48"/>
                  <a:gd name="T13" fmla="*/ 578 h 677"/>
                  <a:gd name="T14" fmla="*/ 3 w 48"/>
                  <a:gd name="T15" fmla="*/ 651 h 677"/>
                  <a:gd name="T16" fmla="*/ 1 w 48"/>
                  <a:gd name="T17" fmla="*/ 670 h 677"/>
                  <a:gd name="T18" fmla="*/ 0 w 48"/>
                  <a:gd name="T19" fmla="*/ 675 h 677"/>
                  <a:gd name="T20" fmla="*/ 0 w 48"/>
                  <a:gd name="T21" fmla="*/ 677 h 677"/>
                  <a:gd name="T22" fmla="*/ 0 w 48"/>
                  <a:gd name="T23" fmla="*/ 675 h 677"/>
                  <a:gd name="T24" fmla="*/ 1 w 48"/>
                  <a:gd name="T25" fmla="*/ 670 h 677"/>
                  <a:gd name="T26" fmla="*/ 2 w 48"/>
                  <a:gd name="T27" fmla="*/ 650 h 677"/>
                  <a:gd name="T28" fmla="*/ 9 w 48"/>
                  <a:gd name="T29" fmla="*/ 578 h 677"/>
                  <a:gd name="T30" fmla="*/ 31 w 48"/>
                  <a:gd name="T31" fmla="*/ 339 h 677"/>
                  <a:gd name="T32" fmla="*/ 45 w 48"/>
                  <a:gd name="T33" fmla="*/ 100 h 677"/>
                  <a:gd name="T34" fmla="*/ 47 w 48"/>
                  <a:gd name="T35" fmla="*/ 27 h 677"/>
                  <a:gd name="T36" fmla="*/ 47 w 48"/>
                  <a:gd name="T37" fmla="*/ 7 h 677"/>
                  <a:gd name="T38" fmla="*/ 47 w 48"/>
                  <a:gd name="T39" fmla="*/ 2 h 677"/>
                  <a:gd name="T40" fmla="*/ 47 w 48"/>
                  <a:gd name="T41" fmla="*/ 0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677">
                    <a:moveTo>
                      <a:pt x="47" y="0"/>
                    </a:moveTo>
                    <a:cubicBezTo>
                      <a:pt x="48" y="0"/>
                      <a:pt x="48" y="1"/>
                      <a:pt x="48" y="2"/>
                    </a:cubicBezTo>
                    <a:cubicBezTo>
                      <a:pt x="48" y="3"/>
                      <a:pt x="48" y="5"/>
                      <a:pt x="48" y="7"/>
                    </a:cubicBezTo>
                    <a:cubicBezTo>
                      <a:pt x="48" y="12"/>
                      <a:pt x="48" y="18"/>
                      <a:pt x="48" y="27"/>
                    </a:cubicBezTo>
                    <a:cubicBezTo>
                      <a:pt x="48" y="44"/>
                      <a:pt x="47" y="69"/>
                      <a:pt x="46" y="100"/>
                    </a:cubicBezTo>
                    <a:cubicBezTo>
                      <a:pt x="44" y="161"/>
                      <a:pt x="40" y="246"/>
                      <a:pt x="33" y="339"/>
                    </a:cubicBezTo>
                    <a:cubicBezTo>
                      <a:pt x="26" y="433"/>
                      <a:pt x="17" y="517"/>
                      <a:pt x="11" y="578"/>
                    </a:cubicBezTo>
                    <a:cubicBezTo>
                      <a:pt x="8" y="609"/>
                      <a:pt x="5" y="633"/>
                      <a:pt x="3" y="651"/>
                    </a:cubicBezTo>
                    <a:cubicBezTo>
                      <a:pt x="2" y="659"/>
                      <a:pt x="2" y="666"/>
                      <a:pt x="1" y="670"/>
                    </a:cubicBezTo>
                    <a:cubicBezTo>
                      <a:pt x="1" y="672"/>
                      <a:pt x="1" y="674"/>
                      <a:pt x="0" y="675"/>
                    </a:cubicBezTo>
                    <a:cubicBezTo>
                      <a:pt x="0" y="676"/>
                      <a:pt x="0" y="677"/>
                      <a:pt x="0" y="677"/>
                    </a:cubicBezTo>
                    <a:cubicBezTo>
                      <a:pt x="0" y="677"/>
                      <a:pt x="0" y="676"/>
                      <a:pt x="0" y="675"/>
                    </a:cubicBezTo>
                    <a:cubicBezTo>
                      <a:pt x="0" y="674"/>
                      <a:pt x="1" y="672"/>
                      <a:pt x="1" y="670"/>
                    </a:cubicBezTo>
                    <a:cubicBezTo>
                      <a:pt x="1" y="666"/>
                      <a:pt x="2" y="659"/>
                      <a:pt x="2" y="650"/>
                    </a:cubicBezTo>
                    <a:cubicBezTo>
                      <a:pt x="4" y="633"/>
                      <a:pt x="6" y="609"/>
                      <a:pt x="9" y="578"/>
                    </a:cubicBezTo>
                    <a:cubicBezTo>
                      <a:pt x="15" y="517"/>
                      <a:pt x="24" y="433"/>
                      <a:pt x="31" y="339"/>
                    </a:cubicBezTo>
                    <a:cubicBezTo>
                      <a:pt x="38" y="246"/>
                      <a:pt x="43" y="161"/>
                      <a:pt x="45" y="100"/>
                    </a:cubicBezTo>
                    <a:cubicBezTo>
                      <a:pt x="46" y="69"/>
                      <a:pt x="46" y="44"/>
                      <a:pt x="47" y="27"/>
                    </a:cubicBezTo>
                    <a:cubicBezTo>
                      <a:pt x="47" y="18"/>
                      <a:pt x="47" y="12"/>
                      <a:pt x="47" y="7"/>
                    </a:cubicBezTo>
                    <a:cubicBezTo>
                      <a:pt x="47" y="5"/>
                      <a:pt x="47" y="3"/>
                      <a:pt x="47" y="2"/>
                    </a:cubicBezTo>
                    <a:cubicBezTo>
                      <a:pt x="47" y="1"/>
                      <a:pt x="47" y="0"/>
                      <a:pt x="4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26">
                <a:extLst>
                  <a:ext uri="{FF2B5EF4-FFF2-40B4-BE49-F238E27FC236}">
                    <a16:creationId xmlns:a16="http://schemas.microsoft.com/office/drawing/2014/main" id="{B8A13BEA-4DED-4E6B-839E-1D9A89B86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2148"/>
                <a:ext cx="172" cy="146"/>
              </a:xfrm>
              <a:custGeom>
                <a:avLst/>
                <a:gdLst>
                  <a:gd name="T0" fmla="*/ 73 w 74"/>
                  <a:gd name="T1" fmla="*/ 0 h 63"/>
                  <a:gd name="T2" fmla="*/ 73 w 74"/>
                  <a:gd name="T3" fmla="*/ 4 h 63"/>
                  <a:gd name="T4" fmla="*/ 70 w 74"/>
                  <a:gd name="T5" fmla="*/ 15 h 63"/>
                  <a:gd name="T6" fmla="*/ 49 w 74"/>
                  <a:gd name="T7" fmla="*/ 46 h 63"/>
                  <a:gd name="T8" fmla="*/ 15 w 74"/>
                  <a:gd name="T9" fmla="*/ 62 h 63"/>
                  <a:gd name="T10" fmla="*/ 4 w 74"/>
                  <a:gd name="T11" fmla="*/ 63 h 63"/>
                  <a:gd name="T12" fmla="*/ 0 w 74"/>
                  <a:gd name="T13" fmla="*/ 62 h 63"/>
                  <a:gd name="T14" fmla="*/ 15 w 74"/>
                  <a:gd name="T15" fmla="*/ 60 h 63"/>
                  <a:gd name="T16" fmla="*/ 48 w 74"/>
                  <a:gd name="T17" fmla="*/ 44 h 63"/>
                  <a:gd name="T18" fmla="*/ 69 w 74"/>
                  <a:gd name="T19" fmla="*/ 15 h 63"/>
                  <a:gd name="T20" fmla="*/ 73 w 74"/>
                  <a:gd name="T2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63">
                    <a:moveTo>
                      <a:pt x="73" y="0"/>
                    </a:moveTo>
                    <a:cubicBezTo>
                      <a:pt x="74" y="0"/>
                      <a:pt x="73" y="2"/>
                      <a:pt x="73" y="4"/>
                    </a:cubicBezTo>
                    <a:cubicBezTo>
                      <a:pt x="73" y="7"/>
                      <a:pt x="72" y="11"/>
                      <a:pt x="70" y="15"/>
                    </a:cubicBezTo>
                    <a:cubicBezTo>
                      <a:pt x="67" y="24"/>
                      <a:pt x="60" y="36"/>
                      <a:pt x="49" y="46"/>
                    </a:cubicBezTo>
                    <a:cubicBezTo>
                      <a:pt x="38" y="55"/>
                      <a:pt x="25" y="60"/>
                      <a:pt x="15" y="62"/>
                    </a:cubicBezTo>
                    <a:cubicBezTo>
                      <a:pt x="11" y="63"/>
                      <a:pt x="7" y="63"/>
                      <a:pt x="4" y="63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6" y="62"/>
                      <a:pt x="15" y="60"/>
                    </a:cubicBezTo>
                    <a:cubicBezTo>
                      <a:pt x="24" y="58"/>
                      <a:pt x="37" y="54"/>
                      <a:pt x="48" y="44"/>
                    </a:cubicBezTo>
                    <a:cubicBezTo>
                      <a:pt x="59" y="35"/>
                      <a:pt x="65" y="23"/>
                      <a:pt x="69" y="15"/>
                    </a:cubicBezTo>
                    <a:cubicBezTo>
                      <a:pt x="72" y="6"/>
                      <a:pt x="73" y="0"/>
                      <a:pt x="73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27">
                <a:extLst>
                  <a:ext uri="{FF2B5EF4-FFF2-40B4-BE49-F238E27FC236}">
                    <a16:creationId xmlns:a16="http://schemas.microsoft.com/office/drawing/2014/main" id="{AB565B6D-C9C5-4924-B0F4-36471B689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2168"/>
                <a:ext cx="26" cy="28"/>
              </a:xfrm>
              <a:custGeom>
                <a:avLst/>
                <a:gdLst>
                  <a:gd name="T0" fmla="*/ 11 w 11"/>
                  <a:gd name="T1" fmla="*/ 6 h 12"/>
                  <a:gd name="T2" fmla="*/ 6 w 11"/>
                  <a:gd name="T3" fmla="*/ 11 h 12"/>
                  <a:gd name="T4" fmla="*/ 0 w 11"/>
                  <a:gd name="T5" fmla="*/ 6 h 12"/>
                  <a:gd name="T6" fmla="*/ 5 w 11"/>
                  <a:gd name="T7" fmla="*/ 0 h 12"/>
                  <a:gd name="T8" fmla="*/ 11 w 11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2">
                    <a:moveTo>
                      <a:pt x="11" y="6"/>
                    </a:moveTo>
                    <a:cubicBezTo>
                      <a:pt x="11" y="9"/>
                      <a:pt x="9" y="11"/>
                      <a:pt x="6" y="11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9" y="0"/>
                      <a:pt x="11" y="2"/>
                      <a:pt x="11" y="6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28">
                <a:extLst>
                  <a:ext uri="{FF2B5EF4-FFF2-40B4-BE49-F238E27FC236}">
                    <a16:creationId xmlns:a16="http://schemas.microsoft.com/office/drawing/2014/main" id="{65C88D8A-750B-427E-9AEE-2011E8C7B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131"/>
                <a:ext cx="75" cy="151"/>
              </a:xfrm>
              <a:custGeom>
                <a:avLst/>
                <a:gdLst>
                  <a:gd name="T0" fmla="*/ 31 w 32"/>
                  <a:gd name="T1" fmla="*/ 65 h 65"/>
                  <a:gd name="T2" fmla="*/ 23 w 32"/>
                  <a:gd name="T3" fmla="*/ 58 h 65"/>
                  <a:gd name="T4" fmla="*/ 9 w 32"/>
                  <a:gd name="T5" fmla="*/ 36 h 65"/>
                  <a:gd name="T6" fmla="*/ 1 w 32"/>
                  <a:gd name="T7" fmla="*/ 11 h 65"/>
                  <a:gd name="T8" fmla="*/ 0 w 32"/>
                  <a:gd name="T9" fmla="*/ 0 h 65"/>
                  <a:gd name="T10" fmla="*/ 2 w 32"/>
                  <a:gd name="T11" fmla="*/ 10 h 65"/>
                  <a:gd name="T12" fmla="*/ 11 w 32"/>
                  <a:gd name="T13" fmla="*/ 35 h 65"/>
                  <a:gd name="T14" fmla="*/ 24 w 32"/>
                  <a:gd name="T15" fmla="*/ 57 h 65"/>
                  <a:gd name="T16" fmla="*/ 31 w 32"/>
                  <a:gd name="T17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65">
                    <a:moveTo>
                      <a:pt x="31" y="65"/>
                    </a:moveTo>
                    <a:cubicBezTo>
                      <a:pt x="31" y="65"/>
                      <a:pt x="28" y="62"/>
                      <a:pt x="23" y="58"/>
                    </a:cubicBezTo>
                    <a:cubicBezTo>
                      <a:pt x="19" y="53"/>
                      <a:pt x="13" y="45"/>
                      <a:pt x="9" y="36"/>
                    </a:cubicBezTo>
                    <a:cubicBezTo>
                      <a:pt x="4" y="27"/>
                      <a:pt x="2" y="17"/>
                      <a:pt x="1" y="11"/>
                    </a:cubicBezTo>
                    <a:cubicBezTo>
                      <a:pt x="0" y="4"/>
                      <a:pt x="0" y="0"/>
                      <a:pt x="0" y="0"/>
                    </a:cubicBezTo>
                    <a:cubicBezTo>
                      <a:pt x="1" y="0"/>
                      <a:pt x="1" y="4"/>
                      <a:pt x="2" y="10"/>
                    </a:cubicBezTo>
                    <a:cubicBezTo>
                      <a:pt x="4" y="17"/>
                      <a:pt x="6" y="26"/>
                      <a:pt x="11" y="35"/>
                    </a:cubicBezTo>
                    <a:cubicBezTo>
                      <a:pt x="15" y="44"/>
                      <a:pt x="20" y="51"/>
                      <a:pt x="24" y="57"/>
                    </a:cubicBezTo>
                    <a:cubicBezTo>
                      <a:pt x="29" y="62"/>
                      <a:pt x="32" y="65"/>
                      <a:pt x="31" y="65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29">
                <a:extLst>
                  <a:ext uri="{FF2B5EF4-FFF2-40B4-BE49-F238E27FC236}">
                    <a16:creationId xmlns:a16="http://schemas.microsoft.com/office/drawing/2014/main" id="{DB1C42E7-F099-4A57-A763-FD2D606E6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2334"/>
                <a:ext cx="656" cy="560"/>
              </a:xfrm>
              <a:custGeom>
                <a:avLst/>
                <a:gdLst>
                  <a:gd name="T0" fmla="*/ 0 w 656"/>
                  <a:gd name="T1" fmla="*/ 186 h 560"/>
                  <a:gd name="T2" fmla="*/ 489 w 656"/>
                  <a:gd name="T3" fmla="*/ 0 h 560"/>
                  <a:gd name="T4" fmla="*/ 656 w 656"/>
                  <a:gd name="T5" fmla="*/ 381 h 560"/>
                  <a:gd name="T6" fmla="*/ 140 w 656"/>
                  <a:gd name="T7" fmla="*/ 560 h 560"/>
                  <a:gd name="T8" fmla="*/ 0 w 656"/>
                  <a:gd name="T9" fmla="*/ 18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6" h="560">
                    <a:moveTo>
                      <a:pt x="0" y="186"/>
                    </a:moveTo>
                    <a:lnTo>
                      <a:pt x="489" y="0"/>
                    </a:lnTo>
                    <a:lnTo>
                      <a:pt x="656" y="381"/>
                    </a:lnTo>
                    <a:lnTo>
                      <a:pt x="140" y="560"/>
                    </a:lnTo>
                    <a:lnTo>
                      <a:pt x="0" y="186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30">
                <a:extLst>
                  <a:ext uri="{FF2B5EF4-FFF2-40B4-BE49-F238E27FC236}">
                    <a16:creationId xmlns:a16="http://schemas.microsoft.com/office/drawing/2014/main" id="{B10D28B1-5D22-48E0-A078-DEA3FF654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241"/>
                <a:ext cx="237" cy="344"/>
              </a:xfrm>
              <a:custGeom>
                <a:avLst/>
                <a:gdLst>
                  <a:gd name="T0" fmla="*/ 97 w 102"/>
                  <a:gd name="T1" fmla="*/ 125 h 148"/>
                  <a:gd name="T2" fmla="*/ 77 w 102"/>
                  <a:gd name="T3" fmla="*/ 105 h 148"/>
                  <a:gd name="T4" fmla="*/ 72 w 102"/>
                  <a:gd name="T5" fmla="*/ 80 h 148"/>
                  <a:gd name="T6" fmla="*/ 84 w 102"/>
                  <a:gd name="T7" fmla="*/ 66 h 148"/>
                  <a:gd name="T8" fmla="*/ 98 w 102"/>
                  <a:gd name="T9" fmla="*/ 61 h 148"/>
                  <a:gd name="T10" fmla="*/ 85 w 102"/>
                  <a:gd name="T11" fmla="*/ 42 h 148"/>
                  <a:gd name="T12" fmla="*/ 59 w 102"/>
                  <a:gd name="T13" fmla="*/ 25 h 148"/>
                  <a:gd name="T14" fmla="*/ 57 w 102"/>
                  <a:gd name="T15" fmla="*/ 0 h 148"/>
                  <a:gd name="T16" fmla="*/ 0 w 102"/>
                  <a:gd name="T17" fmla="*/ 11 h 148"/>
                  <a:gd name="T18" fmla="*/ 8 w 102"/>
                  <a:gd name="T19" fmla="*/ 68 h 148"/>
                  <a:gd name="T20" fmla="*/ 29 w 102"/>
                  <a:gd name="T21" fmla="*/ 127 h 148"/>
                  <a:gd name="T22" fmla="*/ 53 w 102"/>
                  <a:gd name="T23" fmla="*/ 134 h 148"/>
                  <a:gd name="T24" fmla="*/ 74 w 102"/>
                  <a:gd name="T25" fmla="*/ 139 h 148"/>
                  <a:gd name="T26" fmla="*/ 89 w 102"/>
                  <a:gd name="T27" fmla="*/ 137 h 148"/>
                  <a:gd name="T28" fmla="*/ 91 w 102"/>
                  <a:gd name="T29" fmla="*/ 137 h 148"/>
                  <a:gd name="T30" fmla="*/ 97 w 102"/>
                  <a:gd name="T31" fmla="*/ 12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148">
                    <a:moveTo>
                      <a:pt x="97" y="125"/>
                    </a:moveTo>
                    <a:cubicBezTo>
                      <a:pt x="89" y="118"/>
                      <a:pt x="78" y="107"/>
                      <a:pt x="77" y="105"/>
                    </a:cubicBezTo>
                    <a:cubicBezTo>
                      <a:pt x="77" y="104"/>
                      <a:pt x="74" y="91"/>
                      <a:pt x="72" y="80"/>
                    </a:cubicBezTo>
                    <a:cubicBezTo>
                      <a:pt x="70" y="72"/>
                      <a:pt x="76" y="65"/>
                      <a:pt x="84" y="66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1"/>
                      <a:pt x="92" y="48"/>
                      <a:pt x="85" y="42"/>
                    </a:cubicBezTo>
                    <a:cubicBezTo>
                      <a:pt x="78" y="35"/>
                      <a:pt x="59" y="25"/>
                      <a:pt x="59" y="25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68"/>
                      <a:pt x="23" y="122"/>
                      <a:pt x="29" y="127"/>
                    </a:cubicBezTo>
                    <a:cubicBezTo>
                      <a:pt x="35" y="132"/>
                      <a:pt x="53" y="134"/>
                      <a:pt x="53" y="134"/>
                    </a:cubicBezTo>
                    <a:cubicBezTo>
                      <a:pt x="60" y="142"/>
                      <a:pt x="74" y="139"/>
                      <a:pt x="74" y="139"/>
                    </a:cubicBezTo>
                    <a:cubicBezTo>
                      <a:pt x="90" y="148"/>
                      <a:pt x="89" y="137"/>
                      <a:pt x="89" y="137"/>
                    </a:cubicBezTo>
                    <a:cubicBezTo>
                      <a:pt x="90" y="137"/>
                      <a:pt x="90" y="137"/>
                      <a:pt x="91" y="137"/>
                    </a:cubicBezTo>
                    <a:cubicBezTo>
                      <a:pt x="98" y="139"/>
                      <a:pt x="102" y="130"/>
                      <a:pt x="97" y="125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31">
                <a:extLst>
                  <a:ext uri="{FF2B5EF4-FFF2-40B4-BE49-F238E27FC236}">
                    <a16:creationId xmlns:a16="http://schemas.microsoft.com/office/drawing/2014/main" id="{75670C32-D6D6-499E-9161-404D6083E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2441"/>
                <a:ext cx="81" cy="116"/>
              </a:xfrm>
              <a:custGeom>
                <a:avLst/>
                <a:gdLst>
                  <a:gd name="T0" fmla="*/ 1 w 35"/>
                  <a:gd name="T1" fmla="*/ 0 h 50"/>
                  <a:gd name="T2" fmla="*/ 1 w 35"/>
                  <a:gd name="T3" fmla="*/ 9 h 50"/>
                  <a:gd name="T4" fmla="*/ 8 w 35"/>
                  <a:gd name="T5" fmla="*/ 32 h 50"/>
                  <a:gd name="T6" fmla="*/ 26 w 35"/>
                  <a:gd name="T7" fmla="*/ 46 h 50"/>
                  <a:gd name="T8" fmla="*/ 35 w 35"/>
                  <a:gd name="T9" fmla="*/ 50 h 50"/>
                  <a:gd name="T10" fmla="*/ 27 w 35"/>
                  <a:gd name="T11" fmla="*/ 45 h 50"/>
                  <a:gd name="T12" fmla="*/ 10 w 35"/>
                  <a:gd name="T13" fmla="*/ 30 h 50"/>
                  <a:gd name="T14" fmla="*/ 2 w 35"/>
                  <a:gd name="T15" fmla="*/ 9 h 50"/>
                  <a:gd name="T16" fmla="*/ 1 w 35"/>
                  <a:gd name="T1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50">
                    <a:moveTo>
                      <a:pt x="1" y="0"/>
                    </a:moveTo>
                    <a:cubicBezTo>
                      <a:pt x="0" y="0"/>
                      <a:pt x="0" y="3"/>
                      <a:pt x="1" y="9"/>
                    </a:cubicBezTo>
                    <a:cubicBezTo>
                      <a:pt x="1" y="15"/>
                      <a:pt x="3" y="24"/>
                      <a:pt x="8" y="32"/>
                    </a:cubicBezTo>
                    <a:cubicBezTo>
                      <a:pt x="13" y="40"/>
                      <a:pt x="21" y="44"/>
                      <a:pt x="26" y="46"/>
                    </a:cubicBezTo>
                    <a:cubicBezTo>
                      <a:pt x="31" y="49"/>
                      <a:pt x="35" y="50"/>
                      <a:pt x="35" y="50"/>
                    </a:cubicBezTo>
                    <a:cubicBezTo>
                      <a:pt x="35" y="50"/>
                      <a:pt x="32" y="48"/>
                      <a:pt x="27" y="45"/>
                    </a:cubicBezTo>
                    <a:cubicBezTo>
                      <a:pt x="22" y="42"/>
                      <a:pt x="15" y="38"/>
                      <a:pt x="10" y="30"/>
                    </a:cubicBezTo>
                    <a:cubicBezTo>
                      <a:pt x="5" y="23"/>
                      <a:pt x="4" y="15"/>
                      <a:pt x="2" y="9"/>
                    </a:cubicBezTo>
                    <a:cubicBezTo>
                      <a:pt x="1" y="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232">
                <a:extLst>
                  <a:ext uri="{FF2B5EF4-FFF2-40B4-BE49-F238E27FC236}">
                    <a16:creationId xmlns:a16="http://schemas.microsoft.com/office/drawing/2014/main" id="{7B7FE98E-F77D-4017-96D6-66468BBAF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9" y="2455"/>
                <a:ext cx="74" cy="109"/>
              </a:xfrm>
              <a:custGeom>
                <a:avLst/>
                <a:gdLst>
                  <a:gd name="T0" fmla="*/ 1 w 32"/>
                  <a:gd name="T1" fmla="*/ 0 h 47"/>
                  <a:gd name="T2" fmla="*/ 1 w 32"/>
                  <a:gd name="T3" fmla="*/ 9 h 47"/>
                  <a:gd name="T4" fmla="*/ 3 w 32"/>
                  <a:gd name="T5" fmla="*/ 19 h 47"/>
                  <a:gd name="T6" fmla="*/ 8 w 32"/>
                  <a:gd name="T7" fmla="*/ 29 h 47"/>
                  <a:gd name="T8" fmla="*/ 17 w 32"/>
                  <a:gd name="T9" fmla="*/ 37 h 47"/>
                  <a:gd name="T10" fmla="*/ 24 w 32"/>
                  <a:gd name="T11" fmla="*/ 43 h 47"/>
                  <a:gd name="T12" fmla="*/ 32 w 32"/>
                  <a:gd name="T13" fmla="*/ 47 h 47"/>
                  <a:gd name="T14" fmla="*/ 26 w 32"/>
                  <a:gd name="T15" fmla="*/ 41 h 47"/>
                  <a:gd name="T16" fmla="*/ 18 w 32"/>
                  <a:gd name="T17" fmla="*/ 35 h 47"/>
                  <a:gd name="T18" fmla="*/ 10 w 32"/>
                  <a:gd name="T19" fmla="*/ 28 h 47"/>
                  <a:gd name="T20" fmla="*/ 5 w 32"/>
                  <a:gd name="T21" fmla="*/ 18 h 47"/>
                  <a:gd name="T22" fmla="*/ 3 w 32"/>
                  <a:gd name="T23" fmla="*/ 9 h 47"/>
                  <a:gd name="T24" fmla="*/ 1 w 32"/>
                  <a:gd name="T2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47">
                    <a:moveTo>
                      <a:pt x="1" y="0"/>
                    </a:moveTo>
                    <a:cubicBezTo>
                      <a:pt x="1" y="0"/>
                      <a:pt x="0" y="4"/>
                      <a:pt x="1" y="9"/>
                    </a:cubicBezTo>
                    <a:cubicBezTo>
                      <a:pt x="1" y="12"/>
                      <a:pt x="2" y="15"/>
                      <a:pt x="3" y="19"/>
                    </a:cubicBezTo>
                    <a:cubicBezTo>
                      <a:pt x="4" y="22"/>
                      <a:pt x="5" y="26"/>
                      <a:pt x="8" y="29"/>
                    </a:cubicBezTo>
                    <a:cubicBezTo>
                      <a:pt x="11" y="33"/>
                      <a:pt x="14" y="35"/>
                      <a:pt x="17" y="37"/>
                    </a:cubicBezTo>
                    <a:cubicBezTo>
                      <a:pt x="19" y="39"/>
                      <a:pt x="22" y="41"/>
                      <a:pt x="24" y="43"/>
                    </a:cubicBezTo>
                    <a:cubicBezTo>
                      <a:pt x="29" y="46"/>
                      <a:pt x="32" y="47"/>
                      <a:pt x="32" y="47"/>
                    </a:cubicBezTo>
                    <a:cubicBezTo>
                      <a:pt x="32" y="47"/>
                      <a:pt x="30" y="45"/>
                      <a:pt x="26" y="41"/>
                    </a:cubicBezTo>
                    <a:cubicBezTo>
                      <a:pt x="23" y="39"/>
                      <a:pt x="21" y="37"/>
                      <a:pt x="18" y="35"/>
                    </a:cubicBezTo>
                    <a:cubicBezTo>
                      <a:pt x="15" y="33"/>
                      <a:pt x="12" y="31"/>
                      <a:pt x="10" y="28"/>
                    </a:cubicBezTo>
                    <a:cubicBezTo>
                      <a:pt x="7" y="25"/>
                      <a:pt x="6" y="21"/>
                      <a:pt x="5" y="18"/>
                    </a:cubicBezTo>
                    <a:cubicBezTo>
                      <a:pt x="4" y="14"/>
                      <a:pt x="3" y="11"/>
                      <a:pt x="3" y="9"/>
                    </a:cubicBezTo>
                    <a:cubicBezTo>
                      <a:pt x="2" y="4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233">
                <a:extLst>
                  <a:ext uri="{FF2B5EF4-FFF2-40B4-BE49-F238E27FC236}">
                    <a16:creationId xmlns:a16="http://schemas.microsoft.com/office/drawing/2014/main" id="{64325F02-E561-4E95-9F0A-595048461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8" y="2476"/>
                <a:ext cx="56" cy="79"/>
              </a:xfrm>
              <a:custGeom>
                <a:avLst/>
                <a:gdLst>
                  <a:gd name="T0" fmla="*/ 1 w 24"/>
                  <a:gd name="T1" fmla="*/ 0 h 34"/>
                  <a:gd name="T2" fmla="*/ 6 w 24"/>
                  <a:gd name="T3" fmla="*/ 21 h 34"/>
                  <a:gd name="T4" fmla="*/ 9 w 24"/>
                  <a:gd name="T5" fmla="*/ 25 h 34"/>
                  <a:gd name="T6" fmla="*/ 12 w 24"/>
                  <a:gd name="T7" fmla="*/ 28 h 34"/>
                  <a:gd name="T8" fmla="*/ 18 w 24"/>
                  <a:gd name="T9" fmla="*/ 31 h 34"/>
                  <a:gd name="T10" fmla="*/ 24 w 24"/>
                  <a:gd name="T11" fmla="*/ 33 h 34"/>
                  <a:gd name="T12" fmla="*/ 19 w 24"/>
                  <a:gd name="T13" fmla="*/ 30 h 34"/>
                  <a:gd name="T14" fmla="*/ 13 w 24"/>
                  <a:gd name="T15" fmla="*/ 26 h 34"/>
                  <a:gd name="T16" fmla="*/ 11 w 24"/>
                  <a:gd name="T17" fmla="*/ 23 h 34"/>
                  <a:gd name="T18" fmla="*/ 8 w 24"/>
                  <a:gd name="T19" fmla="*/ 20 h 34"/>
                  <a:gd name="T20" fmla="*/ 3 w 24"/>
                  <a:gd name="T21" fmla="*/ 6 h 34"/>
                  <a:gd name="T22" fmla="*/ 1 w 24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34">
                    <a:moveTo>
                      <a:pt x="1" y="0"/>
                    </a:moveTo>
                    <a:cubicBezTo>
                      <a:pt x="0" y="0"/>
                      <a:pt x="2" y="10"/>
                      <a:pt x="6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0" y="26"/>
                      <a:pt x="11" y="27"/>
                      <a:pt x="12" y="28"/>
                    </a:cubicBezTo>
                    <a:cubicBezTo>
                      <a:pt x="14" y="29"/>
                      <a:pt x="16" y="30"/>
                      <a:pt x="18" y="31"/>
                    </a:cubicBezTo>
                    <a:cubicBezTo>
                      <a:pt x="21" y="33"/>
                      <a:pt x="24" y="34"/>
                      <a:pt x="24" y="33"/>
                    </a:cubicBezTo>
                    <a:cubicBezTo>
                      <a:pt x="24" y="33"/>
                      <a:pt x="22" y="32"/>
                      <a:pt x="19" y="30"/>
                    </a:cubicBezTo>
                    <a:cubicBezTo>
                      <a:pt x="17" y="29"/>
                      <a:pt x="15" y="27"/>
                      <a:pt x="13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2"/>
                      <a:pt x="9" y="21"/>
                      <a:pt x="8" y="20"/>
                    </a:cubicBezTo>
                    <a:cubicBezTo>
                      <a:pt x="7" y="14"/>
                      <a:pt x="5" y="9"/>
                      <a:pt x="3" y="6"/>
                    </a:cubicBezTo>
                    <a:cubicBezTo>
                      <a:pt x="2" y="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234">
                <a:extLst>
                  <a:ext uri="{FF2B5EF4-FFF2-40B4-BE49-F238E27FC236}">
                    <a16:creationId xmlns:a16="http://schemas.microsoft.com/office/drawing/2014/main" id="{BB706D1A-62BC-457A-A804-6602CFAB8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070"/>
                <a:ext cx="539" cy="552"/>
              </a:xfrm>
              <a:custGeom>
                <a:avLst/>
                <a:gdLst>
                  <a:gd name="T0" fmla="*/ 0 w 232"/>
                  <a:gd name="T1" fmla="*/ 0 h 237"/>
                  <a:gd name="T2" fmla="*/ 69 w 232"/>
                  <a:gd name="T3" fmla="*/ 52 h 237"/>
                  <a:gd name="T4" fmla="*/ 121 w 232"/>
                  <a:gd name="T5" fmla="*/ 130 h 237"/>
                  <a:gd name="T6" fmla="*/ 165 w 232"/>
                  <a:gd name="T7" fmla="*/ 15 h 237"/>
                  <a:gd name="T8" fmla="*/ 232 w 232"/>
                  <a:gd name="T9" fmla="*/ 44 h 237"/>
                  <a:gd name="T10" fmla="*/ 187 w 232"/>
                  <a:gd name="T11" fmla="*/ 197 h 237"/>
                  <a:gd name="T12" fmla="*/ 118 w 232"/>
                  <a:gd name="T13" fmla="*/ 235 h 237"/>
                  <a:gd name="T14" fmla="*/ 69 w 232"/>
                  <a:gd name="T15" fmla="*/ 211 h 237"/>
                  <a:gd name="T16" fmla="*/ 37 w 232"/>
                  <a:gd name="T17" fmla="*/ 174 h 237"/>
                  <a:gd name="T18" fmla="*/ 0 w 232"/>
                  <a:gd name="T1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2" h="237">
                    <a:moveTo>
                      <a:pt x="0" y="0"/>
                    </a:moveTo>
                    <a:cubicBezTo>
                      <a:pt x="0" y="0"/>
                      <a:pt x="49" y="24"/>
                      <a:pt x="69" y="52"/>
                    </a:cubicBezTo>
                    <a:cubicBezTo>
                      <a:pt x="88" y="80"/>
                      <a:pt x="121" y="130"/>
                      <a:pt x="121" y="130"/>
                    </a:cubicBezTo>
                    <a:cubicBezTo>
                      <a:pt x="165" y="15"/>
                      <a:pt x="165" y="15"/>
                      <a:pt x="165" y="15"/>
                    </a:cubicBezTo>
                    <a:cubicBezTo>
                      <a:pt x="232" y="44"/>
                      <a:pt x="232" y="44"/>
                      <a:pt x="232" y="44"/>
                    </a:cubicBezTo>
                    <a:cubicBezTo>
                      <a:pt x="232" y="44"/>
                      <a:pt x="194" y="182"/>
                      <a:pt x="187" y="197"/>
                    </a:cubicBezTo>
                    <a:cubicBezTo>
                      <a:pt x="177" y="218"/>
                      <a:pt x="154" y="237"/>
                      <a:pt x="118" y="235"/>
                    </a:cubicBezTo>
                    <a:cubicBezTo>
                      <a:pt x="82" y="232"/>
                      <a:pt x="93" y="233"/>
                      <a:pt x="69" y="211"/>
                    </a:cubicBezTo>
                    <a:cubicBezTo>
                      <a:pt x="37" y="174"/>
                      <a:pt x="37" y="174"/>
                      <a:pt x="37" y="17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235">
                <a:extLst>
                  <a:ext uri="{FF2B5EF4-FFF2-40B4-BE49-F238E27FC236}">
                    <a16:creationId xmlns:a16="http://schemas.microsoft.com/office/drawing/2014/main" id="{31A7E680-8AC0-44B6-A2CD-D97AA79D7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1512"/>
                <a:ext cx="40" cy="47"/>
              </a:xfrm>
              <a:custGeom>
                <a:avLst/>
                <a:gdLst>
                  <a:gd name="T0" fmla="*/ 0 w 17"/>
                  <a:gd name="T1" fmla="*/ 0 h 20"/>
                  <a:gd name="T2" fmla="*/ 17 w 17"/>
                  <a:gd name="T3" fmla="*/ 20 h 20"/>
                  <a:gd name="T4" fmla="*/ 0 w 17"/>
                  <a:gd name="T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" h="20">
                    <a:moveTo>
                      <a:pt x="0" y="0"/>
                    </a:moveTo>
                    <a:cubicBezTo>
                      <a:pt x="5" y="6"/>
                      <a:pt x="12" y="14"/>
                      <a:pt x="17" y="2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36">
                <a:extLst>
                  <a:ext uri="{FF2B5EF4-FFF2-40B4-BE49-F238E27FC236}">
                    <a16:creationId xmlns:a16="http://schemas.microsoft.com/office/drawing/2014/main" id="{A4DF0350-318B-4267-A369-5445EEAE6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1329"/>
                <a:ext cx="93" cy="237"/>
              </a:xfrm>
              <a:custGeom>
                <a:avLst/>
                <a:gdLst>
                  <a:gd name="T0" fmla="*/ 0 w 40"/>
                  <a:gd name="T1" fmla="*/ 0 h 102"/>
                  <a:gd name="T2" fmla="*/ 6 w 40"/>
                  <a:gd name="T3" fmla="*/ 64 h 102"/>
                  <a:gd name="T4" fmla="*/ 19 w 40"/>
                  <a:gd name="T5" fmla="*/ 79 h 102"/>
                  <a:gd name="T6" fmla="*/ 19 w 40"/>
                  <a:gd name="T7" fmla="*/ 79 h 102"/>
                  <a:gd name="T8" fmla="*/ 36 w 40"/>
                  <a:gd name="T9" fmla="*/ 99 h 102"/>
                  <a:gd name="T10" fmla="*/ 40 w 40"/>
                  <a:gd name="T11" fmla="*/ 102 h 102"/>
                  <a:gd name="T12" fmla="*/ 0 w 40"/>
                  <a:gd name="T1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2">
                    <a:moveTo>
                      <a:pt x="0" y="0"/>
                    </a:moveTo>
                    <a:cubicBezTo>
                      <a:pt x="6" y="64"/>
                      <a:pt x="6" y="64"/>
                      <a:pt x="6" y="64"/>
                    </a:cubicBezTo>
                    <a:cubicBezTo>
                      <a:pt x="8" y="66"/>
                      <a:pt x="14" y="73"/>
                      <a:pt x="19" y="79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7" y="100"/>
                      <a:pt x="39" y="101"/>
                      <a:pt x="40" y="102"/>
                    </a:cubicBezTo>
                    <a:cubicBezTo>
                      <a:pt x="21" y="71"/>
                      <a:pt x="8" y="35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37">
                <a:extLst>
                  <a:ext uri="{FF2B5EF4-FFF2-40B4-BE49-F238E27FC236}">
                    <a16:creationId xmlns:a16="http://schemas.microsoft.com/office/drawing/2014/main" id="{11078FD1-8E30-416D-98D0-7A2407B2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2" y="1366"/>
                <a:ext cx="16" cy="130"/>
              </a:xfrm>
              <a:custGeom>
                <a:avLst/>
                <a:gdLst>
                  <a:gd name="T0" fmla="*/ 7 w 7"/>
                  <a:gd name="T1" fmla="*/ 56 h 56"/>
                  <a:gd name="T2" fmla="*/ 5 w 7"/>
                  <a:gd name="T3" fmla="*/ 48 h 56"/>
                  <a:gd name="T4" fmla="*/ 2 w 7"/>
                  <a:gd name="T5" fmla="*/ 28 h 56"/>
                  <a:gd name="T6" fmla="*/ 0 w 7"/>
                  <a:gd name="T7" fmla="*/ 8 h 56"/>
                  <a:gd name="T8" fmla="*/ 0 w 7"/>
                  <a:gd name="T9" fmla="*/ 0 h 56"/>
                  <a:gd name="T10" fmla="*/ 4 w 7"/>
                  <a:gd name="T11" fmla="*/ 28 h 56"/>
                  <a:gd name="T12" fmla="*/ 7 w 7"/>
                  <a:gd name="T1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56">
                    <a:moveTo>
                      <a:pt x="7" y="56"/>
                    </a:moveTo>
                    <a:cubicBezTo>
                      <a:pt x="7" y="56"/>
                      <a:pt x="6" y="53"/>
                      <a:pt x="5" y="48"/>
                    </a:cubicBezTo>
                    <a:cubicBezTo>
                      <a:pt x="4" y="43"/>
                      <a:pt x="3" y="36"/>
                      <a:pt x="2" y="28"/>
                    </a:cubicBezTo>
                    <a:cubicBezTo>
                      <a:pt x="1" y="21"/>
                      <a:pt x="0" y="13"/>
                      <a:pt x="0" y="8"/>
                    </a:cubicBezTo>
                    <a:cubicBezTo>
                      <a:pt x="0" y="3"/>
                      <a:pt x="0" y="0"/>
                      <a:pt x="0" y="0"/>
                    </a:cubicBezTo>
                    <a:cubicBezTo>
                      <a:pt x="1" y="0"/>
                      <a:pt x="2" y="13"/>
                      <a:pt x="4" y="28"/>
                    </a:cubicBezTo>
                    <a:cubicBezTo>
                      <a:pt x="6" y="44"/>
                      <a:pt x="7" y="56"/>
                      <a:pt x="7" y="5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38">
                <a:extLst>
                  <a:ext uri="{FF2B5EF4-FFF2-40B4-BE49-F238E27FC236}">
                    <a16:creationId xmlns:a16="http://schemas.microsoft.com/office/drawing/2014/main" id="{3B8CC9E7-02E5-4704-B8CC-6B5E999A0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884"/>
                <a:ext cx="283" cy="149"/>
              </a:xfrm>
              <a:custGeom>
                <a:avLst/>
                <a:gdLst>
                  <a:gd name="T0" fmla="*/ 2 w 122"/>
                  <a:gd name="T1" fmla="*/ 32 h 64"/>
                  <a:gd name="T2" fmla="*/ 0 w 122"/>
                  <a:gd name="T3" fmla="*/ 8 h 64"/>
                  <a:gd name="T4" fmla="*/ 9 w 122"/>
                  <a:gd name="T5" fmla="*/ 1 h 64"/>
                  <a:gd name="T6" fmla="*/ 122 w 122"/>
                  <a:gd name="T7" fmla="*/ 29 h 64"/>
                  <a:gd name="T8" fmla="*/ 121 w 122"/>
                  <a:gd name="T9" fmla="*/ 64 h 64"/>
                  <a:gd name="T10" fmla="*/ 2 w 122"/>
                  <a:gd name="T11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2" h="64">
                    <a:moveTo>
                      <a:pt x="2" y="32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9" y="1"/>
                    </a:cubicBezTo>
                    <a:cubicBezTo>
                      <a:pt x="37" y="7"/>
                      <a:pt x="121" y="25"/>
                      <a:pt x="122" y="29"/>
                    </a:cubicBezTo>
                    <a:cubicBezTo>
                      <a:pt x="122" y="32"/>
                      <a:pt x="122" y="49"/>
                      <a:pt x="121" y="64"/>
                    </a:cubicBezTo>
                    <a:cubicBezTo>
                      <a:pt x="2" y="32"/>
                      <a:pt x="2" y="32"/>
                      <a:pt x="2" y="32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9">
                <a:extLst>
                  <a:ext uri="{FF2B5EF4-FFF2-40B4-BE49-F238E27FC236}">
                    <a16:creationId xmlns:a16="http://schemas.microsoft.com/office/drawing/2014/main" id="{8BAEAFBE-EC0D-43F4-9691-167FF4CB5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105"/>
                <a:ext cx="288" cy="1215"/>
              </a:xfrm>
              <a:custGeom>
                <a:avLst/>
                <a:gdLst>
                  <a:gd name="T0" fmla="*/ 42 w 124"/>
                  <a:gd name="T1" fmla="*/ 0 h 522"/>
                  <a:gd name="T2" fmla="*/ 7 w 124"/>
                  <a:gd name="T3" fmla="*/ 77 h 522"/>
                  <a:gd name="T4" fmla="*/ 0 w 124"/>
                  <a:gd name="T5" fmla="*/ 336 h 522"/>
                  <a:gd name="T6" fmla="*/ 48 w 124"/>
                  <a:gd name="T7" fmla="*/ 522 h 522"/>
                  <a:gd name="T8" fmla="*/ 124 w 124"/>
                  <a:gd name="T9" fmla="*/ 503 h 522"/>
                  <a:gd name="T10" fmla="*/ 97 w 124"/>
                  <a:gd name="T11" fmla="*/ 306 h 522"/>
                  <a:gd name="T12" fmla="*/ 100 w 124"/>
                  <a:gd name="T13" fmla="*/ 136 h 522"/>
                  <a:gd name="T14" fmla="*/ 42 w 124"/>
                  <a:gd name="T15" fmla="*/ 0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522">
                    <a:moveTo>
                      <a:pt x="42" y="0"/>
                    </a:moveTo>
                    <a:cubicBezTo>
                      <a:pt x="42" y="0"/>
                      <a:pt x="12" y="21"/>
                      <a:pt x="7" y="77"/>
                    </a:cubicBezTo>
                    <a:cubicBezTo>
                      <a:pt x="4" y="112"/>
                      <a:pt x="0" y="336"/>
                      <a:pt x="0" y="336"/>
                    </a:cubicBezTo>
                    <a:cubicBezTo>
                      <a:pt x="48" y="522"/>
                      <a:pt x="48" y="522"/>
                      <a:pt x="48" y="522"/>
                    </a:cubicBezTo>
                    <a:cubicBezTo>
                      <a:pt x="124" y="503"/>
                      <a:pt x="124" y="503"/>
                      <a:pt x="124" y="503"/>
                    </a:cubicBezTo>
                    <a:cubicBezTo>
                      <a:pt x="97" y="306"/>
                      <a:pt x="97" y="306"/>
                      <a:pt x="97" y="306"/>
                    </a:cubicBezTo>
                    <a:cubicBezTo>
                      <a:pt x="100" y="136"/>
                      <a:pt x="100" y="136"/>
                      <a:pt x="100" y="136"/>
                    </a:cubicBezTo>
                    <a:cubicBezTo>
                      <a:pt x="42" y="0"/>
                      <a:pt x="42" y="0"/>
                      <a:pt x="42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0">
                <a:extLst>
                  <a:ext uri="{FF2B5EF4-FFF2-40B4-BE49-F238E27FC236}">
                    <a16:creationId xmlns:a16="http://schemas.microsoft.com/office/drawing/2014/main" id="{7A77547F-C047-4948-BF83-E97D81F4F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398"/>
                <a:ext cx="179" cy="922"/>
              </a:xfrm>
              <a:custGeom>
                <a:avLst/>
                <a:gdLst>
                  <a:gd name="T0" fmla="*/ 0 w 77"/>
                  <a:gd name="T1" fmla="*/ 396 h 396"/>
                  <a:gd name="T2" fmla="*/ 1 w 77"/>
                  <a:gd name="T3" fmla="*/ 396 h 396"/>
                  <a:gd name="T4" fmla="*/ 5 w 77"/>
                  <a:gd name="T5" fmla="*/ 395 h 396"/>
                  <a:gd name="T6" fmla="*/ 20 w 77"/>
                  <a:gd name="T7" fmla="*/ 391 h 396"/>
                  <a:gd name="T8" fmla="*/ 76 w 77"/>
                  <a:gd name="T9" fmla="*/ 376 h 396"/>
                  <a:gd name="T10" fmla="*/ 75 w 77"/>
                  <a:gd name="T11" fmla="*/ 377 h 396"/>
                  <a:gd name="T12" fmla="*/ 54 w 77"/>
                  <a:gd name="T13" fmla="*/ 229 h 396"/>
                  <a:gd name="T14" fmla="*/ 48 w 77"/>
                  <a:gd name="T15" fmla="*/ 189 h 396"/>
                  <a:gd name="T16" fmla="*/ 48 w 77"/>
                  <a:gd name="T17" fmla="*/ 189 h 396"/>
                  <a:gd name="T18" fmla="*/ 48 w 77"/>
                  <a:gd name="T19" fmla="*/ 189 h 396"/>
                  <a:gd name="T20" fmla="*/ 50 w 77"/>
                  <a:gd name="T21" fmla="*/ 54 h 396"/>
                  <a:gd name="T22" fmla="*/ 51 w 77"/>
                  <a:gd name="T23" fmla="*/ 14 h 396"/>
                  <a:gd name="T24" fmla="*/ 52 w 77"/>
                  <a:gd name="T25" fmla="*/ 4 h 396"/>
                  <a:gd name="T26" fmla="*/ 52 w 77"/>
                  <a:gd name="T27" fmla="*/ 1 h 396"/>
                  <a:gd name="T28" fmla="*/ 52 w 77"/>
                  <a:gd name="T29" fmla="*/ 0 h 396"/>
                  <a:gd name="T30" fmla="*/ 52 w 77"/>
                  <a:gd name="T31" fmla="*/ 1 h 396"/>
                  <a:gd name="T32" fmla="*/ 52 w 77"/>
                  <a:gd name="T33" fmla="*/ 4 h 396"/>
                  <a:gd name="T34" fmla="*/ 52 w 77"/>
                  <a:gd name="T35" fmla="*/ 14 h 396"/>
                  <a:gd name="T36" fmla="*/ 52 w 77"/>
                  <a:gd name="T37" fmla="*/ 54 h 396"/>
                  <a:gd name="T38" fmla="*/ 50 w 77"/>
                  <a:gd name="T39" fmla="*/ 189 h 396"/>
                  <a:gd name="T40" fmla="*/ 50 w 77"/>
                  <a:gd name="T41" fmla="*/ 189 h 396"/>
                  <a:gd name="T42" fmla="*/ 56 w 77"/>
                  <a:gd name="T43" fmla="*/ 228 h 396"/>
                  <a:gd name="T44" fmla="*/ 77 w 77"/>
                  <a:gd name="T45" fmla="*/ 377 h 396"/>
                  <a:gd name="T46" fmla="*/ 77 w 77"/>
                  <a:gd name="T47" fmla="*/ 378 h 396"/>
                  <a:gd name="T48" fmla="*/ 76 w 77"/>
                  <a:gd name="T49" fmla="*/ 378 h 396"/>
                  <a:gd name="T50" fmla="*/ 20 w 77"/>
                  <a:gd name="T51" fmla="*/ 392 h 396"/>
                  <a:gd name="T52" fmla="*/ 5 w 77"/>
                  <a:gd name="T53" fmla="*/ 395 h 396"/>
                  <a:gd name="T54" fmla="*/ 1 w 77"/>
                  <a:gd name="T55" fmla="*/ 396 h 396"/>
                  <a:gd name="T56" fmla="*/ 0 w 77"/>
                  <a:gd name="T57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7" h="396">
                    <a:moveTo>
                      <a:pt x="0" y="396"/>
                    </a:moveTo>
                    <a:cubicBezTo>
                      <a:pt x="0" y="396"/>
                      <a:pt x="0" y="396"/>
                      <a:pt x="1" y="396"/>
                    </a:cubicBezTo>
                    <a:cubicBezTo>
                      <a:pt x="2" y="396"/>
                      <a:pt x="3" y="395"/>
                      <a:pt x="5" y="395"/>
                    </a:cubicBezTo>
                    <a:cubicBezTo>
                      <a:pt x="9" y="394"/>
                      <a:pt x="14" y="393"/>
                      <a:pt x="20" y="391"/>
                    </a:cubicBezTo>
                    <a:cubicBezTo>
                      <a:pt x="34" y="387"/>
                      <a:pt x="53" y="382"/>
                      <a:pt x="76" y="376"/>
                    </a:cubicBezTo>
                    <a:cubicBezTo>
                      <a:pt x="75" y="377"/>
                      <a:pt x="75" y="377"/>
                      <a:pt x="75" y="377"/>
                    </a:cubicBezTo>
                    <a:cubicBezTo>
                      <a:pt x="70" y="338"/>
                      <a:pt x="62" y="286"/>
                      <a:pt x="54" y="229"/>
                    </a:cubicBezTo>
                    <a:cubicBezTo>
                      <a:pt x="52" y="215"/>
                      <a:pt x="50" y="202"/>
                      <a:pt x="48" y="189"/>
                    </a:cubicBezTo>
                    <a:cubicBezTo>
                      <a:pt x="48" y="189"/>
                      <a:pt x="48" y="189"/>
                      <a:pt x="48" y="189"/>
                    </a:cubicBezTo>
                    <a:cubicBezTo>
                      <a:pt x="48" y="189"/>
                      <a:pt x="48" y="189"/>
                      <a:pt x="48" y="189"/>
                    </a:cubicBezTo>
                    <a:cubicBezTo>
                      <a:pt x="49" y="135"/>
                      <a:pt x="50" y="88"/>
                      <a:pt x="50" y="54"/>
                    </a:cubicBezTo>
                    <a:cubicBezTo>
                      <a:pt x="51" y="37"/>
                      <a:pt x="51" y="24"/>
                      <a:pt x="51" y="14"/>
                    </a:cubicBezTo>
                    <a:cubicBezTo>
                      <a:pt x="51" y="10"/>
                      <a:pt x="51" y="6"/>
                      <a:pt x="52" y="4"/>
                    </a:cubicBezTo>
                    <a:cubicBezTo>
                      <a:pt x="52" y="2"/>
                      <a:pt x="52" y="2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1"/>
                    </a:cubicBezTo>
                    <a:cubicBezTo>
                      <a:pt x="52" y="2"/>
                      <a:pt x="52" y="2"/>
                      <a:pt x="52" y="4"/>
                    </a:cubicBezTo>
                    <a:cubicBezTo>
                      <a:pt x="52" y="6"/>
                      <a:pt x="52" y="10"/>
                      <a:pt x="52" y="14"/>
                    </a:cubicBezTo>
                    <a:cubicBezTo>
                      <a:pt x="52" y="24"/>
                      <a:pt x="52" y="37"/>
                      <a:pt x="52" y="54"/>
                    </a:cubicBezTo>
                    <a:cubicBezTo>
                      <a:pt x="51" y="88"/>
                      <a:pt x="51" y="135"/>
                      <a:pt x="50" y="189"/>
                    </a:cubicBezTo>
                    <a:cubicBezTo>
                      <a:pt x="50" y="189"/>
                      <a:pt x="50" y="189"/>
                      <a:pt x="50" y="189"/>
                    </a:cubicBezTo>
                    <a:cubicBezTo>
                      <a:pt x="52" y="201"/>
                      <a:pt x="54" y="215"/>
                      <a:pt x="56" y="228"/>
                    </a:cubicBezTo>
                    <a:cubicBezTo>
                      <a:pt x="64" y="285"/>
                      <a:pt x="71" y="338"/>
                      <a:pt x="77" y="377"/>
                    </a:cubicBezTo>
                    <a:cubicBezTo>
                      <a:pt x="77" y="378"/>
                      <a:pt x="77" y="378"/>
                      <a:pt x="77" y="378"/>
                    </a:cubicBezTo>
                    <a:cubicBezTo>
                      <a:pt x="76" y="378"/>
                      <a:pt x="76" y="378"/>
                      <a:pt x="76" y="378"/>
                    </a:cubicBezTo>
                    <a:cubicBezTo>
                      <a:pt x="53" y="384"/>
                      <a:pt x="34" y="388"/>
                      <a:pt x="20" y="392"/>
                    </a:cubicBezTo>
                    <a:cubicBezTo>
                      <a:pt x="14" y="393"/>
                      <a:pt x="9" y="394"/>
                      <a:pt x="5" y="395"/>
                    </a:cubicBezTo>
                    <a:cubicBezTo>
                      <a:pt x="3" y="396"/>
                      <a:pt x="2" y="396"/>
                      <a:pt x="1" y="396"/>
                    </a:cubicBezTo>
                    <a:cubicBezTo>
                      <a:pt x="0" y="396"/>
                      <a:pt x="0" y="396"/>
                      <a:pt x="0" y="39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41">
                <a:extLst>
                  <a:ext uri="{FF2B5EF4-FFF2-40B4-BE49-F238E27FC236}">
                    <a16:creationId xmlns:a16="http://schemas.microsoft.com/office/drawing/2014/main" id="{9BECF417-8E17-48C8-BAD1-5AC79ED22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945"/>
                <a:ext cx="828" cy="1249"/>
              </a:xfrm>
              <a:custGeom>
                <a:avLst/>
                <a:gdLst>
                  <a:gd name="T0" fmla="*/ 129 w 356"/>
                  <a:gd name="T1" fmla="*/ 0 h 537"/>
                  <a:gd name="T2" fmla="*/ 23 w 356"/>
                  <a:gd name="T3" fmla="*/ 69 h 537"/>
                  <a:gd name="T4" fmla="*/ 67 w 356"/>
                  <a:gd name="T5" fmla="*/ 225 h 537"/>
                  <a:gd name="T6" fmla="*/ 77 w 356"/>
                  <a:gd name="T7" fmla="*/ 396 h 537"/>
                  <a:gd name="T8" fmla="*/ 72 w 356"/>
                  <a:gd name="T9" fmla="*/ 537 h 537"/>
                  <a:gd name="T10" fmla="*/ 356 w 356"/>
                  <a:gd name="T11" fmla="*/ 515 h 537"/>
                  <a:gd name="T12" fmla="*/ 334 w 356"/>
                  <a:gd name="T13" fmla="*/ 364 h 537"/>
                  <a:gd name="T14" fmla="*/ 313 w 356"/>
                  <a:gd name="T15" fmla="*/ 159 h 537"/>
                  <a:gd name="T16" fmla="*/ 282 w 356"/>
                  <a:gd name="T17" fmla="*/ 54 h 537"/>
                  <a:gd name="T18" fmla="*/ 238 w 356"/>
                  <a:gd name="T19" fmla="*/ 35 h 537"/>
                  <a:gd name="T20" fmla="*/ 129 w 356"/>
                  <a:gd name="T21" fmla="*/ 0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6" h="537">
                    <a:moveTo>
                      <a:pt x="129" y="0"/>
                    </a:moveTo>
                    <a:cubicBezTo>
                      <a:pt x="129" y="0"/>
                      <a:pt x="41" y="43"/>
                      <a:pt x="23" y="69"/>
                    </a:cubicBezTo>
                    <a:cubicBezTo>
                      <a:pt x="0" y="100"/>
                      <a:pt x="62" y="200"/>
                      <a:pt x="67" y="225"/>
                    </a:cubicBezTo>
                    <a:cubicBezTo>
                      <a:pt x="69" y="237"/>
                      <a:pt x="84" y="326"/>
                      <a:pt x="77" y="396"/>
                    </a:cubicBezTo>
                    <a:cubicBezTo>
                      <a:pt x="70" y="472"/>
                      <a:pt x="72" y="537"/>
                      <a:pt x="72" y="537"/>
                    </a:cubicBezTo>
                    <a:cubicBezTo>
                      <a:pt x="356" y="515"/>
                      <a:pt x="356" y="515"/>
                      <a:pt x="356" y="515"/>
                    </a:cubicBezTo>
                    <a:cubicBezTo>
                      <a:pt x="356" y="465"/>
                      <a:pt x="343" y="427"/>
                      <a:pt x="334" y="364"/>
                    </a:cubicBezTo>
                    <a:cubicBezTo>
                      <a:pt x="313" y="159"/>
                      <a:pt x="313" y="159"/>
                      <a:pt x="313" y="159"/>
                    </a:cubicBezTo>
                    <a:cubicBezTo>
                      <a:pt x="282" y="54"/>
                      <a:pt x="282" y="54"/>
                      <a:pt x="282" y="54"/>
                    </a:cubicBezTo>
                    <a:cubicBezTo>
                      <a:pt x="238" y="35"/>
                      <a:pt x="238" y="35"/>
                      <a:pt x="238" y="35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242">
                <a:extLst>
                  <a:ext uri="{FF2B5EF4-FFF2-40B4-BE49-F238E27FC236}">
                    <a16:creationId xmlns:a16="http://schemas.microsoft.com/office/drawing/2014/main" id="{41FF20DB-6A25-4BB3-8486-AC9326E81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1233"/>
                <a:ext cx="54" cy="505"/>
              </a:xfrm>
              <a:custGeom>
                <a:avLst/>
                <a:gdLst>
                  <a:gd name="T0" fmla="*/ 0 w 23"/>
                  <a:gd name="T1" fmla="*/ 0 h 217"/>
                  <a:gd name="T2" fmla="*/ 0 w 23"/>
                  <a:gd name="T3" fmla="*/ 2 h 217"/>
                  <a:gd name="T4" fmla="*/ 1 w 23"/>
                  <a:gd name="T5" fmla="*/ 9 h 217"/>
                  <a:gd name="T6" fmla="*/ 4 w 23"/>
                  <a:gd name="T7" fmla="*/ 32 h 217"/>
                  <a:gd name="T8" fmla="*/ 13 w 23"/>
                  <a:gd name="T9" fmla="*/ 108 h 217"/>
                  <a:gd name="T10" fmla="*/ 20 w 23"/>
                  <a:gd name="T11" fmla="*/ 185 h 217"/>
                  <a:gd name="T12" fmla="*/ 22 w 23"/>
                  <a:gd name="T13" fmla="*/ 208 h 217"/>
                  <a:gd name="T14" fmla="*/ 22 w 23"/>
                  <a:gd name="T15" fmla="*/ 214 h 217"/>
                  <a:gd name="T16" fmla="*/ 22 w 23"/>
                  <a:gd name="T17" fmla="*/ 217 h 217"/>
                  <a:gd name="T18" fmla="*/ 22 w 23"/>
                  <a:gd name="T19" fmla="*/ 214 h 217"/>
                  <a:gd name="T20" fmla="*/ 21 w 23"/>
                  <a:gd name="T21" fmla="*/ 208 h 217"/>
                  <a:gd name="T22" fmla="*/ 19 w 23"/>
                  <a:gd name="T23" fmla="*/ 185 h 217"/>
                  <a:gd name="T24" fmla="*/ 11 w 23"/>
                  <a:gd name="T25" fmla="*/ 108 h 217"/>
                  <a:gd name="T26" fmla="*/ 3 w 23"/>
                  <a:gd name="T27" fmla="*/ 32 h 217"/>
                  <a:gd name="T28" fmla="*/ 0 w 23"/>
                  <a:gd name="T29" fmla="*/ 9 h 217"/>
                  <a:gd name="T30" fmla="*/ 0 w 23"/>
                  <a:gd name="T31" fmla="*/ 3 h 217"/>
                  <a:gd name="T32" fmla="*/ 0 w 23"/>
                  <a:gd name="T33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217">
                    <a:moveTo>
                      <a:pt x="0" y="0"/>
                    </a:moveTo>
                    <a:cubicBezTo>
                      <a:pt x="0" y="0"/>
                      <a:pt x="0" y="1"/>
                      <a:pt x="0" y="2"/>
                    </a:cubicBezTo>
                    <a:cubicBezTo>
                      <a:pt x="1" y="4"/>
                      <a:pt x="1" y="6"/>
                      <a:pt x="1" y="9"/>
                    </a:cubicBezTo>
                    <a:cubicBezTo>
                      <a:pt x="2" y="14"/>
                      <a:pt x="3" y="22"/>
                      <a:pt x="4" y="32"/>
                    </a:cubicBezTo>
                    <a:cubicBezTo>
                      <a:pt x="7" y="51"/>
                      <a:pt x="10" y="78"/>
                      <a:pt x="13" y="108"/>
                    </a:cubicBezTo>
                    <a:cubicBezTo>
                      <a:pt x="17" y="138"/>
                      <a:pt x="19" y="165"/>
                      <a:pt x="20" y="185"/>
                    </a:cubicBezTo>
                    <a:cubicBezTo>
                      <a:pt x="21" y="195"/>
                      <a:pt x="22" y="203"/>
                      <a:pt x="22" y="208"/>
                    </a:cubicBezTo>
                    <a:cubicBezTo>
                      <a:pt x="22" y="211"/>
                      <a:pt x="22" y="213"/>
                      <a:pt x="22" y="214"/>
                    </a:cubicBezTo>
                    <a:cubicBezTo>
                      <a:pt x="23" y="216"/>
                      <a:pt x="23" y="217"/>
                      <a:pt x="22" y="217"/>
                    </a:cubicBezTo>
                    <a:cubicBezTo>
                      <a:pt x="22" y="217"/>
                      <a:pt x="22" y="216"/>
                      <a:pt x="22" y="214"/>
                    </a:cubicBezTo>
                    <a:cubicBezTo>
                      <a:pt x="22" y="213"/>
                      <a:pt x="22" y="211"/>
                      <a:pt x="21" y="208"/>
                    </a:cubicBezTo>
                    <a:cubicBezTo>
                      <a:pt x="21" y="202"/>
                      <a:pt x="20" y="194"/>
                      <a:pt x="19" y="185"/>
                    </a:cubicBezTo>
                    <a:cubicBezTo>
                      <a:pt x="17" y="165"/>
                      <a:pt x="14" y="138"/>
                      <a:pt x="11" y="108"/>
                    </a:cubicBezTo>
                    <a:cubicBezTo>
                      <a:pt x="8" y="79"/>
                      <a:pt x="5" y="52"/>
                      <a:pt x="3" y="32"/>
                    </a:cubicBezTo>
                    <a:cubicBezTo>
                      <a:pt x="2" y="22"/>
                      <a:pt x="1" y="15"/>
                      <a:pt x="0" y="9"/>
                    </a:cubicBezTo>
                    <a:cubicBezTo>
                      <a:pt x="0" y="6"/>
                      <a:pt x="0" y="4"/>
                      <a:pt x="0" y="3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243">
                <a:extLst>
                  <a:ext uri="{FF2B5EF4-FFF2-40B4-BE49-F238E27FC236}">
                    <a16:creationId xmlns:a16="http://schemas.microsoft.com/office/drawing/2014/main" id="{98E5A2EE-3CFF-4EB9-9D00-D78794397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110"/>
                <a:ext cx="141" cy="172"/>
              </a:xfrm>
              <a:custGeom>
                <a:avLst/>
                <a:gdLst>
                  <a:gd name="T0" fmla="*/ 61 w 61"/>
                  <a:gd name="T1" fmla="*/ 74 h 74"/>
                  <a:gd name="T2" fmla="*/ 59 w 61"/>
                  <a:gd name="T3" fmla="*/ 59 h 74"/>
                  <a:gd name="T4" fmla="*/ 44 w 61"/>
                  <a:gd name="T5" fmla="*/ 27 h 74"/>
                  <a:gd name="T6" fmla="*/ 15 w 61"/>
                  <a:gd name="T7" fmla="*/ 5 h 74"/>
                  <a:gd name="T8" fmla="*/ 0 w 61"/>
                  <a:gd name="T9" fmla="*/ 0 h 74"/>
                  <a:gd name="T10" fmla="*/ 4 w 61"/>
                  <a:gd name="T11" fmla="*/ 1 h 74"/>
                  <a:gd name="T12" fmla="*/ 15 w 61"/>
                  <a:gd name="T13" fmla="*/ 4 h 74"/>
                  <a:gd name="T14" fmla="*/ 45 w 61"/>
                  <a:gd name="T15" fmla="*/ 25 h 74"/>
                  <a:gd name="T16" fmla="*/ 61 w 61"/>
                  <a:gd name="T17" fmla="*/ 59 h 74"/>
                  <a:gd name="T18" fmla="*/ 61 w 61"/>
                  <a:gd name="T19" fmla="*/ 70 h 74"/>
                  <a:gd name="T20" fmla="*/ 61 w 61"/>
                  <a:gd name="T2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74">
                    <a:moveTo>
                      <a:pt x="61" y="74"/>
                    </a:moveTo>
                    <a:cubicBezTo>
                      <a:pt x="61" y="74"/>
                      <a:pt x="61" y="68"/>
                      <a:pt x="59" y="59"/>
                    </a:cubicBezTo>
                    <a:cubicBezTo>
                      <a:pt x="57" y="50"/>
                      <a:pt x="53" y="38"/>
                      <a:pt x="44" y="27"/>
                    </a:cubicBezTo>
                    <a:cubicBezTo>
                      <a:pt x="35" y="16"/>
                      <a:pt x="23" y="9"/>
                      <a:pt x="15" y="5"/>
                    </a:cubicBezTo>
                    <a:cubicBezTo>
                      <a:pt x="6" y="1"/>
                      <a:pt x="0" y="1"/>
                      <a:pt x="0" y="0"/>
                    </a:cubicBezTo>
                    <a:cubicBezTo>
                      <a:pt x="0" y="0"/>
                      <a:pt x="2" y="0"/>
                      <a:pt x="4" y="1"/>
                    </a:cubicBezTo>
                    <a:cubicBezTo>
                      <a:pt x="7" y="1"/>
                      <a:pt x="11" y="2"/>
                      <a:pt x="15" y="4"/>
                    </a:cubicBezTo>
                    <a:cubicBezTo>
                      <a:pt x="24" y="7"/>
                      <a:pt x="36" y="14"/>
                      <a:pt x="45" y="25"/>
                    </a:cubicBezTo>
                    <a:cubicBezTo>
                      <a:pt x="55" y="37"/>
                      <a:pt x="59" y="49"/>
                      <a:pt x="61" y="59"/>
                    </a:cubicBezTo>
                    <a:cubicBezTo>
                      <a:pt x="61" y="64"/>
                      <a:pt x="61" y="67"/>
                      <a:pt x="61" y="70"/>
                    </a:cubicBezTo>
                    <a:cubicBezTo>
                      <a:pt x="61" y="73"/>
                      <a:pt x="61" y="74"/>
                      <a:pt x="61" y="7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244">
                <a:extLst>
                  <a:ext uri="{FF2B5EF4-FFF2-40B4-BE49-F238E27FC236}">
                    <a16:creationId xmlns:a16="http://schemas.microsoft.com/office/drawing/2014/main" id="{D38DAA93-62E3-4082-9B99-46E954BCE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" y="1659"/>
                <a:ext cx="270" cy="179"/>
              </a:xfrm>
              <a:custGeom>
                <a:avLst/>
                <a:gdLst>
                  <a:gd name="T0" fmla="*/ 116 w 116"/>
                  <a:gd name="T1" fmla="*/ 77 h 77"/>
                  <a:gd name="T2" fmla="*/ 110 w 116"/>
                  <a:gd name="T3" fmla="*/ 76 h 77"/>
                  <a:gd name="T4" fmla="*/ 96 w 116"/>
                  <a:gd name="T5" fmla="*/ 72 h 77"/>
                  <a:gd name="T6" fmla="*/ 74 w 116"/>
                  <a:gd name="T7" fmla="*/ 64 h 77"/>
                  <a:gd name="T8" fmla="*/ 50 w 116"/>
                  <a:gd name="T9" fmla="*/ 51 h 77"/>
                  <a:gd name="T10" fmla="*/ 28 w 116"/>
                  <a:gd name="T11" fmla="*/ 34 h 77"/>
                  <a:gd name="T12" fmla="*/ 12 w 116"/>
                  <a:gd name="T13" fmla="*/ 18 h 77"/>
                  <a:gd name="T14" fmla="*/ 3 w 116"/>
                  <a:gd name="T15" fmla="*/ 5 h 77"/>
                  <a:gd name="T16" fmla="*/ 0 w 116"/>
                  <a:gd name="T17" fmla="*/ 1 h 77"/>
                  <a:gd name="T18" fmla="*/ 13 w 116"/>
                  <a:gd name="T19" fmla="*/ 17 h 77"/>
                  <a:gd name="T20" fmla="*/ 29 w 116"/>
                  <a:gd name="T21" fmla="*/ 32 h 77"/>
                  <a:gd name="T22" fmla="*/ 51 w 116"/>
                  <a:gd name="T23" fmla="*/ 49 h 77"/>
                  <a:gd name="T24" fmla="*/ 75 w 116"/>
                  <a:gd name="T25" fmla="*/ 62 h 77"/>
                  <a:gd name="T26" fmla="*/ 96 w 116"/>
                  <a:gd name="T27" fmla="*/ 71 h 77"/>
                  <a:gd name="T28" fmla="*/ 116 w 116"/>
                  <a:gd name="T2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6" h="77">
                    <a:moveTo>
                      <a:pt x="116" y="77"/>
                    </a:moveTo>
                    <a:cubicBezTo>
                      <a:pt x="116" y="77"/>
                      <a:pt x="114" y="77"/>
                      <a:pt x="110" y="76"/>
                    </a:cubicBezTo>
                    <a:cubicBezTo>
                      <a:pt x="107" y="75"/>
                      <a:pt x="102" y="74"/>
                      <a:pt x="96" y="72"/>
                    </a:cubicBezTo>
                    <a:cubicBezTo>
                      <a:pt x="89" y="70"/>
                      <a:pt x="82" y="68"/>
                      <a:pt x="74" y="64"/>
                    </a:cubicBezTo>
                    <a:cubicBezTo>
                      <a:pt x="67" y="61"/>
                      <a:pt x="58" y="56"/>
                      <a:pt x="50" y="51"/>
                    </a:cubicBezTo>
                    <a:cubicBezTo>
                      <a:pt x="42" y="45"/>
                      <a:pt x="34" y="40"/>
                      <a:pt x="28" y="34"/>
                    </a:cubicBezTo>
                    <a:cubicBezTo>
                      <a:pt x="22" y="28"/>
                      <a:pt x="16" y="23"/>
                      <a:pt x="12" y="18"/>
                    </a:cubicBezTo>
                    <a:cubicBezTo>
                      <a:pt x="8" y="13"/>
                      <a:pt x="5" y="8"/>
                      <a:pt x="3" y="5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0" y="0"/>
                      <a:pt x="5" y="7"/>
                      <a:pt x="13" y="17"/>
                    </a:cubicBezTo>
                    <a:cubicBezTo>
                      <a:pt x="18" y="21"/>
                      <a:pt x="23" y="27"/>
                      <a:pt x="29" y="32"/>
                    </a:cubicBezTo>
                    <a:cubicBezTo>
                      <a:pt x="36" y="38"/>
                      <a:pt x="43" y="44"/>
                      <a:pt x="51" y="49"/>
                    </a:cubicBezTo>
                    <a:cubicBezTo>
                      <a:pt x="59" y="54"/>
                      <a:pt x="68" y="59"/>
                      <a:pt x="75" y="62"/>
                    </a:cubicBezTo>
                    <a:cubicBezTo>
                      <a:pt x="83" y="66"/>
                      <a:pt x="90" y="69"/>
                      <a:pt x="96" y="71"/>
                    </a:cubicBezTo>
                    <a:cubicBezTo>
                      <a:pt x="108" y="75"/>
                      <a:pt x="116" y="76"/>
                      <a:pt x="116" y="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245">
                <a:extLst>
                  <a:ext uri="{FF2B5EF4-FFF2-40B4-BE49-F238E27FC236}">
                    <a16:creationId xmlns:a16="http://schemas.microsoft.com/office/drawing/2014/main" id="{9398248C-E186-4192-BE37-2DCE6FBE5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1566"/>
                <a:ext cx="18" cy="326"/>
              </a:xfrm>
              <a:custGeom>
                <a:avLst/>
                <a:gdLst>
                  <a:gd name="T0" fmla="*/ 3 w 8"/>
                  <a:gd name="T1" fmla="*/ 0 h 140"/>
                  <a:gd name="T2" fmla="*/ 6 w 8"/>
                  <a:gd name="T3" fmla="*/ 140 h 140"/>
                  <a:gd name="T4" fmla="*/ 7 w 8"/>
                  <a:gd name="T5" fmla="*/ 129 h 140"/>
                  <a:gd name="T6" fmla="*/ 8 w 8"/>
                  <a:gd name="T7" fmla="*/ 122 h 140"/>
                  <a:gd name="T8" fmla="*/ 7 w 8"/>
                  <a:gd name="T9" fmla="*/ 117 h 140"/>
                  <a:gd name="T10" fmla="*/ 7 w 8"/>
                  <a:gd name="T11" fmla="*/ 117 h 140"/>
                  <a:gd name="T12" fmla="*/ 7 w 8"/>
                  <a:gd name="T13" fmla="*/ 117 h 140"/>
                  <a:gd name="T14" fmla="*/ 8 w 8"/>
                  <a:gd name="T15" fmla="*/ 56 h 140"/>
                  <a:gd name="T16" fmla="*/ 3 w 8"/>
                  <a:gd name="T17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40">
                    <a:moveTo>
                      <a:pt x="3" y="0"/>
                    </a:moveTo>
                    <a:cubicBezTo>
                      <a:pt x="0" y="47"/>
                      <a:pt x="1" y="94"/>
                      <a:pt x="6" y="140"/>
                    </a:cubicBezTo>
                    <a:cubicBezTo>
                      <a:pt x="6" y="137"/>
                      <a:pt x="7" y="133"/>
                      <a:pt x="7" y="129"/>
                    </a:cubicBezTo>
                    <a:cubicBezTo>
                      <a:pt x="7" y="127"/>
                      <a:pt x="7" y="125"/>
                      <a:pt x="8" y="122"/>
                    </a:cubicBezTo>
                    <a:cubicBezTo>
                      <a:pt x="7" y="120"/>
                      <a:pt x="7" y="119"/>
                      <a:pt x="7" y="117"/>
                    </a:cubicBezTo>
                    <a:cubicBezTo>
                      <a:pt x="7" y="117"/>
                      <a:pt x="7" y="117"/>
                      <a:pt x="7" y="117"/>
                    </a:cubicBezTo>
                    <a:cubicBezTo>
                      <a:pt x="7" y="117"/>
                      <a:pt x="7" y="117"/>
                      <a:pt x="7" y="117"/>
                    </a:cubicBezTo>
                    <a:cubicBezTo>
                      <a:pt x="7" y="95"/>
                      <a:pt x="8" y="75"/>
                      <a:pt x="8" y="56"/>
                    </a:cubicBezTo>
                    <a:cubicBezTo>
                      <a:pt x="7" y="36"/>
                      <a:pt x="5" y="16"/>
                      <a:pt x="3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246">
                <a:extLst>
                  <a:ext uri="{FF2B5EF4-FFF2-40B4-BE49-F238E27FC236}">
                    <a16:creationId xmlns:a16="http://schemas.microsoft.com/office/drawing/2014/main" id="{5AE98975-87F2-44E9-85C2-1F903B823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696"/>
                <a:ext cx="5" cy="154"/>
              </a:xfrm>
              <a:custGeom>
                <a:avLst/>
                <a:gdLst>
                  <a:gd name="T0" fmla="*/ 1 w 2"/>
                  <a:gd name="T1" fmla="*/ 0 h 66"/>
                  <a:gd name="T2" fmla="*/ 0 w 2"/>
                  <a:gd name="T3" fmla="*/ 61 h 66"/>
                  <a:gd name="T4" fmla="*/ 0 w 2"/>
                  <a:gd name="T5" fmla="*/ 61 h 66"/>
                  <a:gd name="T6" fmla="*/ 0 w 2"/>
                  <a:gd name="T7" fmla="*/ 61 h 66"/>
                  <a:gd name="T8" fmla="*/ 1 w 2"/>
                  <a:gd name="T9" fmla="*/ 66 h 66"/>
                  <a:gd name="T10" fmla="*/ 1 w 2"/>
                  <a:gd name="T1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6">
                    <a:moveTo>
                      <a:pt x="1" y="0"/>
                    </a:moveTo>
                    <a:cubicBezTo>
                      <a:pt x="1" y="19"/>
                      <a:pt x="0" y="39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3"/>
                      <a:pt x="0" y="64"/>
                      <a:pt x="1" y="66"/>
                    </a:cubicBezTo>
                    <a:cubicBezTo>
                      <a:pt x="2" y="45"/>
                      <a:pt x="2" y="22"/>
                      <a:pt x="1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247">
                <a:extLst>
                  <a:ext uri="{FF2B5EF4-FFF2-40B4-BE49-F238E27FC236}">
                    <a16:creationId xmlns:a16="http://schemas.microsoft.com/office/drawing/2014/main" id="{5822DDB3-1C2A-41CA-A18A-B10A9D792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89"/>
                <a:ext cx="5" cy="0"/>
              </a:xfrm>
              <a:custGeom>
                <a:avLst/>
                <a:gdLst>
                  <a:gd name="T0" fmla="*/ 5 w 5"/>
                  <a:gd name="T1" fmla="*/ 0 w 5"/>
                  <a:gd name="T2" fmla="*/ 5 w 5"/>
                  <a:gd name="T3" fmla="*/ 5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5" y="0"/>
                    </a:move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248">
                <a:extLst>
                  <a:ext uri="{FF2B5EF4-FFF2-40B4-BE49-F238E27FC236}">
                    <a16:creationId xmlns:a16="http://schemas.microsoft.com/office/drawing/2014/main" id="{9B66BB89-8A24-4163-82B6-4A0B7EF72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89"/>
                <a:ext cx="5" cy="0"/>
              </a:xfrm>
              <a:custGeom>
                <a:avLst/>
                <a:gdLst>
                  <a:gd name="T0" fmla="*/ 5 w 5"/>
                  <a:gd name="T1" fmla="*/ 0 w 5"/>
                  <a:gd name="T2" fmla="*/ 5 w 5"/>
                  <a:gd name="T3" fmla="*/ 5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5" y="0"/>
                    </a:move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249">
                <a:extLst>
                  <a:ext uri="{FF2B5EF4-FFF2-40B4-BE49-F238E27FC236}">
                    <a16:creationId xmlns:a16="http://schemas.microsoft.com/office/drawing/2014/main" id="{A3EAD8C5-F897-4DD0-B0E7-52128D9CA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1422"/>
                <a:ext cx="93" cy="767"/>
              </a:xfrm>
              <a:custGeom>
                <a:avLst/>
                <a:gdLst>
                  <a:gd name="T0" fmla="*/ 8 w 40"/>
                  <a:gd name="T1" fmla="*/ 0 h 330"/>
                  <a:gd name="T2" fmla="*/ 0 w 40"/>
                  <a:gd name="T3" fmla="*/ 62 h 330"/>
                  <a:gd name="T4" fmla="*/ 5 w 40"/>
                  <a:gd name="T5" fmla="*/ 118 h 330"/>
                  <a:gd name="T6" fmla="*/ 5 w 40"/>
                  <a:gd name="T7" fmla="*/ 184 h 330"/>
                  <a:gd name="T8" fmla="*/ 4 w 40"/>
                  <a:gd name="T9" fmla="*/ 191 h 330"/>
                  <a:gd name="T10" fmla="*/ 3 w 40"/>
                  <a:gd name="T11" fmla="*/ 202 h 330"/>
                  <a:gd name="T12" fmla="*/ 27 w 40"/>
                  <a:gd name="T13" fmla="*/ 330 h 330"/>
                  <a:gd name="T14" fmla="*/ 32 w 40"/>
                  <a:gd name="T15" fmla="*/ 330 h 330"/>
                  <a:gd name="T16" fmla="*/ 34 w 40"/>
                  <a:gd name="T17" fmla="*/ 330 h 330"/>
                  <a:gd name="T18" fmla="*/ 8 w 40"/>
                  <a:gd name="T19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30">
                    <a:moveTo>
                      <a:pt x="8" y="0"/>
                    </a:moveTo>
                    <a:cubicBezTo>
                      <a:pt x="4" y="20"/>
                      <a:pt x="2" y="41"/>
                      <a:pt x="0" y="62"/>
                    </a:cubicBezTo>
                    <a:cubicBezTo>
                      <a:pt x="2" y="78"/>
                      <a:pt x="4" y="98"/>
                      <a:pt x="5" y="118"/>
                    </a:cubicBezTo>
                    <a:cubicBezTo>
                      <a:pt x="6" y="140"/>
                      <a:pt x="6" y="163"/>
                      <a:pt x="5" y="184"/>
                    </a:cubicBezTo>
                    <a:cubicBezTo>
                      <a:pt x="4" y="187"/>
                      <a:pt x="4" y="189"/>
                      <a:pt x="4" y="191"/>
                    </a:cubicBezTo>
                    <a:cubicBezTo>
                      <a:pt x="4" y="195"/>
                      <a:pt x="3" y="199"/>
                      <a:pt x="3" y="202"/>
                    </a:cubicBezTo>
                    <a:cubicBezTo>
                      <a:pt x="8" y="246"/>
                      <a:pt x="16" y="289"/>
                      <a:pt x="27" y="330"/>
                    </a:cubicBezTo>
                    <a:cubicBezTo>
                      <a:pt x="32" y="330"/>
                      <a:pt x="32" y="330"/>
                      <a:pt x="32" y="330"/>
                    </a:cubicBezTo>
                    <a:cubicBezTo>
                      <a:pt x="34" y="330"/>
                      <a:pt x="34" y="330"/>
                      <a:pt x="34" y="330"/>
                    </a:cubicBezTo>
                    <a:cubicBezTo>
                      <a:pt x="40" y="219"/>
                      <a:pt x="29" y="108"/>
                      <a:pt x="8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250">
                <a:extLst>
                  <a:ext uri="{FF2B5EF4-FFF2-40B4-BE49-F238E27FC236}">
                    <a16:creationId xmlns:a16="http://schemas.microsoft.com/office/drawing/2014/main" id="{E17CCA4D-5690-4773-B7AC-43C1044A8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3" y="1854"/>
                <a:ext cx="219" cy="68"/>
              </a:xfrm>
              <a:custGeom>
                <a:avLst/>
                <a:gdLst>
                  <a:gd name="T0" fmla="*/ 0 w 94"/>
                  <a:gd name="T1" fmla="*/ 0 h 29"/>
                  <a:gd name="T2" fmla="*/ 45 w 94"/>
                  <a:gd name="T3" fmla="*/ 26 h 29"/>
                  <a:gd name="T4" fmla="*/ 65 w 94"/>
                  <a:gd name="T5" fmla="*/ 29 h 29"/>
                  <a:gd name="T6" fmla="*/ 71 w 94"/>
                  <a:gd name="T7" fmla="*/ 28 h 29"/>
                  <a:gd name="T8" fmla="*/ 94 w 94"/>
                  <a:gd name="T9" fmla="*/ 19 h 29"/>
                  <a:gd name="T10" fmla="*/ 0 w 94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29">
                    <a:moveTo>
                      <a:pt x="0" y="0"/>
                    </a:moveTo>
                    <a:cubicBezTo>
                      <a:pt x="10" y="13"/>
                      <a:pt x="29" y="21"/>
                      <a:pt x="45" y="26"/>
                    </a:cubicBezTo>
                    <a:cubicBezTo>
                      <a:pt x="52" y="28"/>
                      <a:pt x="58" y="29"/>
                      <a:pt x="65" y="29"/>
                    </a:cubicBezTo>
                    <a:cubicBezTo>
                      <a:pt x="67" y="29"/>
                      <a:pt x="69" y="28"/>
                      <a:pt x="71" y="28"/>
                    </a:cubicBezTo>
                    <a:cubicBezTo>
                      <a:pt x="80" y="28"/>
                      <a:pt x="89" y="26"/>
                      <a:pt x="94" y="19"/>
                    </a:cubicBezTo>
                    <a:cubicBezTo>
                      <a:pt x="62" y="18"/>
                      <a:pt x="30" y="12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251">
                <a:extLst>
                  <a:ext uri="{FF2B5EF4-FFF2-40B4-BE49-F238E27FC236}">
                    <a16:creationId xmlns:a16="http://schemas.microsoft.com/office/drawing/2014/main" id="{FF09660D-A4C0-49A6-AD05-FC09E037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947"/>
                <a:ext cx="277" cy="86"/>
              </a:xfrm>
              <a:custGeom>
                <a:avLst/>
                <a:gdLst>
                  <a:gd name="T0" fmla="*/ 119 w 119"/>
                  <a:gd name="T1" fmla="*/ 36 h 37"/>
                  <a:gd name="T2" fmla="*/ 114 w 119"/>
                  <a:gd name="T3" fmla="*/ 37 h 37"/>
                  <a:gd name="T4" fmla="*/ 100 w 119"/>
                  <a:gd name="T5" fmla="*/ 37 h 37"/>
                  <a:gd name="T6" fmla="*/ 57 w 119"/>
                  <a:gd name="T7" fmla="*/ 26 h 37"/>
                  <a:gd name="T8" fmla="*/ 15 w 119"/>
                  <a:gd name="T9" fmla="*/ 10 h 37"/>
                  <a:gd name="T10" fmla="*/ 4 w 119"/>
                  <a:gd name="T11" fmla="*/ 3 h 37"/>
                  <a:gd name="T12" fmla="*/ 1 w 119"/>
                  <a:gd name="T13" fmla="*/ 1 h 37"/>
                  <a:gd name="T14" fmla="*/ 0 w 119"/>
                  <a:gd name="T15" fmla="*/ 0 h 37"/>
                  <a:gd name="T16" fmla="*/ 4 w 119"/>
                  <a:gd name="T17" fmla="*/ 2 h 37"/>
                  <a:gd name="T18" fmla="*/ 16 w 119"/>
                  <a:gd name="T19" fmla="*/ 9 h 37"/>
                  <a:gd name="T20" fmla="*/ 58 w 119"/>
                  <a:gd name="T21" fmla="*/ 24 h 37"/>
                  <a:gd name="T22" fmla="*/ 100 w 119"/>
                  <a:gd name="T23" fmla="*/ 35 h 37"/>
                  <a:gd name="T24" fmla="*/ 115 w 119"/>
                  <a:gd name="T25" fmla="*/ 36 h 37"/>
                  <a:gd name="T26" fmla="*/ 119 w 119"/>
                  <a:gd name="T27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9" h="37">
                    <a:moveTo>
                      <a:pt x="119" y="36"/>
                    </a:moveTo>
                    <a:cubicBezTo>
                      <a:pt x="119" y="36"/>
                      <a:pt x="117" y="36"/>
                      <a:pt x="114" y="37"/>
                    </a:cubicBezTo>
                    <a:cubicBezTo>
                      <a:pt x="110" y="37"/>
                      <a:pt x="106" y="37"/>
                      <a:pt x="100" y="37"/>
                    </a:cubicBezTo>
                    <a:cubicBezTo>
                      <a:pt x="89" y="36"/>
                      <a:pt x="73" y="32"/>
                      <a:pt x="57" y="26"/>
                    </a:cubicBezTo>
                    <a:cubicBezTo>
                      <a:pt x="41" y="20"/>
                      <a:pt x="26" y="15"/>
                      <a:pt x="15" y="10"/>
                    </a:cubicBezTo>
                    <a:cubicBezTo>
                      <a:pt x="10" y="8"/>
                      <a:pt x="6" y="5"/>
                      <a:pt x="4" y="3"/>
                    </a:cubicBezTo>
                    <a:cubicBezTo>
                      <a:pt x="2" y="2"/>
                      <a:pt x="2" y="1"/>
                      <a:pt x="1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1"/>
                      <a:pt x="4" y="2"/>
                    </a:cubicBezTo>
                    <a:cubicBezTo>
                      <a:pt x="7" y="4"/>
                      <a:pt x="11" y="6"/>
                      <a:pt x="16" y="9"/>
                    </a:cubicBezTo>
                    <a:cubicBezTo>
                      <a:pt x="26" y="13"/>
                      <a:pt x="41" y="18"/>
                      <a:pt x="58" y="24"/>
                    </a:cubicBezTo>
                    <a:cubicBezTo>
                      <a:pt x="74" y="30"/>
                      <a:pt x="89" y="34"/>
                      <a:pt x="100" y="35"/>
                    </a:cubicBezTo>
                    <a:cubicBezTo>
                      <a:pt x="107" y="36"/>
                      <a:pt x="112" y="36"/>
                      <a:pt x="115" y="36"/>
                    </a:cubicBezTo>
                    <a:cubicBezTo>
                      <a:pt x="117" y="36"/>
                      <a:pt x="119" y="36"/>
                      <a:pt x="119" y="3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252">
                <a:extLst>
                  <a:ext uri="{FF2B5EF4-FFF2-40B4-BE49-F238E27FC236}">
                    <a16:creationId xmlns:a16="http://schemas.microsoft.com/office/drawing/2014/main" id="{D44FBF81-4A4F-4013-BE44-B131C0E3D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3" y="891"/>
                <a:ext cx="7" cy="77"/>
              </a:xfrm>
              <a:custGeom>
                <a:avLst/>
                <a:gdLst>
                  <a:gd name="T0" fmla="*/ 2 w 3"/>
                  <a:gd name="T1" fmla="*/ 0 h 33"/>
                  <a:gd name="T2" fmla="*/ 2 w 3"/>
                  <a:gd name="T3" fmla="*/ 17 h 33"/>
                  <a:gd name="T4" fmla="*/ 2 w 3"/>
                  <a:gd name="T5" fmla="*/ 33 h 33"/>
                  <a:gd name="T6" fmla="*/ 0 w 3"/>
                  <a:gd name="T7" fmla="*/ 17 h 33"/>
                  <a:gd name="T8" fmla="*/ 2 w 3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3">
                    <a:moveTo>
                      <a:pt x="2" y="0"/>
                    </a:moveTo>
                    <a:cubicBezTo>
                      <a:pt x="3" y="0"/>
                      <a:pt x="3" y="7"/>
                      <a:pt x="2" y="17"/>
                    </a:cubicBezTo>
                    <a:cubicBezTo>
                      <a:pt x="2" y="26"/>
                      <a:pt x="2" y="33"/>
                      <a:pt x="2" y="33"/>
                    </a:cubicBezTo>
                    <a:cubicBezTo>
                      <a:pt x="1" y="33"/>
                      <a:pt x="0" y="26"/>
                      <a:pt x="0" y="17"/>
                    </a:cubicBezTo>
                    <a:cubicBezTo>
                      <a:pt x="1" y="7"/>
                      <a:pt x="2" y="0"/>
                      <a:pt x="2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253">
                <a:extLst>
                  <a:ext uri="{FF2B5EF4-FFF2-40B4-BE49-F238E27FC236}">
                    <a16:creationId xmlns:a16="http://schemas.microsoft.com/office/drawing/2014/main" id="{9A666D52-898C-478A-9CA0-3271F24E4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912"/>
                <a:ext cx="7" cy="93"/>
              </a:xfrm>
              <a:custGeom>
                <a:avLst/>
                <a:gdLst>
                  <a:gd name="T0" fmla="*/ 1 w 3"/>
                  <a:gd name="T1" fmla="*/ 0 h 40"/>
                  <a:gd name="T2" fmla="*/ 2 w 3"/>
                  <a:gd name="T3" fmla="*/ 20 h 40"/>
                  <a:gd name="T4" fmla="*/ 3 w 3"/>
                  <a:gd name="T5" fmla="*/ 40 h 40"/>
                  <a:gd name="T6" fmla="*/ 0 w 3"/>
                  <a:gd name="T7" fmla="*/ 20 h 40"/>
                  <a:gd name="T8" fmla="*/ 1 w 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0">
                    <a:moveTo>
                      <a:pt x="1" y="0"/>
                    </a:moveTo>
                    <a:cubicBezTo>
                      <a:pt x="2" y="0"/>
                      <a:pt x="2" y="9"/>
                      <a:pt x="2" y="20"/>
                    </a:cubicBezTo>
                    <a:cubicBezTo>
                      <a:pt x="3" y="31"/>
                      <a:pt x="3" y="40"/>
                      <a:pt x="3" y="40"/>
                    </a:cubicBezTo>
                    <a:cubicBezTo>
                      <a:pt x="2" y="40"/>
                      <a:pt x="1" y="31"/>
                      <a:pt x="0" y="20"/>
                    </a:cubicBezTo>
                    <a:cubicBezTo>
                      <a:pt x="0" y="9"/>
                      <a:pt x="1" y="0"/>
                      <a:pt x="1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254">
                <a:extLst>
                  <a:ext uri="{FF2B5EF4-FFF2-40B4-BE49-F238E27FC236}">
                    <a16:creationId xmlns:a16="http://schemas.microsoft.com/office/drawing/2014/main" id="{B12B158B-45EA-4B7D-B92B-BF1112462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943"/>
                <a:ext cx="9" cy="90"/>
              </a:xfrm>
              <a:custGeom>
                <a:avLst/>
                <a:gdLst>
                  <a:gd name="T0" fmla="*/ 2 w 4"/>
                  <a:gd name="T1" fmla="*/ 0 h 39"/>
                  <a:gd name="T2" fmla="*/ 3 w 4"/>
                  <a:gd name="T3" fmla="*/ 19 h 39"/>
                  <a:gd name="T4" fmla="*/ 1 w 4"/>
                  <a:gd name="T5" fmla="*/ 39 h 39"/>
                  <a:gd name="T6" fmla="*/ 1 w 4"/>
                  <a:gd name="T7" fmla="*/ 19 h 39"/>
                  <a:gd name="T8" fmla="*/ 2 w 4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9">
                    <a:moveTo>
                      <a:pt x="2" y="0"/>
                    </a:moveTo>
                    <a:cubicBezTo>
                      <a:pt x="2" y="0"/>
                      <a:pt x="4" y="8"/>
                      <a:pt x="3" y="19"/>
                    </a:cubicBezTo>
                    <a:cubicBezTo>
                      <a:pt x="3" y="30"/>
                      <a:pt x="2" y="39"/>
                      <a:pt x="1" y="39"/>
                    </a:cubicBezTo>
                    <a:cubicBezTo>
                      <a:pt x="0" y="38"/>
                      <a:pt x="1" y="30"/>
                      <a:pt x="1" y="19"/>
                    </a:cubicBezTo>
                    <a:cubicBezTo>
                      <a:pt x="1" y="8"/>
                      <a:pt x="1" y="0"/>
                      <a:pt x="2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255">
                <a:extLst>
                  <a:ext uri="{FF2B5EF4-FFF2-40B4-BE49-F238E27FC236}">
                    <a16:creationId xmlns:a16="http://schemas.microsoft.com/office/drawing/2014/main" id="{2ACF892C-960D-42EC-A871-BF3BEE53C0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2" y="954"/>
                <a:ext cx="246" cy="86"/>
              </a:xfrm>
              <a:custGeom>
                <a:avLst/>
                <a:gdLst>
                  <a:gd name="T0" fmla="*/ 55 w 106"/>
                  <a:gd name="T1" fmla="*/ 21 h 37"/>
                  <a:gd name="T2" fmla="*/ 55 w 106"/>
                  <a:gd name="T3" fmla="*/ 22 h 37"/>
                  <a:gd name="T4" fmla="*/ 95 w 106"/>
                  <a:gd name="T5" fmla="*/ 32 h 37"/>
                  <a:gd name="T6" fmla="*/ 98 w 106"/>
                  <a:gd name="T7" fmla="*/ 33 h 37"/>
                  <a:gd name="T8" fmla="*/ 55 w 106"/>
                  <a:gd name="T9" fmla="*/ 21 h 37"/>
                  <a:gd name="T10" fmla="*/ 11 w 106"/>
                  <a:gd name="T11" fmla="*/ 4 h 37"/>
                  <a:gd name="T12" fmla="*/ 11 w 106"/>
                  <a:gd name="T13" fmla="*/ 6 h 37"/>
                  <a:gd name="T14" fmla="*/ 11 w 106"/>
                  <a:gd name="T15" fmla="*/ 6 h 37"/>
                  <a:gd name="T16" fmla="*/ 53 w 106"/>
                  <a:gd name="T17" fmla="*/ 21 h 37"/>
                  <a:gd name="T18" fmla="*/ 54 w 106"/>
                  <a:gd name="T19" fmla="*/ 21 h 37"/>
                  <a:gd name="T20" fmla="*/ 54 w 106"/>
                  <a:gd name="T21" fmla="*/ 21 h 37"/>
                  <a:gd name="T22" fmla="*/ 53 w 106"/>
                  <a:gd name="T23" fmla="*/ 21 h 37"/>
                  <a:gd name="T24" fmla="*/ 11 w 106"/>
                  <a:gd name="T25" fmla="*/ 4 h 37"/>
                  <a:gd name="T26" fmla="*/ 1 w 106"/>
                  <a:gd name="T27" fmla="*/ 2 h 37"/>
                  <a:gd name="T28" fmla="*/ 25 w 106"/>
                  <a:gd name="T29" fmla="*/ 18 h 37"/>
                  <a:gd name="T30" fmla="*/ 65 w 106"/>
                  <a:gd name="T31" fmla="*/ 34 h 37"/>
                  <a:gd name="T32" fmla="*/ 86 w 106"/>
                  <a:gd name="T33" fmla="*/ 37 h 37"/>
                  <a:gd name="T34" fmla="*/ 106 w 106"/>
                  <a:gd name="T35" fmla="*/ 34 h 37"/>
                  <a:gd name="T36" fmla="*/ 102 w 106"/>
                  <a:gd name="T37" fmla="*/ 34 h 37"/>
                  <a:gd name="T38" fmla="*/ 95 w 106"/>
                  <a:gd name="T39" fmla="*/ 34 h 37"/>
                  <a:gd name="T40" fmla="*/ 52 w 106"/>
                  <a:gd name="T41" fmla="*/ 23 h 37"/>
                  <a:gd name="T42" fmla="*/ 10 w 106"/>
                  <a:gd name="T43" fmla="*/ 7 h 37"/>
                  <a:gd name="T44" fmla="*/ 1 w 106"/>
                  <a:gd name="T45" fmla="*/ 2 h 37"/>
                  <a:gd name="T46" fmla="*/ 0 w 106"/>
                  <a:gd name="T47" fmla="*/ 0 h 37"/>
                  <a:gd name="T48" fmla="*/ 0 w 106"/>
                  <a:gd name="T49" fmla="*/ 0 h 37"/>
                  <a:gd name="T50" fmla="*/ 10 w 106"/>
                  <a:gd name="T51" fmla="*/ 5 h 37"/>
                  <a:gd name="T52" fmla="*/ 10 w 106"/>
                  <a:gd name="T53" fmla="*/ 4 h 37"/>
                  <a:gd name="T54" fmla="*/ 0 w 106"/>
                  <a:gd name="T55" fmla="*/ 0 h 37"/>
                  <a:gd name="T56" fmla="*/ 0 w 106"/>
                  <a:gd name="T5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6" h="37">
                    <a:moveTo>
                      <a:pt x="55" y="21"/>
                    </a:moveTo>
                    <a:cubicBezTo>
                      <a:pt x="55" y="21"/>
                      <a:pt x="55" y="21"/>
                      <a:pt x="55" y="22"/>
                    </a:cubicBezTo>
                    <a:cubicBezTo>
                      <a:pt x="70" y="27"/>
                      <a:pt x="84" y="31"/>
                      <a:pt x="95" y="32"/>
                    </a:cubicBezTo>
                    <a:cubicBezTo>
                      <a:pt x="96" y="32"/>
                      <a:pt x="97" y="33"/>
                      <a:pt x="98" y="33"/>
                    </a:cubicBezTo>
                    <a:cubicBezTo>
                      <a:pt x="83" y="31"/>
                      <a:pt x="69" y="27"/>
                      <a:pt x="55" y="21"/>
                    </a:cubicBezTo>
                    <a:moveTo>
                      <a:pt x="11" y="4"/>
                    </a:moveTo>
                    <a:cubicBezTo>
                      <a:pt x="11" y="5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21" y="10"/>
                      <a:pt x="36" y="15"/>
                      <a:pt x="53" y="21"/>
                    </a:cubicBezTo>
                    <a:cubicBezTo>
                      <a:pt x="53" y="21"/>
                      <a:pt x="54" y="21"/>
                      <a:pt x="54" y="21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4" y="21"/>
                      <a:pt x="53" y="21"/>
                    </a:cubicBezTo>
                    <a:cubicBezTo>
                      <a:pt x="40" y="16"/>
                      <a:pt x="25" y="10"/>
                      <a:pt x="11" y="4"/>
                    </a:cubicBezTo>
                    <a:moveTo>
                      <a:pt x="1" y="2"/>
                    </a:moveTo>
                    <a:cubicBezTo>
                      <a:pt x="7" y="10"/>
                      <a:pt x="16" y="14"/>
                      <a:pt x="25" y="18"/>
                    </a:cubicBezTo>
                    <a:cubicBezTo>
                      <a:pt x="38" y="25"/>
                      <a:pt x="51" y="31"/>
                      <a:pt x="65" y="34"/>
                    </a:cubicBezTo>
                    <a:cubicBezTo>
                      <a:pt x="72" y="36"/>
                      <a:pt x="79" y="37"/>
                      <a:pt x="86" y="37"/>
                    </a:cubicBezTo>
                    <a:cubicBezTo>
                      <a:pt x="93" y="37"/>
                      <a:pt x="100" y="36"/>
                      <a:pt x="106" y="34"/>
                    </a:cubicBezTo>
                    <a:cubicBezTo>
                      <a:pt x="105" y="34"/>
                      <a:pt x="103" y="34"/>
                      <a:pt x="102" y="34"/>
                    </a:cubicBezTo>
                    <a:cubicBezTo>
                      <a:pt x="100" y="34"/>
                      <a:pt x="98" y="34"/>
                      <a:pt x="95" y="34"/>
                    </a:cubicBezTo>
                    <a:cubicBezTo>
                      <a:pt x="84" y="33"/>
                      <a:pt x="68" y="29"/>
                      <a:pt x="52" y="23"/>
                    </a:cubicBezTo>
                    <a:cubicBezTo>
                      <a:pt x="36" y="17"/>
                      <a:pt x="21" y="12"/>
                      <a:pt x="10" y="7"/>
                    </a:cubicBezTo>
                    <a:cubicBezTo>
                      <a:pt x="7" y="5"/>
                      <a:pt x="4" y="4"/>
                      <a:pt x="1" y="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6" y="3"/>
                      <a:pt x="10" y="5"/>
                    </a:cubicBezTo>
                    <a:cubicBezTo>
                      <a:pt x="10" y="5"/>
                      <a:pt x="10" y="4"/>
                      <a:pt x="10" y="4"/>
                    </a:cubicBezTo>
                    <a:cubicBezTo>
                      <a:pt x="6" y="2"/>
                      <a:pt x="3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256">
                <a:extLst>
                  <a:ext uri="{FF2B5EF4-FFF2-40B4-BE49-F238E27FC236}">
                    <a16:creationId xmlns:a16="http://schemas.microsoft.com/office/drawing/2014/main" id="{E24C6162-B66A-4298-9427-FF04D47A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954"/>
                <a:ext cx="251" cy="79"/>
              </a:xfrm>
              <a:custGeom>
                <a:avLst/>
                <a:gdLst>
                  <a:gd name="T0" fmla="*/ 0 w 108"/>
                  <a:gd name="T1" fmla="*/ 0 h 34"/>
                  <a:gd name="T2" fmla="*/ 1 w 108"/>
                  <a:gd name="T3" fmla="*/ 2 h 34"/>
                  <a:gd name="T4" fmla="*/ 10 w 108"/>
                  <a:gd name="T5" fmla="*/ 7 h 34"/>
                  <a:gd name="T6" fmla="*/ 52 w 108"/>
                  <a:gd name="T7" fmla="*/ 23 h 34"/>
                  <a:gd name="T8" fmla="*/ 95 w 108"/>
                  <a:gd name="T9" fmla="*/ 34 h 34"/>
                  <a:gd name="T10" fmla="*/ 102 w 108"/>
                  <a:gd name="T11" fmla="*/ 34 h 34"/>
                  <a:gd name="T12" fmla="*/ 106 w 108"/>
                  <a:gd name="T13" fmla="*/ 34 h 34"/>
                  <a:gd name="T14" fmla="*/ 108 w 108"/>
                  <a:gd name="T15" fmla="*/ 33 h 34"/>
                  <a:gd name="T16" fmla="*/ 103 w 108"/>
                  <a:gd name="T17" fmla="*/ 33 h 34"/>
                  <a:gd name="T18" fmla="*/ 103 w 108"/>
                  <a:gd name="T19" fmla="*/ 34 h 34"/>
                  <a:gd name="T20" fmla="*/ 103 w 108"/>
                  <a:gd name="T21" fmla="*/ 34 h 34"/>
                  <a:gd name="T22" fmla="*/ 103 w 108"/>
                  <a:gd name="T23" fmla="*/ 33 h 34"/>
                  <a:gd name="T24" fmla="*/ 98 w 108"/>
                  <a:gd name="T25" fmla="*/ 33 h 34"/>
                  <a:gd name="T26" fmla="*/ 95 w 108"/>
                  <a:gd name="T27" fmla="*/ 32 h 34"/>
                  <a:gd name="T28" fmla="*/ 55 w 108"/>
                  <a:gd name="T29" fmla="*/ 22 h 34"/>
                  <a:gd name="T30" fmla="*/ 55 w 108"/>
                  <a:gd name="T31" fmla="*/ 22 h 34"/>
                  <a:gd name="T32" fmla="*/ 55 w 108"/>
                  <a:gd name="T33" fmla="*/ 22 h 34"/>
                  <a:gd name="T34" fmla="*/ 54 w 108"/>
                  <a:gd name="T35" fmla="*/ 21 h 34"/>
                  <a:gd name="T36" fmla="*/ 53 w 108"/>
                  <a:gd name="T37" fmla="*/ 21 h 34"/>
                  <a:gd name="T38" fmla="*/ 11 w 108"/>
                  <a:gd name="T39" fmla="*/ 6 h 34"/>
                  <a:gd name="T40" fmla="*/ 11 w 108"/>
                  <a:gd name="T41" fmla="*/ 6 h 34"/>
                  <a:gd name="T42" fmla="*/ 11 w 108"/>
                  <a:gd name="T43" fmla="*/ 6 h 34"/>
                  <a:gd name="T44" fmla="*/ 11 w 108"/>
                  <a:gd name="T45" fmla="*/ 6 h 34"/>
                  <a:gd name="T46" fmla="*/ 10 w 108"/>
                  <a:gd name="T47" fmla="*/ 5 h 34"/>
                  <a:gd name="T48" fmla="*/ 0 w 108"/>
                  <a:gd name="T4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8" h="34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4" y="4"/>
                      <a:pt x="7" y="5"/>
                      <a:pt x="10" y="7"/>
                    </a:cubicBezTo>
                    <a:cubicBezTo>
                      <a:pt x="21" y="12"/>
                      <a:pt x="36" y="17"/>
                      <a:pt x="52" y="23"/>
                    </a:cubicBezTo>
                    <a:cubicBezTo>
                      <a:pt x="68" y="29"/>
                      <a:pt x="84" y="33"/>
                      <a:pt x="95" y="34"/>
                    </a:cubicBezTo>
                    <a:cubicBezTo>
                      <a:pt x="98" y="34"/>
                      <a:pt x="100" y="34"/>
                      <a:pt x="102" y="34"/>
                    </a:cubicBezTo>
                    <a:cubicBezTo>
                      <a:pt x="103" y="34"/>
                      <a:pt x="105" y="34"/>
                      <a:pt x="106" y="34"/>
                    </a:cubicBezTo>
                    <a:cubicBezTo>
                      <a:pt x="107" y="34"/>
                      <a:pt x="108" y="34"/>
                      <a:pt x="108" y="33"/>
                    </a:cubicBezTo>
                    <a:cubicBezTo>
                      <a:pt x="107" y="33"/>
                      <a:pt x="105" y="33"/>
                      <a:pt x="103" y="33"/>
                    </a:cubicBezTo>
                    <a:cubicBezTo>
                      <a:pt x="103" y="33"/>
                      <a:pt x="103" y="34"/>
                      <a:pt x="103" y="34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3" y="33"/>
                      <a:pt x="103" y="33"/>
                    </a:cubicBezTo>
                    <a:cubicBezTo>
                      <a:pt x="101" y="33"/>
                      <a:pt x="100" y="33"/>
                      <a:pt x="98" y="33"/>
                    </a:cubicBezTo>
                    <a:cubicBezTo>
                      <a:pt x="97" y="33"/>
                      <a:pt x="96" y="32"/>
                      <a:pt x="95" y="32"/>
                    </a:cubicBezTo>
                    <a:cubicBezTo>
                      <a:pt x="84" y="31"/>
                      <a:pt x="70" y="27"/>
                      <a:pt x="55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5" y="22"/>
                      <a:pt x="54" y="22"/>
                      <a:pt x="54" y="21"/>
                    </a:cubicBezTo>
                    <a:cubicBezTo>
                      <a:pt x="54" y="21"/>
                      <a:pt x="53" y="21"/>
                      <a:pt x="53" y="21"/>
                    </a:cubicBezTo>
                    <a:cubicBezTo>
                      <a:pt x="36" y="15"/>
                      <a:pt x="21" y="10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6" y="3"/>
                      <a:pt x="2" y="1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257">
                <a:extLst>
                  <a:ext uri="{FF2B5EF4-FFF2-40B4-BE49-F238E27FC236}">
                    <a16:creationId xmlns:a16="http://schemas.microsoft.com/office/drawing/2014/main" id="{52E86CF2-0512-4CF6-AAF1-89E581179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63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 h 2"/>
                  <a:gd name="T4" fmla="*/ 1 w 1"/>
                  <a:gd name="T5" fmla="*/ 2 h 2"/>
                  <a:gd name="T6" fmla="*/ 1 w 1"/>
                  <a:gd name="T7" fmla="*/ 2 h 2"/>
                  <a:gd name="T8" fmla="*/ 1 w 1"/>
                  <a:gd name="T9" fmla="*/ 2 h 2"/>
                  <a:gd name="T10" fmla="*/ 1 w 1"/>
                  <a:gd name="T11" fmla="*/ 0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258">
                <a:extLst>
                  <a:ext uri="{FF2B5EF4-FFF2-40B4-BE49-F238E27FC236}">
                    <a16:creationId xmlns:a16="http://schemas.microsoft.com/office/drawing/2014/main" id="{5FB98739-01AC-4598-8CD3-D326E326D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003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1 h 1"/>
                  <a:gd name="T8" fmla="*/ 1 w 1"/>
                  <a:gd name="T9" fmla="*/ 1 h 1"/>
                  <a:gd name="T10" fmla="*/ 1 w 1"/>
                  <a:gd name="T11" fmla="*/ 0 h 1"/>
                  <a:gd name="T12" fmla="*/ 0 w 1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259">
                <a:extLst>
                  <a:ext uri="{FF2B5EF4-FFF2-40B4-BE49-F238E27FC236}">
                    <a16:creationId xmlns:a16="http://schemas.microsoft.com/office/drawing/2014/main" id="{B9BA3985-5372-4854-A26A-8BACF5289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103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260">
                <a:extLst>
                  <a:ext uri="{FF2B5EF4-FFF2-40B4-BE49-F238E27FC236}">
                    <a16:creationId xmlns:a16="http://schemas.microsoft.com/office/drawing/2014/main" id="{EB41934F-B026-4B9A-B408-5D44CC928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717"/>
                <a:ext cx="149" cy="463"/>
              </a:xfrm>
              <a:custGeom>
                <a:avLst/>
                <a:gdLst>
                  <a:gd name="T0" fmla="*/ 62 w 64"/>
                  <a:gd name="T1" fmla="*/ 112 h 199"/>
                  <a:gd name="T2" fmla="*/ 37 w 64"/>
                  <a:gd name="T3" fmla="*/ 115 h 199"/>
                  <a:gd name="T4" fmla="*/ 34 w 64"/>
                  <a:gd name="T5" fmla="*/ 81 h 199"/>
                  <a:gd name="T6" fmla="*/ 30 w 64"/>
                  <a:gd name="T7" fmla="*/ 52 h 199"/>
                  <a:gd name="T8" fmla="*/ 32 w 64"/>
                  <a:gd name="T9" fmla="*/ 0 h 199"/>
                  <a:gd name="T10" fmla="*/ 6 w 64"/>
                  <a:gd name="T11" fmla="*/ 30 h 199"/>
                  <a:gd name="T12" fmla="*/ 3 w 64"/>
                  <a:gd name="T13" fmla="*/ 41 h 199"/>
                  <a:gd name="T14" fmla="*/ 0 w 64"/>
                  <a:gd name="T15" fmla="*/ 132 h 199"/>
                  <a:gd name="T16" fmla="*/ 0 w 64"/>
                  <a:gd name="T17" fmla="*/ 171 h 199"/>
                  <a:gd name="T18" fmla="*/ 44 w 64"/>
                  <a:gd name="T19" fmla="*/ 199 h 199"/>
                  <a:gd name="T20" fmla="*/ 43 w 64"/>
                  <a:gd name="T21" fmla="*/ 153 h 199"/>
                  <a:gd name="T22" fmla="*/ 53 w 64"/>
                  <a:gd name="T23" fmla="*/ 142 h 199"/>
                  <a:gd name="T24" fmla="*/ 62 w 64"/>
                  <a:gd name="T25" fmla="*/ 1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199">
                    <a:moveTo>
                      <a:pt x="62" y="112"/>
                    </a:moveTo>
                    <a:cubicBezTo>
                      <a:pt x="37" y="115"/>
                      <a:pt x="37" y="115"/>
                      <a:pt x="37" y="115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4" y="33"/>
                      <a:pt x="3" y="37"/>
                      <a:pt x="3" y="41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44" y="199"/>
                      <a:pt x="44" y="199"/>
                      <a:pt x="44" y="199"/>
                    </a:cubicBezTo>
                    <a:cubicBezTo>
                      <a:pt x="43" y="153"/>
                      <a:pt x="43" y="153"/>
                      <a:pt x="43" y="153"/>
                    </a:cubicBezTo>
                    <a:cubicBezTo>
                      <a:pt x="43" y="153"/>
                      <a:pt x="43" y="153"/>
                      <a:pt x="53" y="142"/>
                    </a:cubicBezTo>
                    <a:cubicBezTo>
                      <a:pt x="64" y="131"/>
                      <a:pt x="62" y="112"/>
                      <a:pt x="62" y="112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Rectangle 261">
                <a:extLst>
                  <a:ext uri="{FF2B5EF4-FFF2-40B4-BE49-F238E27FC236}">
                    <a16:creationId xmlns:a16="http://schemas.microsoft.com/office/drawing/2014/main" id="{2F7C9C5A-7E1F-47DE-AE3B-2D4256AF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617"/>
                <a:ext cx="240" cy="642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Rectangle 262">
                <a:extLst>
                  <a:ext uri="{FF2B5EF4-FFF2-40B4-BE49-F238E27FC236}">
                    <a16:creationId xmlns:a16="http://schemas.microsoft.com/office/drawing/2014/main" id="{3A0BF4CD-12EF-4EFE-BF4C-A89340589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9" y="617"/>
                <a:ext cx="240" cy="642"/>
              </a:xfrm>
              <a:prstGeom prst="rect">
                <a:avLst/>
              </a:pr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Oval 263">
                <a:extLst>
                  <a:ext uri="{FF2B5EF4-FFF2-40B4-BE49-F238E27FC236}">
                    <a16:creationId xmlns:a16="http://schemas.microsoft.com/office/drawing/2014/main" id="{CFAAC33C-0F8E-48A0-9FE3-FA9FCE481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0" y="717"/>
                <a:ext cx="107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264">
                <a:extLst>
                  <a:ext uri="{FF2B5EF4-FFF2-40B4-BE49-F238E27FC236}">
                    <a16:creationId xmlns:a16="http://schemas.microsoft.com/office/drawing/2014/main" id="{CCA7CBA3-A90D-4B00-A6D3-778077201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712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265">
                <a:extLst>
                  <a:ext uri="{FF2B5EF4-FFF2-40B4-BE49-F238E27FC236}">
                    <a16:creationId xmlns:a16="http://schemas.microsoft.com/office/drawing/2014/main" id="{A145AB0A-1602-447A-B4ED-12CEC27DE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784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0 h 40"/>
                  <a:gd name="T4" fmla="*/ 1 w 29"/>
                  <a:gd name="T5" fmla="*/ 40 h 40"/>
                  <a:gd name="T6" fmla="*/ 14 w 29"/>
                  <a:gd name="T7" fmla="*/ 19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9"/>
                      <a:pt x="16" y="20"/>
                    </a:cubicBezTo>
                    <a:cubicBezTo>
                      <a:pt x="8" y="31"/>
                      <a:pt x="1" y="40"/>
                      <a:pt x="1" y="40"/>
                    </a:cubicBezTo>
                    <a:cubicBezTo>
                      <a:pt x="0" y="39"/>
                      <a:pt x="6" y="30"/>
                      <a:pt x="14" y="19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266">
                <a:extLst>
                  <a:ext uri="{FF2B5EF4-FFF2-40B4-BE49-F238E27FC236}">
                    <a16:creationId xmlns:a16="http://schemas.microsoft.com/office/drawing/2014/main" id="{D418E92C-9454-4B45-9B7A-DA7E56D73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854"/>
                <a:ext cx="67" cy="95"/>
              </a:xfrm>
              <a:custGeom>
                <a:avLst/>
                <a:gdLst>
                  <a:gd name="T0" fmla="*/ 29 w 29"/>
                  <a:gd name="T1" fmla="*/ 1 h 41"/>
                  <a:gd name="T2" fmla="*/ 16 w 29"/>
                  <a:gd name="T3" fmla="*/ 21 h 41"/>
                  <a:gd name="T4" fmla="*/ 1 w 29"/>
                  <a:gd name="T5" fmla="*/ 40 h 41"/>
                  <a:gd name="T6" fmla="*/ 14 w 29"/>
                  <a:gd name="T7" fmla="*/ 20 h 41"/>
                  <a:gd name="T8" fmla="*/ 29 w 29"/>
                  <a:gd name="T9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1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267">
                <a:extLst>
                  <a:ext uri="{FF2B5EF4-FFF2-40B4-BE49-F238E27FC236}">
                    <a16:creationId xmlns:a16="http://schemas.microsoft.com/office/drawing/2014/main" id="{4E81C89B-BAFB-4DCB-A05A-21B9FB701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926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268">
                <a:extLst>
                  <a:ext uri="{FF2B5EF4-FFF2-40B4-BE49-F238E27FC236}">
                    <a16:creationId xmlns:a16="http://schemas.microsoft.com/office/drawing/2014/main" id="{DA338588-C411-4387-8C77-CC89F59B5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996"/>
                <a:ext cx="67" cy="95"/>
              </a:xfrm>
              <a:custGeom>
                <a:avLst/>
                <a:gdLst>
                  <a:gd name="T0" fmla="*/ 29 w 29"/>
                  <a:gd name="T1" fmla="*/ 1 h 41"/>
                  <a:gd name="T2" fmla="*/ 16 w 29"/>
                  <a:gd name="T3" fmla="*/ 21 h 41"/>
                  <a:gd name="T4" fmla="*/ 1 w 29"/>
                  <a:gd name="T5" fmla="*/ 41 h 41"/>
                  <a:gd name="T6" fmla="*/ 14 w 29"/>
                  <a:gd name="T7" fmla="*/ 20 h 41"/>
                  <a:gd name="T8" fmla="*/ 29 w 29"/>
                  <a:gd name="T9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1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1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269">
                <a:extLst>
                  <a:ext uri="{FF2B5EF4-FFF2-40B4-BE49-F238E27FC236}">
                    <a16:creationId xmlns:a16="http://schemas.microsoft.com/office/drawing/2014/main" id="{131BD4D1-404E-4CAF-BF65-F55E51F75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068"/>
                <a:ext cx="67" cy="96"/>
              </a:xfrm>
              <a:custGeom>
                <a:avLst/>
                <a:gdLst>
                  <a:gd name="T0" fmla="*/ 29 w 29"/>
                  <a:gd name="T1" fmla="*/ 0 h 41"/>
                  <a:gd name="T2" fmla="*/ 16 w 29"/>
                  <a:gd name="T3" fmla="*/ 21 h 41"/>
                  <a:gd name="T4" fmla="*/ 1 w 29"/>
                  <a:gd name="T5" fmla="*/ 40 h 41"/>
                  <a:gd name="T6" fmla="*/ 14 w 29"/>
                  <a:gd name="T7" fmla="*/ 20 h 41"/>
                  <a:gd name="T8" fmla="*/ 29 w 29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0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270">
                <a:extLst>
                  <a:ext uri="{FF2B5EF4-FFF2-40B4-BE49-F238E27FC236}">
                    <a16:creationId xmlns:a16="http://schemas.microsoft.com/office/drawing/2014/main" id="{48E16402-32BF-41DB-B1BD-54E8ED174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140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19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0"/>
                      <a:pt x="14" y="19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271">
                <a:extLst>
                  <a:ext uri="{FF2B5EF4-FFF2-40B4-BE49-F238E27FC236}">
                    <a16:creationId xmlns:a16="http://schemas.microsoft.com/office/drawing/2014/main" id="{8E4C79DF-89AA-4ADA-B455-7EDDDBE34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649"/>
                <a:ext cx="67" cy="93"/>
              </a:xfrm>
              <a:custGeom>
                <a:avLst/>
                <a:gdLst>
                  <a:gd name="T0" fmla="*/ 28 w 29"/>
                  <a:gd name="T1" fmla="*/ 0 h 40"/>
                  <a:gd name="T2" fmla="*/ 15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8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8" y="0"/>
                    </a:moveTo>
                    <a:cubicBezTo>
                      <a:pt x="29" y="1"/>
                      <a:pt x="23" y="10"/>
                      <a:pt x="15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1" y="9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272">
                <a:extLst>
                  <a:ext uri="{FF2B5EF4-FFF2-40B4-BE49-F238E27FC236}">
                    <a16:creationId xmlns:a16="http://schemas.microsoft.com/office/drawing/2014/main" id="{FBE41AD5-5CA1-43A5-A85E-7CF89A853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" y="614"/>
                <a:ext cx="39" cy="59"/>
              </a:xfrm>
              <a:custGeom>
                <a:avLst/>
                <a:gdLst>
                  <a:gd name="T0" fmla="*/ 17 w 17"/>
                  <a:gd name="T1" fmla="*/ 1 h 25"/>
                  <a:gd name="T2" fmla="*/ 9 w 17"/>
                  <a:gd name="T3" fmla="*/ 13 h 25"/>
                  <a:gd name="T4" fmla="*/ 0 w 17"/>
                  <a:gd name="T5" fmla="*/ 24 h 25"/>
                  <a:gd name="T6" fmla="*/ 8 w 17"/>
                  <a:gd name="T7" fmla="*/ 12 h 25"/>
                  <a:gd name="T8" fmla="*/ 17 w 17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5">
                    <a:moveTo>
                      <a:pt x="17" y="1"/>
                    </a:moveTo>
                    <a:cubicBezTo>
                      <a:pt x="17" y="1"/>
                      <a:pt x="14" y="6"/>
                      <a:pt x="9" y="13"/>
                    </a:cubicBezTo>
                    <a:cubicBezTo>
                      <a:pt x="5" y="20"/>
                      <a:pt x="1" y="25"/>
                      <a:pt x="0" y="24"/>
                    </a:cubicBezTo>
                    <a:cubicBezTo>
                      <a:pt x="0" y="24"/>
                      <a:pt x="3" y="18"/>
                      <a:pt x="8" y="12"/>
                    </a:cubicBezTo>
                    <a:cubicBezTo>
                      <a:pt x="12" y="5"/>
                      <a:pt x="16" y="0"/>
                      <a:pt x="17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273">
                <a:extLst>
                  <a:ext uri="{FF2B5EF4-FFF2-40B4-BE49-F238E27FC236}">
                    <a16:creationId xmlns:a16="http://schemas.microsoft.com/office/drawing/2014/main" id="{948727E1-A0FD-4038-BA06-42789C68F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794"/>
                <a:ext cx="100" cy="197"/>
              </a:xfrm>
              <a:custGeom>
                <a:avLst/>
                <a:gdLst>
                  <a:gd name="T0" fmla="*/ 0 w 43"/>
                  <a:gd name="T1" fmla="*/ 38 h 85"/>
                  <a:gd name="T2" fmla="*/ 20 w 43"/>
                  <a:gd name="T3" fmla="*/ 9 h 85"/>
                  <a:gd name="T4" fmla="*/ 28 w 43"/>
                  <a:gd name="T5" fmla="*/ 2 h 85"/>
                  <a:gd name="T6" fmla="*/ 39 w 43"/>
                  <a:gd name="T7" fmla="*/ 3 h 85"/>
                  <a:gd name="T8" fmla="*/ 41 w 43"/>
                  <a:gd name="T9" fmla="*/ 15 h 85"/>
                  <a:gd name="T10" fmla="*/ 33 w 43"/>
                  <a:gd name="T11" fmla="*/ 25 h 85"/>
                  <a:gd name="T12" fmla="*/ 27 w 43"/>
                  <a:gd name="T13" fmla="*/ 36 h 85"/>
                  <a:gd name="T14" fmla="*/ 29 w 43"/>
                  <a:gd name="T15" fmla="*/ 48 h 85"/>
                  <a:gd name="T16" fmla="*/ 19 w 43"/>
                  <a:gd name="T17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85">
                    <a:moveTo>
                      <a:pt x="0" y="38"/>
                    </a:moveTo>
                    <a:cubicBezTo>
                      <a:pt x="6" y="28"/>
                      <a:pt x="12" y="18"/>
                      <a:pt x="20" y="9"/>
                    </a:cubicBezTo>
                    <a:cubicBezTo>
                      <a:pt x="22" y="7"/>
                      <a:pt x="25" y="4"/>
                      <a:pt x="28" y="2"/>
                    </a:cubicBezTo>
                    <a:cubicBezTo>
                      <a:pt x="32" y="0"/>
                      <a:pt x="36" y="0"/>
                      <a:pt x="39" y="3"/>
                    </a:cubicBezTo>
                    <a:cubicBezTo>
                      <a:pt x="43" y="6"/>
                      <a:pt x="43" y="11"/>
                      <a:pt x="41" y="15"/>
                    </a:cubicBezTo>
                    <a:cubicBezTo>
                      <a:pt x="39" y="19"/>
                      <a:pt x="36" y="22"/>
                      <a:pt x="33" y="25"/>
                    </a:cubicBezTo>
                    <a:cubicBezTo>
                      <a:pt x="30" y="28"/>
                      <a:pt x="28" y="32"/>
                      <a:pt x="27" y="36"/>
                    </a:cubicBezTo>
                    <a:cubicBezTo>
                      <a:pt x="27" y="40"/>
                      <a:pt x="28" y="44"/>
                      <a:pt x="29" y="48"/>
                    </a:cubicBezTo>
                    <a:cubicBezTo>
                      <a:pt x="33" y="61"/>
                      <a:pt x="29" y="76"/>
                      <a:pt x="19" y="85"/>
                    </a:cubicBezTo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274">
                <a:extLst>
                  <a:ext uri="{FF2B5EF4-FFF2-40B4-BE49-F238E27FC236}">
                    <a16:creationId xmlns:a16="http://schemas.microsoft.com/office/drawing/2014/main" id="{6CDCFB3E-3A54-455A-B560-4A2CB1C68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794"/>
                <a:ext cx="105" cy="197"/>
              </a:xfrm>
              <a:custGeom>
                <a:avLst/>
                <a:gdLst>
                  <a:gd name="T0" fmla="*/ 19 w 45"/>
                  <a:gd name="T1" fmla="*/ 85 h 85"/>
                  <a:gd name="T2" fmla="*/ 23 w 45"/>
                  <a:gd name="T3" fmla="*/ 80 h 85"/>
                  <a:gd name="T4" fmla="*/ 29 w 45"/>
                  <a:gd name="T5" fmla="*/ 66 h 85"/>
                  <a:gd name="T6" fmla="*/ 29 w 45"/>
                  <a:gd name="T7" fmla="*/ 55 h 85"/>
                  <a:gd name="T8" fmla="*/ 27 w 45"/>
                  <a:gd name="T9" fmla="*/ 43 h 85"/>
                  <a:gd name="T10" fmla="*/ 26 w 45"/>
                  <a:gd name="T11" fmla="*/ 36 h 85"/>
                  <a:gd name="T12" fmla="*/ 29 w 45"/>
                  <a:gd name="T13" fmla="*/ 29 h 85"/>
                  <a:gd name="T14" fmla="*/ 38 w 45"/>
                  <a:gd name="T15" fmla="*/ 17 h 85"/>
                  <a:gd name="T16" fmla="*/ 41 w 45"/>
                  <a:gd name="T17" fmla="*/ 11 h 85"/>
                  <a:gd name="T18" fmla="*/ 39 w 45"/>
                  <a:gd name="T19" fmla="*/ 5 h 85"/>
                  <a:gd name="T20" fmla="*/ 28 w 45"/>
                  <a:gd name="T21" fmla="*/ 3 h 85"/>
                  <a:gd name="T22" fmla="*/ 19 w 45"/>
                  <a:gd name="T23" fmla="*/ 12 h 85"/>
                  <a:gd name="T24" fmla="*/ 12 w 45"/>
                  <a:gd name="T25" fmla="*/ 20 h 85"/>
                  <a:gd name="T26" fmla="*/ 3 w 45"/>
                  <a:gd name="T27" fmla="*/ 33 h 85"/>
                  <a:gd name="T28" fmla="*/ 0 w 45"/>
                  <a:gd name="T29" fmla="*/ 38 h 85"/>
                  <a:gd name="T30" fmla="*/ 3 w 45"/>
                  <a:gd name="T31" fmla="*/ 33 h 85"/>
                  <a:gd name="T32" fmla="*/ 11 w 45"/>
                  <a:gd name="T33" fmla="*/ 19 h 85"/>
                  <a:gd name="T34" fmla="*/ 18 w 45"/>
                  <a:gd name="T35" fmla="*/ 11 h 85"/>
                  <a:gd name="T36" fmla="*/ 27 w 45"/>
                  <a:gd name="T37" fmla="*/ 2 h 85"/>
                  <a:gd name="T38" fmla="*/ 34 w 45"/>
                  <a:gd name="T39" fmla="*/ 0 h 85"/>
                  <a:gd name="T40" fmla="*/ 41 w 45"/>
                  <a:gd name="T41" fmla="*/ 3 h 85"/>
                  <a:gd name="T42" fmla="*/ 40 w 45"/>
                  <a:gd name="T43" fmla="*/ 19 h 85"/>
                  <a:gd name="T44" fmla="*/ 31 w 45"/>
                  <a:gd name="T45" fmla="*/ 30 h 85"/>
                  <a:gd name="T46" fmla="*/ 28 w 45"/>
                  <a:gd name="T47" fmla="*/ 36 h 85"/>
                  <a:gd name="T48" fmla="*/ 29 w 45"/>
                  <a:gd name="T49" fmla="*/ 43 h 85"/>
                  <a:gd name="T50" fmla="*/ 31 w 45"/>
                  <a:gd name="T51" fmla="*/ 55 h 85"/>
                  <a:gd name="T52" fmla="*/ 30 w 45"/>
                  <a:gd name="T53" fmla="*/ 66 h 85"/>
                  <a:gd name="T54" fmla="*/ 23 w 45"/>
                  <a:gd name="T55" fmla="*/ 81 h 85"/>
                  <a:gd name="T56" fmla="*/ 20 w 45"/>
                  <a:gd name="T57" fmla="*/ 84 h 85"/>
                  <a:gd name="T58" fmla="*/ 19 w 45"/>
                  <a:gd name="T5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" h="85">
                    <a:moveTo>
                      <a:pt x="19" y="85"/>
                    </a:moveTo>
                    <a:cubicBezTo>
                      <a:pt x="19" y="85"/>
                      <a:pt x="20" y="83"/>
                      <a:pt x="23" y="80"/>
                    </a:cubicBezTo>
                    <a:cubicBezTo>
                      <a:pt x="25" y="77"/>
                      <a:pt x="27" y="73"/>
                      <a:pt x="29" y="66"/>
                    </a:cubicBezTo>
                    <a:cubicBezTo>
                      <a:pt x="29" y="63"/>
                      <a:pt x="30" y="59"/>
                      <a:pt x="29" y="55"/>
                    </a:cubicBezTo>
                    <a:cubicBezTo>
                      <a:pt x="29" y="51"/>
                      <a:pt x="28" y="48"/>
                      <a:pt x="27" y="43"/>
                    </a:cubicBezTo>
                    <a:cubicBezTo>
                      <a:pt x="26" y="41"/>
                      <a:pt x="26" y="39"/>
                      <a:pt x="26" y="36"/>
                    </a:cubicBezTo>
                    <a:cubicBezTo>
                      <a:pt x="26" y="33"/>
                      <a:pt x="28" y="31"/>
                      <a:pt x="29" y="29"/>
                    </a:cubicBezTo>
                    <a:cubicBezTo>
                      <a:pt x="32" y="25"/>
                      <a:pt x="36" y="21"/>
                      <a:pt x="38" y="17"/>
                    </a:cubicBezTo>
                    <a:cubicBezTo>
                      <a:pt x="40" y="15"/>
                      <a:pt x="41" y="13"/>
                      <a:pt x="41" y="11"/>
                    </a:cubicBezTo>
                    <a:cubicBezTo>
                      <a:pt x="41" y="9"/>
                      <a:pt x="41" y="6"/>
                      <a:pt x="39" y="5"/>
                    </a:cubicBezTo>
                    <a:cubicBezTo>
                      <a:pt x="37" y="1"/>
                      <a:pt x="32" y="1"/>
                      <a:pt x="28" y="3"/>
                    </a:cubicBezTo>
                    <a:cubicBezTo>
                      <a:pt x="24" y="5"/>
                      <a:pt x="22" y="9"/>
                      <a:pt x="19" y="12"/>
                    </a:cubicBezTo>
                    <a:cubicBezTo>
                      <a:pt x="17" y="15"/>
                      <a:pt x="14" y="18"/>
                      <a:pt x="12" y="20"/>
                    </a:cubicBezTo>
                    <a:cubicBezTo>
                      <a:pt x="8" y="26"/>
                      <a:pt x="5" y="30"/>
                      <a:pt x="3" y="33"/>
                    </a:cubicBezTo>
                    <a:cubicBezTo>
                      <a:pt x="1" y="37"/>
                      <a:pt x="0" y="38"/>
                      <a:pt x="0" y="38"/>
                    </a:cubicBezTo>
                    <a:cubicBezTo>
                      <a:pt x="0" y="38"/>
                      <a:pt x="1" y="36"/>
                      <a:pt x="3" y="33"/>
                    </a:cubicBezTo>
                    <a:cubicBezTo>
                      <a:pt x="4" y="30"/>
                      <a:pt x="7" y="25"/>
                      <a:pt x="11" y="19"/>
                    </a:cubicBezTo>
                    <a:cubicBezTo>
                      <a:pt x="13" y="17"/>
                      <a:pt x="15" y="14"/>
                      <a:pt x="18" y="11"/>
                    </a:cubicBezTo>
                    <a:cubicBezTo>
                      <a:pt x="20" y="8"/>
                      <a:pt x="23" y="4"/>
                      <a:pt x="27" y="2"/>
                    </a:cubicBezTo>
                    <a:cubicBezTo>
                      <a:pt x="29" y="0"/>
                      <a:pt x="32" y="0"/>
                      <a:pt x="34" y="0"/>
                    </a:cubicBezTo>
                    <a:cubicBezTo>
                      <a:pt x="37" y="0"/>
                      <a:pt x="39" y="1"/>
                      <a:pt x="41" y="3"/>
                    </a:cubicBezTo>
                    <a:cubicBezTo>
                      <a:pt x="45" y="8"/>
                      <a:pt x="43" y="14"/>
                      <a:pt x="40" y="19"/>
                    </a:cubicBezTo>
                    <a:cubicBezTo>
                      <a:pt x="37" y="23"/>
                      <a:pt x="33" y="26"/>
                      <a:pt x="31" y="30"/>
                    </a:cubicBezTo>
                    <a:cubicBezTo>
                      <a:pt x="29" y="32"/>
                      <a:pt x="29" y="34"/>
                      <a:pt x="28" y="36"/>
                    </a:cubicBezTo>
                    <a:cubicBezTo>
                      <a:pt x="28" y="38"/>
                      <a:pt x="28" y="41"/>
                      <a:pt x="29" y="43"/>
                    </a:cubicBezTo>
                    <a:cubicBezTo>
                      <a:pt x="30" y="47"/>
                      <a:pt x="31" y="51"/>
                      <a:pt x="31" y="55"/>
                    </a:cubicBezTo>
                    <a:cubicBezTo>
                      <a:pt x="32" y="59"/>
                      <a:pt x="31" y="63"/>
                      <a:pt x="30" y="66"/>
                    </a:cubicBezTo>
                    <a:cubicBezTo>
                      <a:pt x="29" y="73"/>
                      <a:pt x="26" y="78"/>
                      <a:pt x="23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20" y="85"/>
                      <a:pt x="19" y="85"/>
                      <a:pt x="19" y="85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275">
                <a:extLst>
                  <a:ext uri="{FF2B5EF4-FFF2-40B4-BE49-F238E27FC236}">
                    <a16:creationId xmlns:a16="http://schemas.microsoft.com/office/drawing/2014/main" id="{D90F9106-5564-4F9D-A7A6-3C3CF7E52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6" y="1843"/>
                <a:ext cx="251" cy="132"/>
              </a:xfrm>
              <a:custGeom>
                <a:avLst/>
                <a:gdLst>
                  <a:gd name="T0" fmla="*/ 59 w 108"/>
                  <a:gd name="T1" fmla="*/ 0 h 57"/>
                  <a:gd name="T2" fmla="*/ 0 w 108"/>
                  <a:gd name="T3" fmla="*/ 4 h 57"/>
                  <a:gd name="T4" fmla="*/ 2 w 108"/>
                  <a:gd name="T5" fmla="*/ 47 h 57"/>
                  <a:gd name="T6" fmla="*/ 108 w 108"/>
                  <a:gd name="T7" fmla="*/ 57 h 57"/>
                  <a:gd name="T8" fmla="*/ 59 w 108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57">
                    <a:moveTo>
                      <a:pt x="59" y="0"/>
                    </a:moveTo>
                    <a:cubicBezTo>
                      <a:pt x="53" y="3"/>
                      <a:pt x="0" y="4"/>
                      <a:pt x="0" y="4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59" y="0"/>
                      <a:pt x="59" y="0"/>
                      <a:pt x="59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276">
                <a:extLst>
                  <a:ext uri="{FF2B5EF4-FFF2-40B4-BE49-F238E27FC236}">
                    <a16:creationId xmlns:a16="http://schemas.microsoft.com/office/drawing/2014/main" id="{4E00F8E7-EA30-49C3-932F-A5F2DEB86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8" y="1764"/>
                <a:ext cx="580" cy="225"/>
              </a:xfrm>
              <a:custGeom>
                <a:avLst/>
                <a:gdLst>
                  <a:gd name="T0" fmla="*/ 3 w 249"/>
                  <a:gd name="T1" fmla="*/ 0 h 97"/>
                  <a:gd name="T2" fmla="*/ 0 w 249"/>
                  <a:gd name="T3" fmla="*/ 9 h 97"/>
                  <a:gd name="T4" fmla="*/ 112 w 249"/>
                  <a:gd name="T5" fmla="*/ 94 h 97"/>
                  <a:gd name="T6" fmla="*/ 120 w 249"/>
                  <a:gd name="T7" fmla="*/ 97 h 97"/>
                  <a:gd name="T8" fmla="*/ 248 w 249"/>
                  <a:gd name="T9" fmla="*/ 97 h 97"/>
                  <a:gd name="T10" fmla="*/ 249 w 249"/>
                  <a:gd name="T11" fmla="*/ 87 h 97"/>
                  <a:gd name="T12" fmla="*/ 129 w 249"/>
                  <a:gd name="T13" fmla="*/ 3 h 97"/>
                  <a:gd name="T14" fmla="*/ 3 w 249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9" h="97">
                    <a:moveTo>
                      <a:pt x="3" y="0"/>
                    </a:moveTo>
                    <a:cubicBezTo>
                      <a:pt x="3" y="0"/>
                      <a:pt x="0" y="5"/>
                      <a:pt x="0" y="9"/>
                    </a:cubicBezTo>
                    <a:cubicBezTo>
                      <a:pt x="0" y="12"/>
                      <a:pt x="93" y="80"/>
                      <a:pt x="112" y="94"/>
                    </a:cubicBezTo>
                    <a:cubicBezTo>
                      <a:pt x="114" y="96"/>
                      <a:pt x="117" y="97"/>
                      <a:pt x="120" y="97"/>
                    </a:cubicBezTo>
                    <a:cubicBezTo>
                      <a:pt x="248" y="97"/>
                      <a:pt x="248" y="97"/>
                      <a:pt x="248" y="97"/>
                    </a:cubicBezTo>
                    <a:cubicBezTo>
                      <a:pt x="249" y="87"/>
                      <a:pt x="249" y="87"/>
                      <a:pt x="249" y="87"/>
                    </a:cubicBezTo>
                    <a:cubicBezTo>
                      <a:pt x="249" y="87"/>
                      <a:pt x="132" y="3"/>
                      <a:pt x="129" y="3"/>
                    </a:cubicBezTo>
                    <a:cubicBezTo>
                      <a:pt x="127" y="4"/>
                      <a:pt x="3" y="0"/>
                      <a:pt x="3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277">
                <a:extLst>
                  <a:ext uri="{FF2B5EF4-FFF2-40B4-BE49-F238E27FC236}">
                    <a16:creationId xmlns:a16="http://schemas.microsoft.com/office/drawing/2014/main" id="{A1A99792-7CF4-49F0-AEDE-4255FA948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6" y="1780"/>
                <a:ext cx="521" cy="181"/>
              </a:xfrm>
              <a:custGeom>
                <a:avLst/>
                <a:gdLst>
                  <a:gd name="T0" fmla="*/ 113 w 224"/>
                  <a:gd name="T1" fmla="*/ 1 h 78"/>
                  <a:gd name="T2" fmla="*/ 0 w 224"/>
                  <a:gd name="T3" fmla="*/ 0 h 78"/>
                  <a:gd name="T4" fmla="*/ 99 w 224"/>
                  <a:gd name="T5" fmla="*/ 74 h 78"/>
                  <a:gd name="T6" fmla="*/ 105 w 224"/>
                  <a:gd name="T7" fmla="*/ 76 h 78"/>
                  <a:gd name="T8" fmla="*/ 224 w 224"/>
                  <a:gd name="T9" fmla="*/ 78 h 78"/>
                  <a:gd name="T10" fmla="*/ 113 w 224"/>
                  <a:gd name="T11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4" h="78">
                    <a:moveTo>
                      <a:pt x="113" y="1"/>
                    </a:moveTo>
                    <a:cubicBezTo>
                      <a:pt x="111" y="1"/>
                      <a:pt x="0" y="0"/>
                      <a:pt x="0" y="0"/>
                    </a:cubicBezTo>
                    <a:cubicBezTo>
                      <a:pt x="0" y="0"/>
                      <a:pt x="85" y="63"/>
                      <a:pt x="99" y="74"/>
                    </a:cubicBezTo>
                    <a:cubicBezTo>
                      <a:pt x="101" y="75"/>
                      <a:pt x="103" y="76"/>
                      <a:pt x="105" y="76"/>
                    </a:cubicBezTo>
                    <a:cubicBezTo>
                      <a:pt x="224" y="78"/>
                      <a:pt x="224" y="78"/>
                      <a:pt x="224" y="78"/>
                    </a:cubicBezTo>
                    <a:cubicBezTo>
                      <a:pt x="113" y="1"/>
                      <a:pt x="113" y="1"/>
                      <a:pt x="113" y="1"/>
                    </a:cubicBezTo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278">
                <a:extLst>
                  <a:ext uri="{FF2B5EF4-FFF2-40B4-BE49-F238E27FC236}">
                    <a16:creationId xmlns:a16="http://schemas.microsoft.com/office/drawing/2014/main" id="{860E2DB1-E7EE-4007-9AB5-5D65D2D70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1" y="1801"/>
                <a:ext cx="237" cy="137"/>
              </a:xfrm>
              <a:custGeom>
                <a:avLst/>
                <a:gdLst>
                  <a:gd name="T0" fmla="*/ 101 w 102"/>
                  <a:gd name="T1" fmla="*/ 28 h 59"/>
                  <a:gd name="T2" fmla="*/ 92 w 102"/>
                  <a:gd name="T3" fmla="*/ 28 h 59"/>
                  <a:gd name="T4" fmla="*/ 56 w 102"/>
                  <a:gd name="T5" fmla="*/ 3 h 59"/>
                  <a:gd name="T6" fmla="*/ 30 w 102"/>
                  <a:gd name="T7" fmla="*/ 0 h 59"/>
                  <a:gd name="T8" fmla="*/ 2 w 102"/>
                  <a:gd name="T9" fmla="*/ 10 h 59"/>
                  <a:gd name="T10" fmla="*/ 11 w 102"/>
                  <a:gd name="T11" fmla="*/ 18 h 59"/>
                  <a:gd name="T12" fmla="*/ 35 w 102"/>
                  <a:gd name="T13" fmla="*/ 13 h 59"/>
                  <a:gd name="T14" fmla="*/ 71 w 102"/>
                  <a:gd name="T15" fmla="*/ 44 h 59"/>
                  <a:gd name="T16" fmla="*/ 102 w 102"/>
                  <a:gd name="T17" fmla="*/ 59 h 59"/>
                  <a:gd name="T18" fmla="*/ 101 w 102"/>
                  <a:gd name="T19" fmla="*/ 2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2" h="59">
                    <a:moveTo>
                      <a:pt x="101" y="28"/>
                    </a:moveTo>
                    <a:cubicBezTo>
                      <a:pt x="92" y="28"/>
                      <a:pt x="92" y="28"/>
                      <a:pt x="92" y="28"/>
                    </a:cubicBezTo>
                    <a:cubicBezTo>
                      <a:pt x="92" y="28"/>
                      <a:pt x="59" y="4"/>
                      <a:pt x="56" y="3"/>
                    </a:cubicBezTo>
                    <a:cubicBezTo>
                      <a:pt x="55" y="3"/>
                      <a:pt x="30" y="0"/>
                      <a:pt x="30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0" y="17"/>
                      <a:pt x="11" y="18"/>
                    </a:cubicBezTo>
                    <a:cubicBezTo>
                      <a:pt x="22" y="19"/>
                      <a:pt x="35" y="13"/>
                      <a:pt x="35" y="13"/>
                    </a:cubicBezTo>
                    <a:cubicBezTo>
                      <a:pt x="35" y="13"/>
                      <a:pt x="60" y="38"/>
                      <a:pt x="71" y="44"/>
                    </a:cubicBezTo>
                    <a:cubicBezTo>
                      <a:pt x="82" y="50"/>
                      <a:pt x="102" y="59"/>
                      <a:pt x="102" y="59"/>
                    </a:cubicBezTo>
                    <a:cubicBezTo>
                      <a:pt x="101" y="28"/>
                      <a:pt x="101" y="28"/>
                      <a:pt x="101" y="28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Rectangle 279">
                <a:extLst>
                  <a:ext uri="{FF2B5EF4-FFF2-40B4-BE49-F238E27FC236}">
                    <a16:creationId xmlns:a16="http://schemas.microsoft.com/office/drawing/2014/main" id="{B43C0B52-59C0-4AD5-9FC0-F7A4A1807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6" y="1847"/>
                <a:ext cx="128" cy="114"/>
              </a:xfrm>
              <a:prstGeom prst="rect">
                <a:avLst/>
              </a:pr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280">
                <a:extLst>
                  <a:ext uri="{FF2B5EF4-FFF2-40B4-BE49-F238E27FC236}">
                    <a16:creationId xmlns:a16="http://schemas.microsoft.com/office/drawing/2014/main" id="{F52C2A8C-548F-4231-BBAC-CD329E31F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0" y="1938"/>
                <a:ext cx="21" cy="16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5 h 7"/>
                  <a:gd name="T4" fmla="*/ 0 w 9"/>
                  <a:gd name="T5" fmla="*/ 6 h 7"/>
                  <a:gd name="T6" fmla="*/ 9 w 9"/>
                  <a:gd name="T7" fmla="*/ 7 h 7"/>
                  <a:gd name="T8" fmla="*/ 0 w 9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6" y="5"/>
                      <a:pt x="3" y="3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Rectangle 281">
                <a:extLst>
                  <a:ext uri="{FF2B5EF4-FFF2-40B4-BE49-F238E27FC236}">
                    <a16:creationId xmlns:a16="http://schemas.microsoft.com/office/drawing/2014/main" id="{6EF429C2-6355-48EB-AC88-C1738395E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0" y="1950"/>
                <a:ext cx="1" cy="2"/>
              </a:xfrm>
              <a:prstGeom prst="rect">
                <a:avLst/>
              </a:pr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282">
                <a:extLst>
                  <a:ext uri="{FF2B5EF4-FFF2-40B4-BE49-F238E27FC236}">
                    <a16:creationId xmlns:a16="http://schemas.microsoft.com/office/drawing/2014/main" id="{A9FE5D8A-B942-4F38-A945-62513FB86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0" y="1950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283">
                <a:extLst>
                  <a:ext uri="{FF2B5EF4-FFF2-40B4-BE49-F238E27FC236}">
                    <a16:creationId xmlns:a16="http://schemas.microsoft.com/office/drawing/2014/main" id="{8EDD0A6A-8BFA-41C3-8CDB-F12EF22FF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6" y="3136"/>
                <a:ext cx="370" cy="440"/>
              </a:xfrm>
              <a:custGeom>
                <a:avLst/>
                <a:gdLst>
                  <a:gd name="T0" fmla="*/ 108 w 159"/>
                  <a:gd name="T1" fmla="*/ 0 h 189"/>
                  <a:gd name="T2" fmla="*/ 159 w 159"/>
                  <a:gd name="T3" fmla="*/ 124 h 189"/>
                  <a:gd name="T4" fmla="*/ 5 w 159"/>
                  <a:gd name="T5" fmla="*/ 189 h 189"/>
                  <a:gd name="T6" fmla="*/ 67 w 159"/>
                  <a:gd name="T7" fmla="*/ 111 h 189"/>
                  <a:gd name="T8" fmla="*/ 31 w 159"/>
                  <a:gd name="T9" fmla="*/ 33 h 189"/>
                  <a:gd name="T10" fmla="*/ 108 w 159"/>
                  <a:gd name="T11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" h="189">
                    <a:moveTo>
                      <a:pt x="108" y="0"/>
                    </a:moveTo>
                    <a:cubicBezTo>
                      <a:pt x="159" y="124"/>
                      <a:pt x="159" y="124"/>
                      <a:pt x="159" y="124"/>
                    </a:cubicBezTo>
                    <a:cubicBezTo>
                      <a:pt x="5" y="189"/>
                      <a:pt x="5" y="189"/>
                      <a:pt x="5" y="189"/>
                    </a:cubicBezTo>
                    <a:cubicBezTo>
                      <a:pt x="0" y="174"/>
                      <a:pt x="67" y="111"/>
                      <a:pt x="67" y="111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108" y="0"/>
                      <a:pt x="108" y="0"/>
                      <a:pt x="108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284">
                <a:extLst>
                  <a:ext uri="{FF2B5EF4-FFF2-40B4-BE49-F238E27FC236}">
                    <a16:creationId xmlns:a16="http://schemas.microsoft.com/office/drawing/2014/main" id="{17189F89-D5D1-4C39-A189-306F0F65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" y="3332"/>
                <a:ext cx="32" cy="30"/>
              </a:xfrm>
              <a:custGeom>
                <a:avLst/>
                <a:gdLst>
                  <a:gd name="T0" fmla="*/ 6 w 14"/>
                  <a:gd name="T1" fmla="*/ 0 h 13"/>
                  <a:gd name="T2" fmla="*/ 0 w 14"/>
                  <a:gd name="T3" fmla="*/ 7 h 13"/>
                  <a:gd name="T4" fmla="*/ 7 w 14"/>
                  <a:gd name="T5" fmla="*/ 13 h 13"/>
                  <a:gd name="T6" fmla="*/ 8 w 14"/>
                  <a:gd name="T7" fmla="*/ 13 h 13"/>
                  <a:gd name="T8" fmla="*/ 13 w 14"/>
                  <a:gd name="T9" fmla="*/ 5 h 13"/>
                  <a:gd name="T10" fmla="*/ 7 w 14"/>
                  <a:gd name="T11" fmla="*/ 0 h 13"/>
                  <a:gd name="T12" fmla="*/ 7 w 14"/>
                  <a:gd name="T13" fmla="*/ 0 h 13"/>
                  <a:gd name="T14" fmla="*/ 6 w 14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3">
                    <a:moveTo>
                      <a:pt x="6" y="0"/>
                    </a:moveTo>
                    <a:cubicBezTo>
                      <a:pt x="3" y="0"/>
                      <a:pt x="0" y="4"/>
                      <a:pt x="0" y="7"/>
                    </a:cubicBezTo>
                    <a:cubicBezTo>
                      <a:pt x="1" y="10"/>
                      <a:pt x="4" y="13"/>
                      <a:pt x="7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12" y="12"/>
                      <a:pt x="14" y="9"/>
                      <a:pt x="13" y="5"/>
                    </a:cubicBezTo>
                    <a:cubicBezTo>
                      <a:pt x="13" y="2"/>
                      <a:pt x="10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solidFill>
                <a:srgbClr val="FF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285">
                <a:extLst>
                  <a:ext uri="{FF2B5EF4-FFF2-40B4-BE49-F238E27FC236}">
                    <a16:creationId xmlns:a16="http://schemas.microsoft.com/office/drawing/2014/main" id="{9AB5969D-C7F7-44BF-94FA-FE8EBB345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1" y="3397"/>
                <a:ext cx="365" cy="179"/>
              </a:xfrm>
              <a:custGeom>
                <a:avLst/>
                <a:gdLst>
                  <a:gd name="T0" fmla="*/ 157 w 157"/>
                  <a:gd name="T1" fmla="*/ 12 h 77"/>
                  <a:gd name="T2" fmla="*/ 152 w 157"/>
                  <a:gd name="T3" fmla="*/ 0 h 77"/>
                  <a:gd name="T4" fmla="*/ 6 w 157"/>
                  <a:gd name="T5" fmla="*/ 66 h 77"/>
                  <a:gd name="T6" fmla="*/ 3 w 157"/>
                  <a:gd name="T7" fmla="*/ 77 h 77"/>
                  <a:gd name="T8" fmla="*/ 157 w 157"/>
                  <a:gd name="T9" fmla="*/ 12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7" h="77">
                    <a:moveTo>
                      <a:pt x="157" y="12"/>
                    </a:moveTo>
                    <a:cubicBezTo>
                      <a:pt x="152" y="0"/>
                      <a:pt x="152" y="0"/>
                      <a:pt x="152" y="0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0" y="72"/>
                      <a:pt x="3" y="77"/>
                    </a:cubicBezTo>
                    <a:lnTo>
                      <a:pt x="157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286">
                <a:extLst>
                  <a:ext uri="{FF2B5EF4-FFF2-40B4-BE49-F238E27FC236}">
                    <a16:creationId xmlns:a16="http://schemas.microsoft.com/office/drawing/2014/main" id="{00CD1BA1-4685-4A54-833F-3399BC5DE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5" y="3387"/>
                <a:ext cx="44" cy="17"/>
              </a:xfrm>
              <a:custGeom>
                <a:avLst/>
                <a:gdLst>
                  <a:gd name="T0" fmla="*/ 0 w 19"/>
                  <a:gd name="T1" fmla="*/ 3 h 7"/>
                  <a:gd name="T2" fmla="*/ 9 w 19"/>
                  <a:gd name="T3" fmla="*/ 3 h 7"/>
                  <a:gd name="T4" fmla="*/ 18 w 19"/>
                  <a:gd name="T5" fmla="*/ 6 h 7"/>
                  <a:gd name="T6" fmla="*/ 10 w 19"/>
                  <a:gd name="T7" fmla="*/ 1 h 7"/>
                  <a:gd name="T8" fmla="*/ 0 w 19"/>
                  <a:gd name="T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">
                    <a:moveTo>
                      <a:pt x="0" y="3"/>
                    </a:moveTo>
                    <a:cubicBezTo>
                      <a:pt x="1" y="4"/>
                      <a:pt x="5" y="3"/>
                      <a:pt x="9" y="3"/>
                    </a:cubicBezTo>
                    <a:cubicBezTo>
                      <a:pt x="14" y="4"/>
                      <a:pt x="17" y="7"/>
                      <a:pt x="18" y="6"/>
                    </a:cubicBezTo>
                    <a:cubicBezTo>
                      <a:pt x="19" y="6"/>
                      <a:pt x="16" y="2"/>
                      <a:pt x="10" y="1"/>
                    </a:cubicBezTo>
                    <a:cubicBezTo>
                      <a:pt x="4" y="0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287">
                <a:extLst>
                  <a:ext uri="{FF2B5EF4-FFF2-40B4-BE49-F238E27FC236}">
                    <a16:creationId xmlns:a16="http://schemas.microsoft.com/office/drawing/2014/main" id="{80391FA0-E991-4F3F-9BBF-0532149E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" y="3420"/>
                <a:ext cx="35" cy="23"/>
              </a:xfrm>
              <a:custGeom>
                <a:avLst/>
                <a:gdLst>
                  <a:gd name="T0" fmla="*/ 0 w 15"/>
                  <a:gd name="T1" fmla="*/ 2 h 10"/>
                  <a:gd name="T2" fmla="*/ 8 w 15"/>
                  <a:gd name="T3" fmla="*/ 5 h 10"/>
                  <a:gd name="T4" fmla="*/ 15 w 15"/>
                  <a:gd name="T5" fmla="*/ 10 h 10"/>
                  <a:gd name="T6" fmla="*/ 9 w 15"/>
                  <a:gd name="T7" fmla="*/ 3 h 10"/>
                  <a:gd name="T8" fmla="*/ 0 w 15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0">
                    <a:moveTo>
                      <a:pt x="0" y="2"/>
                    </a:moveTo>
                    <a:cubicBezTo>
                      <a:pt x="0" y="3"/>
                      <a:pt x="4" y="3"/>
                      <a:pt x="8" y="5"/>
                    </a:cubicBezTo>
                    <a:cubicBezTo>
                      <a:pt x="12" y="7"/>
                      <a:pt x="14" y="10"/>
                      <a:pt x="15" y="10"/>
                    </a:cubicBezTo>
                    <a:cubicBezTo>
                      <a:pt x="15" y="10"/>
                      <a:pt x="14" y="5"/>
                      <a:pt x="9" y="3"/>
                    </a:cubicBezTo>
                    <a:cubicBezTo>
                      <a:pt x="4" y="0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288">
                <a:extLst>
                  <a:ext uri="{FF2B5EF4-FFF2-40B4-BE49-F238E27FC236}">
                    <a16:creationId xmlns:a16="http://schemas.microsoft.com/office/drawing/2014/main" id="{541C8D43-F6A8-41DD-8B0F-0F55DA596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7" y="3455"/>
                <a:ext cx="28" cy="26"/>
              </a:xfrm>
              <a:custGeom>
                <a:avLst/>
                <a:gdLst>
                  <a:gd name="T0" fmla="*/ 11 w 12"/>
                  <a:gd name="T1" fmla="*/ 11 h 11"/>
                  <a:gd name="T2" fmla="*/ 8 w 12"/>
                  <a:gd name="T3" fmla="*/ 3 h 11"/>
                  <a:gd name="T4" fmla="*/ 0 w 12"/>
                  <a:gd name="T5" fmla="*/ 0 h 11"/>
                  <a:gd name="T6" fmla="*/ 6 w 12"/>
                  <a:gd name="T7" fmla="*/ 5 h 11"/>
                  <a:gd name="T8" fmla="*/ 11 w 1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11" y="11"/>
                    </a:moveTo>
                    <a:cubicBezTo>
                      <a:pt x="12" y="10"/>
                      <a:pt x="11" y="6"/>
                      <a:pt x="8" y="3"/>
                    </a:cubicBezTo>
                    <a:cubicBezTo>
                      <a:pt x="4" y="0"/>
                      <a:pt x="0" y="0"/>
                      <a:pt x="0" y="0"/>
                    </a:cubicBezTo>
                    <a:cubicBezTo>
                      <a:pt x="0" y="1"/>
                      <a:pt x="3" y="2"/>
                      <a:pt x="6" y="5"/>
                    </a:cubicBezTo>
                    <a:cubicBezTo>
                      <a:pt x="9" y="8"/>
                      <a:pt x="10" y="11"/>
                      <a:pt x="11" y="1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289">
                <a:extLst>
                  <a:ext uri="{FF2B5EF4-FFF2-40B4-BE49-F238E27FC236}">
                    <a16:creationId xmlns:a16="http://schemas.microsoft.com/office/drawing/2014/main" id="{FC6EC89A-D32F-476D-857D-6B4357C54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1" y="3332"/>
                <a:ext cx="39" cy="21"/>
              </a:xfrm>
              <a:custGeom>
                <a:avLst/>
                <a:gdLst>
                  <a:gd name="T0" fmla="*/ 0 w 17"/>
                  <a:gd name="T1" fmla="*/ 8 h 9"/>
                  <a:gd name="T2" fmla="*/ 8 w 17"/>
                  <a:gd name="T3" fmla="*/ 5 h 9"/>
                  <a:gd name="T4" fmla="*/ 17 w 17"/>
                  <a:gd name="T5" fmla="*/ 3 h 9"/>
                  <a:gd name="T6" fmla="*/ 7 w 17"/>
                  <a:gd name="T7" fmla="*/ 2 h 9"/>
                  <a:gd name="T8" fmla="*/ 0 w 17"/>
                  <a:gd name="T9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0" y="8"/>
                    </a:moveTo>
                    <a:cubicBezTo>
                      <a:pt x="1" y="9"/>
                      <a:pt x="4" y="6"/>
                      <a:pt x="8" y="5"/>
                    </a:cubicBezTo>
                    <a:cubicBezTo>
                      <a:pt x="13" y="3"/>
                      <a:pt x="16" y="3"/>
                      <a:pt x="17" y="3"/>
                    </a:cubicBezTo>
                    <a:cubicBezTo>
                      <a:pt x="17" y="2"/>
                      <a:pt x="12" y="0"/>
                      <a:pt x="7" y="2"/>
                    </a:cubicBezTo>
                    <a:cubicBezTo>
                      <a:pt x="2" y="4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290">
                <a:extLst>
                  <a:ext uri="{FF2B5EF4-FFF2-40B4-BE49-F238E27FC236}">
                    <a16:creationId xmlns:a16="http://schemas.microsoft.com/office/drawing/2014/main" id="{94511C93-8311-4864-9C80-61439DFCB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2" y="3255"/>
                <a:ext cx="46" cy="51"/>
              </a:xfrm>
              <a:custGeom>
                <a:avLst/>
                <a:gdLst>
                  <a:gd name="T0" fmla="*/ 0 w 20"/>
                  <a:gd name="T1" fmla="*/ 21 h 22"/>
                  <a:gd name="T2" fmla="*/ 8 w 20"/>
                  <a:gd name="T3" fmla="*/ 18 h 22"/>
                  <a:gd name="T4" fmla="*/ 15 w 20"/>
                  <a:gd name="T5" fmla="*/ 12 h 22"/>
                  <a:gd name="T6" fmla="*/ 18 w 20"/>
                  <a:gd name="T7" fmla="*/ 8 h 22"/>
                  <a:gd name="T8" fmla="*/ 20 w 20"/>
                  <a:gd name="T9" fmla="*/ 5 h 22"/>
                  <a:gd name="T10" fmla="*/ 19 w 20"/>
                  <a:gd name="T11" fmla="*/ 1 h 22"/>
                  <a:gd name="T12" fmla="*/ 15 w 20"/>
                  <a:gd name="T13" fmla="*/ 1 h 22"/>
                  <a:gd name="T14" fmla="*/ 12 w 20"/>
                  <a:gd name="T15" fmla="*/ 3 h 22"/>
                  <a:gd name="T16" fmla="*/ 8 w 20"/>
                  <a:gd name="T17" fmla="*/ 6 h 22"/>
                  <a:gd name="T18" fmla="*/ 3 w 20"/>
                  <a:gd name="T19" fmla="*/ 14 h 22"/>
                  <a:gd name="T20" fmla="*/ 1 w 20"/>
                  <a:gd name="T21" fmla="*/ 22 h 22"/>
                  <a:gd name="T22" fmla="*/ 4 w 20"/>
                  <a:gd name="T23" fmla="*/ 15 h 22"/>
                  <a:gd name="T24" fmla="*/ 10 w 20"/>
                  <a:gd name="T25" fmla="*/ 8 h 22"/>
                  <a:gd name="T26" fmla="*/ 14 w 20"/>
                  <a:gd name="T27" fmla="*/ 5 h 22"/>
                  <a:gd name="T28" fmla="*/ 17 w 20"/>
                  <a:gd name="T29" fmla="*/ 4 h 22"/>
                  <a:gd name="T30" fmla="*/ 17 w 20"/>
                  <a:gd name="T31" fmla="*/ 5 h 22"/>
                  <a:gd name="T32" fmla="*/ 16 w 20"/>
                  <a:gd name="T33" fmla="*/ 7 h 22"/>
                  <a:gd name="T34" fmla="*/ 13 w 20"/>
                  <a:gd name="T35" fmla="*/ 11 h 22"/>
                  <a:gd name="T36" fmla="*/ 7 w 20"/>
                  <a:gd name="T37" fmla="*/ 17 h 22"/>
                  <a:gd name="T38" fmla="*/ 0 w 20"/>
                  <a:gd name="T39" fmla="*/ 2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0" h="22">
                    <a:moveTo>
                      <a:pt x="0" y="21"/>
                    </a:moveTo>
                    <a:cubicBezTo>
                      <a:pt x="0" y="22"/>
                      <a:pt x="4" y="21"/>
                      <a:pt x="8" y="18"/>
                    </a:cubicBezTo>
                    <a:cubicBezTo>
                      <a:pt x="10" y="17"/>
                      <a:pt x="13" y="15"/>
                      <a:pt x="15" y="12"/>
                    </a:cubicBezTo>
                    <a:cubicBezTo>
                      <a:pt x="16" y="11"/>
                      <a:pt x="17" y="10"/>
                      <a:pt x="18" y="8"/>
                    </a:cubicBezTo>
                    <a:cubicBezTo>
                      <a:pt x="19" y="7"/>
                      <a:pt x="20" y="7"/>
                      <a:pt x="20" y="5"/>
                    </a:cubicBezTo>
                    <a:cubicBezTo>
                      <a:pt x="20" y="4"/>
                      <a:pt x="20" y="2"/>
                      <a:pt x="19" y="1"/>
                    </a:cubicBezTo>
                    <a:cubicBezTo>
                      <a:pt x="17" y="0"/>
                      <a:pt x="16" y="0"/>
                      <a:pt x="15" y="1"/>
                    </a:cubicBezTo>
                    <a:cubicBezTo>
                      <a:pt x="13" y="1"/>
                      <a:pt x="13" y="2"/>
                      <a:pt x="12" y="3"/>
                    </a:cubicBezTo>
                    <a:cubicBezTo>
                      <a:pt x="10" y="4"/>
                      <a:pt x="9" y="5"/>
                      <a:pt x="8" y="6"/>
                    </a:cubicBezTo>
                    <a:cubicBezTo>
                      <a:pt x="5" y="9"/>
                      <a:pt x="4" y="11"/>
                      <a:pt x="3" y="14"/>
                    </a:cubicBezTo>
                    <a:cubicBezTo>
                      <a:pt x="0" y="19"/>
                      <a:pt x="0" y="22"/>
                      <a:pt x="1" y="22"/>
                    </a:cubicBezTo>
                    <a:cubicBezTo>
                      <a:pt x="1" y="22"/>
                      <a:pt x="2" y="19"/>
                      <a:pt x="4" y="15"/>
                    </a:cubicBezTo>
                    <a:cubicBezTo>
                      <a:pt x="6" y="13"/>
                      <a:pt x="7" y="10"/>
                      <a:pt x="10" y="8"/>
                    </a:cubicBezTo>
                    <a:cubicBezTo>
                      <a:pt x="11" y="7"/>
                      <a:pt x="12" y="6"/>
                      <a:pt x="14" y="5"/>
                    </a:cubicBezTo>
                    <a:cubicBezTo>
                      <a:pt x="15" y="4"/>
                      <a:pt x="16" y="3"/>
                      <a:pt x="17" y="4"/>
                    </a:cubicBezTo>
                    <a:cubicBezTo>
                      <a:pt x="17" y="4"/>
                      <a:pt x="17" y="4"/>
                      <a:pt x="17" y="5"/>
                    </a:cubicBezTo>
                    <a:cubicBezTo>
                      <a:pt x="17" y="5"/>
                      <a:pt x="17" y="6"/>
                      <a:pt x="16" y="7"/>
                    </a:cubicBezTo>
                    <a:cubicBezTo>
                      <a:pt x="15" y="8"/>
                      <a:pt x="14" y="9"/>
                      <a:pt x="13" y="11"/>
                    </a:cubicBezTo>
                    <a:cubicBezTo>
                      <a:pt x="11" y="13"/>
                      <a:pt x="9" y="15"/>
                      <a:pt x="7" y="17"/>
                    </a:cubicBezTo>
                    <a:cubicBezTo>
                      <a:pt x="3" y="20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291">
                <a:extLst>
                  <a:ext uri="{FF2B5EF4-FFF2-40B4-BE49-F238E27FC236}">
                    <a16:creationId xmlns:a16="http://schemas.microsoft.com/office/drawing/2014/main" id="{104A7035-A1D0-47E6-8A9F-B812BEBCB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2" y="3253"/>
                <a:ext cx="44" cy="53"/>
              </a:xfrm>
              <a:custGeom>
                <a:avLst/>
                <a:gdLst>
                  <a:gd name="T0" fmla="*/ 19 w 19"/>
                  <a:gd name="T1" fmla="*/ 23 h 23"/>
                  <a:gd name="T2" fmla="*/ 18 w 19"/>
                  <a:gd name="T3" fmla="*/ 15 h 23"/>
                  <a:gd name="T4" fmla="*/ 13 w 19"/>
                  <a:gd name="T5" fmla="*/ 7 h 23"/>
                  <a:gd name="T6" fmla="*/ 9 w 19"/>
                  <a:gd name="T7" fmla="*/ 3 h 23"/>
                  <a:gd name="T8" fmla="*/ 3 w 19"/>
                  <a:gd name="T9" fmla="*/ 1 h 23"/>
                  <a:gd name="T10" fmla="*/ 0 w 19"/>
                  <a:gd name="T11" fmla="*/ 5 h 23"/>
                  <a:gd name="T12" fmla="*/ 1 w 19"/>
                  <a:gd name="T13" fmla="*/ 8 h 23"/>
                  <a:gd name="T14" fmla="*/ 3 w 19"/>
                  <a:gd name="T15" fmla="*/ 13 h 23"/>
                  <a:gd name="T16" fmla="*/ 9 w 19"/>
                  <a:gd name="T17" fmla="*/ 20 h 23"/>
                  <a:gd name="T18" fmla="*/ 18 w 19"/>
                  <a:gd name="T19" fmla="*/ 22 h 23"/>
                  <a:gd name="T20" fmla="*/ 11 w 19"/>
                  <a:gd name="T21" fmla="*/ 18 h 23"/>
                  <a:gd name="T22" fmla="*/ 5 w 19"/>
                  <a:gd name="T23" fmla="*/ 12 h 23"/>
                  <a:gd name="T24" fmla="*/ 3 w 19"/>
                  <a:gd name="T25" fmla="*/ 7 h 23"/>
                  <a:gd name="T26" fmla="*/ 4 w 19"/>
                  <a:gd name="T27" fmla="*/ 4 h 23"/>
                  <a:gd name="T28" fmla="*/ 7 w 19"/>
                  <a:gd name="T29" fmla="*/ 5 h 23"/>
                  <a:gd name="T30" fmla="*/ 11 w 19"/>
                  <a:gd name="T31" fmla="*/ 9 h 23"/>
                  <a:gd name="T32" fmla="*/ 16 w 19"/>
                  <a:gd name="T33" fmla="*/ 16 h 23"/>
                  <a:gd name="T34" fmla="*/ 19 w 19"/>
                  <a:gd name="T3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" h="23">
                    <a:moveTo>
                      <a:pt x="19" y="23"/>
                    </a:moveTo>
                    <a:cubicBezTo>
                      <a:pt x="19" y="23"/>
                      <a:pt x="19" y="20"/>
                      <a:pt x="18" y="15"/>
                    </a:cubicBezTo>
                    <a:cubicBezTo>
                      <a:pt x="17" y="12"/>
                      <a:pt x="15" y="10"/>
                      <a:pt x="13" y="7"/>
                    </a:cubicBezTo>
                    <a:cubicBezTo>
                      <a:pt x="12" y="6"/>
                      <a:pt x="11" y="4"/>
                      <a:pt x="9" y="3"/>
                    </a:cubicBezTo>
                    <a:cubicBezTo>
                      <a:pt x="8" y="2"/>
                      <a:pt x="6" y="0"/>
                      <a:pt x="3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6"/>
                      <a:pt x="0" y="7"/>
                      <a:pt x="1" y="8"/>
                    </a:cubicBezTo>
                    <a:cubicBezTo>
                      <a:pt x="1" y="10"/>
                      <a:pt x="2" y="11"/>
                      <a:pt x="3" y="13"/>
                    </a:cubicBezTo>
                    <a:cubicBezTo>
                      <a:pt x="5" y="16"/>
                      <a:pt x="7" y="18"/>
                      <a:pt x="9" y="20"/>
                    </a:cubicBezTo>
                    <a:cubicBezTo>
                      <a:pt x="14" y="22"/>
                      <a:pt x="18" y="22"/>
                      <a:pt x="18" y="22"/>
                    </a:cubicBezTo>
                    <a:cubicBezTo>
                      <a:pt x="18" y="21"/>
                      <a:pt x="14" y="21"/>
                      <a:pt x="11" y="18"/>
                    </a:cubicBezTo>
                    <a:cubicBezTo>
                      <a:pt x="9" y="17"/>
                      <a:pt x="7" y="14"/>
                      <a:pt x="5" y="12"/>
                    </a:cubicBezTo>
                    <a:cubicBezTo>
                      <a:pt x="4" y="10"/>
                      <a:pt x="4" y="9"/>
                      <a:pt x="3" y="7"/>
                    </a:cubicBezTo>
                    <a:cubicBezTo>
                      <a:pt x="3" y="5"/>
                      <a:pt x="3" y="4"/>
                      <a:pt x="4" y="4"/>
                    </a:cubicBezTo>
                    <a:cubicBezTo>
                      <a:pt x="4" y="3"/>
                      <a:pt x="6" y="4"/>
                      <a:pt x="7" y="5"/>
                    </a:cubicBezTo>
                    <a:cubicBezTo>
                      <a:pt x="9" y="6"/>
                      <a:pt x="10" y="7"/>
                      <a:pt x="11" y="9"/>
                    </a:cubicBezTo>
                    <a:cubicBezTo>
                      <a:pt x="13" y="11"/>
                      <a:pt x="15" y="13"/>
                      <a:pt x="16" y="16"/>
                    </a:cubicBezTo>
                    <a:cubicBezTo>
                      <a:pt x="18" y="20"/>
                      <a:pt x="18" y="23"/>
                      <a:pt x="19" y="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292">
                <a:extLst>
                  <a:ext uri="{FF2B5EF4-FFF2-40B4-BE49-F238E27FC236}">
                    <a16:creationId xmlns:a16="http://schemas.microsoft.com/office/drawing/2014/main" id="{114370E3-456F-4CE2-9D2B-7A7C3F531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" y="3255"/>
                <a:ext cx="374" cy="426"/>
              </a:xfrm>
              <a:custGeom>
                <a:avLst/>
                <a:gdLst>
                  <a:gd name="T0" fmla="*/ 116 w 161"/>
                  <a:gd name="T1" fmla="*/ 0 h 183"/>
                  <a:gd name="T2" fmla="*/ 161 w 161"/>
                  <a:gd name="T3" fmla="*/ 126 h 183"/>
                  <a:gd name="T4" fmla="*/ 4 w 161"/>
                  <a:gd name="T5" fmla="*/ 183 h 183"/>
                  <a:gd name="T6" fmla="*/ 70 w 161"/>
                  <a:gd name="T7" fmla="*/ 108 h 183"/>
                  <a:gd name="T8" fmla="*/ 38 w 161"/>
                  <a:gd name="T9" fmla="*/ 28 h 183"/>
                  <a:gd name="T10" fmla="*/ 116 w 161"/>
                  <a:gd name="T11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1" h="183">
                    <a:moveTo>
                      <a:pt x="116" y="0"/>
                    </a:moveTo>
                    <a:cubicBezTo>
                      <a:pt x="161" y="126"/>
                      <a:pt x="161" y="126"/>
                      <a:pt x="161" y="126"/>
                    </a:cubicBezTo>
                    <a:cubicBezTo>
                      <a:pt x="4" y="183"/>
                      <a:pt x="4" y="183"/>
                      <a:pt x="4" y="183"/>
                    </a:cubicBezTo>
                    <a:cubicBezTo>
                      <a:pt x="0" y="168"/>
                      <a:pt x="70" y="108"/>
                      <a:pt x="70" y="10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293">
                <a:extLst>
                  <a:ext uri="{FF2B5EF4-FFF2-40B4-BE49-F238E27FC236}">
                    <a16:creationId xmlns:a16="http://schemas.microsoft.com/office/drawing/2014/main" id="{F2ECBC60-DC15-4CB5-B25E-02D6A45AA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5" y="3450"/>
                <a:ext cx="33" cy="28"/>
              </a:xfrm>
              <a:custGeom>
                <a:avLst/>
                <a:gdLst>
                  <a:gd name="T0" fmla="*/ 6 w 14"/>
                  <a:gd name="T1" fmla="*/ 0 h 12"/>
                  <a:gd name="T2" fmla="*/ 0 w 14"/>
                  <a:gd name="T3" fmla="*/ 6 h 12"/>
                  <a:gd name="T4" fmla="*/ 7 w 14"/>
                  <a:gd name="T5" fmla="*/ 12 h 12"/>
                  <a:gd name="T6" fmla="*/ 8 w 14"/>
                  <a:gd name="T7" fmla="*/ 12 h 12"/>
                  <a:gd name="T8" fmla="*/ 13 w 14"/>
                  <a:gd name="T9" fmla="*/ 5 h 12"/>
                  <a:gd name="T10" fmla="*/ 7 w 14"/>
                  <a:gd name="T11" fmla="*/ 0 h 12"/>
                  <a:gd name="T12" fmla="*/ 6 w 1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2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4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11" y="12"/>
                      <a:pt x="14" y="9"/>
                      <a:pt x="13" y="5"/>
                    </a:cubicBezTo>
                    <a:cubicBezTo>
                      <a:pt x="13" y="2"/>
                      <a:pt x="10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solidFill>
                <a:srgbClr val="FF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294">
                <a:extLst>
                  <a:ext uri="{FF2B5EF4-FFF2-40B4-BE49-F238E27FC236}">
                    <a16:creationId xmlns:a16="http://schemas.microsoft.com/office/drawing/2014/main" id="{B344067A-2865-49D3-8306-4952C1A3F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4" y="3518"/>
                <a:ext cx="370" cy="163"/>
              </a:xfrm>
              <a:custGeom>
                <a:avLst/>
                <a:gdLst>
                  <a:gd name="T0" fmla="*/ 159 w 159"/>
                  <a:gd name="T1" fmla="*/ 13 h 70"/>
                  <a:gd name="T2" fmla="*/ 155 w 159"/>
                  <a:gd name="T3" fmla="*/ 0 h 70"/>
                  <a:gd name="T4" fmla="*/ 6 w 159"/>
                  <a:gd name="T5" fmla="*/ 60 h 70"/>
                  <a:gd name="T6" fmla="*/ 2 w 159"/>
                  <a:gd name="T7" fmla="*/ 70 h 70"/>
                  <a:gd name="T8" fmla="*/ 159 w 159"/>
                  <a:gd name="T9" fmla="*/ 1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70">
                    <a:moveTo>
                      <a:pt x="159" y="13"/>
                    </a:moveTo>
                    <a:cubicBezTo>
                      <a:pt x="155" y="0"/>
                      <a:pt x="155" y="0"/>
                      <a:pt x="155" y="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6" y="60"/>
                      <a:pt x="0" y="65"/>
                      <a:pt x="2" y="70"/>
                    </a:cubicBezTo>
                    <a:lnTo>
                      <a:pt x="159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95">
                <a:extLst>
                  <a:ext uri="{FF2B5EF4-FFF2-40B4-BE49-F238E27FC236}">
                    <a16:creationId xmlns:a16="http://schemas.microsoft.com/office/drawing/2014/main" id="{F5BE4E35-D1F9-4EE6-8B07-E04EA1AAB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5" y="3499"/>
                <a:ext cx="42" cy="19"/>
              </a:xfrm>
              <a:custGeom>
                <a:avLst/>
                <a:gdLst>
                  <a:gd name="T0" fmla="*/ 0 w 18"/>
                  <a:gd name="T1" fmla="*/ 3 h 8"/>
                  <a:gd name="T2" fmla="*/ 9 w 18"/>
                  <a:gd name="T3" fmla="*/ 4 h 8"/>
                  <a:gd name="T4" fmla="*/ 18 w 18"/>
                  <a:gd name="T5" fmla="*/ 7 h 8"/>
                  <a:gd name="T6" fmla="*/ 10 w 18"/>
                  <a:gd name="T7" fmla="*/ 1 h 8"/>
                  <a:gd name="T8" fmla="*/ 0 w 18"/>
                  <a:gd name="T9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8">
                    <a:moveTo>
                      <a:pt x="0" y="3"/>
                    </a:moveTo>
                    <a:cubicBezTo>
                      <a:pt x="1" y="4"/>
                      <a:pt x="4" y="3"/>
                      <a:pt x="9" y="4"/>
                    </a:cubicBezTo>
                    <a:cubicBezTo>
                      <a:pt x="14" y="5"/>
                      <a:pt x="17" y="8"/>
                      <a:pt x="18" y="7"/>
                    </a:cubicBezTo>
                    <a:cubicBezTo>
                      <a:pt x="18" y="7"/>
                      <a:pt x="15" y="2"/>
                      <a:pt x="10" y="1"/>
                    </a:cubicBezTo>
                    <a:cubicBezTo>
                      <a:pt x="4" y="0"/>
                      <a:pt x="0" y="3"/>
                      <a:pt x="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296">
                <a:extLst>
                  <a:ext uri="{FF2B5EF4-FFF2-40B4-BE49-F238E27FC236}">
                    <a16:creationId xmlns:a16="http://schemas.microsoft.com/office/drawing/2014/main" id="{33C18DC3-1B32-4DD1-B054-6DB2204E1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" y="3532"/>
                <a:ext cx="35" cy="25"/>
              </a:xfrm>
              <a:custGeom>
                <a:avLst/>
                <a:gdLst>
                  <a:gd name="T0" fmla="*/ 0 w 15"/>
                  <a:gd name="T1" fmla="*/ 2 h 11"/>
                  <a:gd name="T2" fmla="*/ 8 w 15"/>
                  <a:gd name="T3" fmla="*/ 5 h 11"/>
                  <a:gd name="T4" fmla="*/ 14 w 15"/>
                  <a:gd name="T5" fmla="*/ 10 h 11"/>
                  <a:gd name="T6" fmla="*/ 9 w 15"/>
                  <a:gd name="T7" fmla="*/ 3 h 11"/>
                  <a:gd name="T8" fmla="*/ 0 w 15"/>
                  <a:gd name="T9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1">
                    <a:moveTo>
                      <a:pt x="0" y="2"/>
                    </a:moveTo>
                    <a:cubicBezTo>
                      <a:pt x="0" y="3"/>
                      <a:pt x="4" y="3"/>
                      <a:pt x="8" y="5"/>
                    </a:cubicBezTo>
                    <a:cubicBezTo>
                      <a:pt x="12" y="7"/>
                      <a:pt x="14" y="11"/>
                      <a:pt x="14" y="10"/>
                    </a:cubicBezTo>
                    <a:cubicBezTo>
                      <a:pt x="15" y="10"/>
                      <a:pt x="14" y="5"/>
                      <a:pt x="9" y="3"/>
                    </a:cubicBezTo>
                    <a:cubicBezTo>
                      <a:pt x="5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297">
                <a:extLst>
                  <a:ext uri="{FF2B5EF4-FFF2-40B4-BE49-F238E27FC236}">
                    <a16:creationId xmlns:a16="http://schemas.microsoft.com/office/drawing/2014/main" id="{56707BA2-6A44-4FE5-85EE-B7427855F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562"/>
                <a:ext cx="28" cy="28"/>
              </a:xfrm>
              <a:custGeom>
                <a:avLst/>
                <a:gdLst>
                  <a:gd name="T0" fmla="*/ 11 w 12"/>
                  <a:gd name="T1" fmla="*/ 12 h 12"/>
                  <a:gd name="T2" fmla="*/ 8 w 12"/>
                  <a:gd name="T3" fmla="*/ 4 h 12"/>
                  <a:gd name="T4" fmla="*/ 0 w 12"/>
                  <a:gd name="T5" fmla="*/ 1 h 12"/>
                  <a:gd name="T6" fmla="*/ 6 w 12"/>
                  <a:gd name="T7" fmla="*/ 6 h 12"/>
                  <a:gd name="T8" fmla="*/ 11 w 12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1" y="12"/>
                    </a:moveTo>
                    <a:cubicBezTo>
                      <a:pt x="12" y="12"/>
                      <a:pt x="11" y="8"/>
                      <a:pt x="8" y="4"/>
                    </a:cubicBezTo>
                    <a:cubicBezTo>
                      <a:pt x="5" y="1"/>
                      <a:pt x="0" y="0"/>
                      <a:pt x="0" y="1"/>
                    </a:cubicBezTo>
                    <a:cubicBezTo>
                      <a:pt x="0" y="2"/>
                      <a:pt x="3" y="3"/>
                      <a:pt x="6" y="6"/>
                    </a:cubicBezTo>
                    <a:cubicBezTo>
                      <a:pt x="9" y="9"/>
                      <a:pt x="10" y="12"/>
                      <a:pt x="11" y="1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298">
                <a:extLst>
                  <a:ext uri="{FF2B5EF4-FFF2-40B4-BE49-F238E27FC236}">
                    <a16:creationId xmlns:a16="http://schemas.microsoft.com/office/drawing/2014/main" id="{B006ADE2-BF3D-4575-8EA0-A94669D57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1" y="3446"/>
                <a:ext cx="42" cy="18"/>
              </a:xfrm>
              <a:custGeom>
                <a:avLst/>
                <a:gdLst>
                  <a:gd name="T0" fmla="*/ 1 w 18"/>
                  <a:gd name="T1" fmla="*/ 7 h 8"/>
                  <a:gd name="T2" fmla="*/ 9 w 18"/>
                  <a:gd name="T3" fmla="*/ 4 h 8"/>
                  <a:gd name="T4" fmla="*/ 18 w 18"/>
                  <a:gd name="T5" fmla="*/ 2 h 8"/>
                  <a:gd name="T6" fmla="*/ 8 w 18"/>
                  <a:gd name="T7" fmla="*/ 1 h 8"/>
                  <a:gd name="T8" fmla="*/ 1 w 18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8">
                    <a:moveTo>
                      <a:pt x="1" y="7"/>
                    </a:moveTo>
                    <a:cubicBezTo>
                      <a:pt x="1" y="8"/>
                      <a:pt x="5" y="5"/>
                      <a:pt x="9" y="4"/>
                    </a:cubicBezTo>
                    <a:cubicBezTo>
                      <a:pt x="13" y="3"/>
                      <a:pt x="17" y="3"/>
                      <a:pt x="18" y="2"/>
                    </a:cubicBezTo>
                    <a:cubicBezTo>
                      <a:pt x="18" y="1"/>
                      <a:pt x="13" y="0"/>
                      <a:pt x="8" y="1"/>
                    </a:cubicBezTo>
                    <a:cubicBezTo>
                      <a:pt x="3" y="3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299">
                <a:extLst>
                  <a:ext uri="{FF2B5EF4-FFF2-40B4-BE49-F238E27FC236}">
                    <a16:creationId xmlns:a16="http://schemas.microsoft.com/office/drawing/2014/main" id="{5E599970-D5D8-4D72-8D31-6497D1C36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7" y="3369"/>
                <a:ext cx="49" cy="49"/>
              </a:xfrm>
              <a:custGeom>
                <a:avLst/>
                <a:gdLst>
                  <a:gd name="T0" fmla="*/ 0 w 21"/>
                  <a:gd name="T1" fmla="*/ 20 h 21"/>
                  <a:gd name="T2" fmla="*/ 8 w 21"/>
                  <a:gd name="T3" fmla="*/ 17 h 21"/>
                  <a:gd name="T4" fmla="*/ 15 w 21"/>
                  <a:gd name="T5" fmla="*/ 12 h 21"/>
                  <a:gd name="T6" fmla="*/ 19 w 21"/>
                  <a:gd name="T7" fmla="*/ 8 h 21"/>
                  <a:gd name="T8" fmla="*/ 20 w 21"/>
                  <a:gd name="T9" fmla="*/ 5 h 21"/>
                  <a:gd name="T10" fmla="*/ 19 w 21"/>
                  <a:gd name="T11" fmla="*/ 1 h 21"/>
                  <a:gd name="T12" fmla="*/ 15 w 21"/>
                  <a:gd name="T13" fmla="*/ 0 h 21"/>
                  <a:gd name="T14" fmla="*/ 12 w 21"/>
                  <a:gd name="T15" fmla="*/ 2 h 21"/>
                  <a:gd name="T16" fmla="*/ 8 w 21"/>
                  <a:gd name="T17" fmla="*/ 5 h 21"/>
                  <a:gd name="T18" fmla="*/ 3 w 21"/>
                  <a:gd name="T19" fmla="*/ 13 h 21"/>
                  <a:gd name="T20" fmla="*/ 0 w 21"/>
                  <a:gd name="T21" fmla="*/ 21 h 21"/>
                  <a:gd name="T22" fmla="*/ 4 w 21"/>
                  <a:gd name="T23" fmla="*/ 14 h 21"/>
                  <a:gd name="T24" fmla="*/ 10 w 21"/>
                  <a:gd name="T25" fmla="*/ 7 h 21"/>
                  <a:gd name="T26" fmla="*/ 14 w 21"/>
                  <a:gd name="T27" fmla="*/ 4 h 21"/>
                  <a:gd name="T28" fmla="*/ 18 w 21"/>
                  <a:gd name="T29" fmla="*/ 3 h 21"/>
                  <a:gd name="T30" fmla="*/ 18 w 21"/>
                  <a:gd name="T31" fmla="*/ 4 h 21"/>
                  <a:gd name="T32" fmla="*/ 16 w 21"/>
                  <a:gd name="T33" fmla="*/ 6 h 21"/>
                  <a:gd name="T34" fmla="*/ 13 w 21"/>
                  <a:gd name="T35" fmla="*/ 10 h 21"/>
                  <a:gd name="T36" fmla="*/ 7 w 21"/>
                  <a:gd name="T37" fmla="*/ 16 h 21"/>
                  <a:gd name="T38" fmla="*/ 0 w 21"/>
                  <a:gd name="T39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" h="21">
                    <a:moveTo>
                      <a:pt x="0" y="20"/>
                    </a:moveTo>
                    <a:cubicBezTo>
                      <a:pt x="0" y="21"/>
                      <a:pt x="3" y="20"/>
                      <a:pt x="8" y="17"/>
                    </a:cubicBezTo>
                    <a:cubicBezTo>
                      <a:pt x="10" y="16"/>
                      <a:pt x="13" y="14"/>
                      <a:pt x="15" y="12"/>
                    </a:cubicBezTo>
                    <a:cubicBezTo>
                      <a:pt x="16" y="11"/>
                      <a:pt x="18" y="9"/>
                      <a:pt x="19" y="8"/>
                    </a:cubicBezTo>
                    <a:cubicBezTo>
                      <a:pt x="19" y="7"/>
                      <a:pt x="20" y="6"/>
                      <a:pt x="20" y="5"/>
                    </a:cubicBezTo>
                    <a:cubicBezTo>
                      <a:pt x="21" y="4"/>
                      <a:pt x="21" y="2"/>
                      <a:pt x="19" y="1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14" y="1"/>
                      <a:pt x="13" y="1"/>
                      <a:pt x="12" y="2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6" y="8"/>
                      <a:pt x="4" y="10"/>
                      <a:pt x="3" y="13"/>
                    </a:cubicBezTo>
                    <a:cubicBezTo>
                      <a:pt x="0" y="17"/>
                      <a:pt x="0" y="21"/>
                      <a:pt x="0" y="21"/>
                    </a:cubicBezTo>
                    <a:cubicBezTo>
                      <a:pt x="1" y="21"/>
                      <a:pt x="2" y="18"/>
                      <a:pt x="4" y="14"/>
                    </a:cubicBezTo>
                    <a:cubicBezTo>
                      <a:pt x="6" y="12"/>
                      <a:pt x="8" y="9"/>
                      <a:pt x="10" y="7"/>
                    </a:cubicBezTo>
                    <a:cubicBezTo>
                      <a:pt x="11" y="6"/>
                      <a:pt x="13" y="5"/>
                      <a:pt x="14" y="4"/>
                    </a:cubicBezTo>
                    <a:cubicBezTo>
                      <a:pt x="15" y="3"/>
                      <a:pt x="17" y="3"/>
                      <a:pt x="18" y="3"/>
                    </a:cubicBezTo>
                    <a:cubicBezTo>
                      <a:pt x="18" y="3"/>
                      <a:pt x="18" y="3"/>
                      <a:pt x="18" y="4"/>
                    </a:cubicBezTo>
                    <a:cubicBezTo>
                      <a:pt x="18" y="5"/>
                      <a:pt x="17" y="5"/>
                      <a:pt x="16" y="6"/>
                    </a:cubicBezTo>
                    <a:cubicBezTo>
                      <a:pt x="15" y="7"/>
                      <a:pt x="14" y="9"/>
                      <a:pt x="13" y="10"/>
                    </a:cubicBezTo>
                    <a:cubicBezTo>
                      <a:pt x="11" y="12"/>
                      <a:pt x="9" y="14"/>
                      <a:pt x="7" y="16"/>
                    </a:cubicBezTo>
                    <a:cubicBezTo>
                      <a:pt x="3" y="18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300">
                <a:extLst>
                  <a:ext uri="{FF2B5EF4-FFF2-40B4-BE49-F238E27FC236}">
                    <a16:creationId xmlns:a16="http://schemas.microsoft.com/office/drawing/2014/main" id="{08FCF2D9-37F0-4BD7-92A0-7274CC011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0" y="3362"/>
                <a:ext cx="41" cy="56"/>
              </a:xfrm>
              <a:custGeom>
                <a:avLst/>
                <a:gdLst>
                  <a:gd name="T0" fmla="*/ 17 w 18"/>
                  <a:gd name="T1" fmla="*/ 24 h 24"/>
                  <a:gd name="T2" fmla="*/ 17 w 18"/>
                  <a:gd name="T3" fmla="*/ 16 h 24"/>
                  <a:gd name="T4" fmla="*/ 12 w 18"/>
                  <a:gd name="T5" fmla="*/ 7 h 24"/>
                  <a:gd name="T6" fmla="*/ 9 w 18"/>
                  <a:gd name="T7" fmla="*/ 3 h 24"/>
                  <a:gd name="T8" fmla="*/ 2 w 18"/>
                  <a:gd name="T9" fmla="*/ 1 h 24"/>
                  <a:gd name="T10" fmla="*/ 0 w 18"/>
                  <a:gd name="T11" fmla="*/ 5 h 24"/>
                  <a:gd name="T12" fmla="*/ 0 w 18"/>
                  <a:gd name="T13" fmla="*/ 8 h 24"/>
                  <a:gd name="T14" fmla="*/ 2 w 18"/>
                  <a:gd name="T15" fmla="*/ 13 h 24"/>
                  <a:gd name="T16" fmla="*/ 8 w 18"/>
                  <a:gd name="T17" fmla="*/ 20 h 24"/>
                  <a:gd name="T18" fmla="*/ 16 w 18"/>
                  <a:gd name="T19" fmla="*/ 22 h 24"/>
                  <a:gd name="T20" fmla="*/ 9 w 18"/>
                  <a:gd name="T21" fmla="*/ 18 h 24"/>
                  <a:gd name="T22" fmla="*/ 4 w 18"/>
                  <a:gd name="T23" fmla="*/ 12 h 24"/>
                  <a:gd name="T24" fmla="*/ 3 w 18"/>
                  <a:gd name="T25" fmla="*/ 7 h 24"/>
                  <a:gd name="T26" fmla="*/ 3 w 18"/>
                  <a:gd name="T27" fmla="*/ 4 h 24"/>
                  <a:gd name="T28" fmla="*/ 7 w 18"/>
                  <a:gd name="T29" fmla="*/ 5 h 24"/>
                  <a:gd name="T30" fmla="*/ 10 w 18"/>
                  <a:gd name="T31" fmla="*/ 9 h 24"/>
                  <a:gd name="T32" fmla="*/ 15 w 18"/>
                  <a:gd name="T33" fmla="*/ 16 h 24"/>
                  <a:gd name="T34" fmla="*/ 17 w 18"/>
                  <a:gd name="T3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" h="24">
                    <a:moveTo>
                      <a:pt x="17" y="24"/>
                    </a:moveTo>
                    <a:cubicBezTo>
                      <a:pt x="18" y="24"/>
                      <a:pt x="18" y="21"/>
                      <a:pt x="17" y="16"/>
                    </a:cubicBezTo>
                    <a:cubicBezTo>
                      <a:pt x="16" y="13"/>
                      <a:pt x="15" y="10"/>
                      <a:pt x="12" y="7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2"/>
                      <a:pt x="5" y="0"/>
                      <a:pt x="2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10"/>
                      <a:pt x="1" y="11"/>
                      <a:pt x="2" y="13"/>
                    </a:cubicBezTo>
                    <a:cubicBezTo>
                      <a:pt x="4" y="16"/>
                      <a:pt x="6" y="18"/>
                      <a:pt x="8" y="20"/>
                    </a:cubicBezTo>
                    <a:cubicBezTo>
                      <a:pt x="13" y="23"/>
                      <a:pt x="16" y="23"/>
                      <a:pt x="16" y="22"/>
                    </a:cubicBezTo>
                    <a:cubicBezTo>
                      <a:pt x="16" y="22"/>
                      <a:pt x="13" y="21"/>
                      <a:pt x="9" y="18"/>
                    </a:cubicBezTo>
                    <a:cubicBezTo>
                      <a:pt x="8" y="17"/>
                      <a:pt x="6" y="15"/>
                      <a:pt x="4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2" y="5"/>
                      <a:pt x="2" y="4"/>
                      <a:pt x="3" y="4"/>
                    </a:cubicBezTo>
                    <a:cubicBezTo>
                      <a:pt x="4" y="4"/>
                      <a:pt x="6" y="4"/>
                      <a:pt x="7" y="5"/>
                    </a:cubicBezTo>
                    <a:cubicBezTo>
                      <a:pt x="8" y="7"/>
                      <a:pt x="9" y="8"/>
                      <a:pt x="10" y="9"/>
                    </a:cubicBezTo>
                    <a:cubicBezTo>
                      <a:pt x="12" y="11"/>
                      <a:pt x="14" y="14"/>
                      <a:pt x="15" y="16"/>
                    </a:cubicBezTo>
                    <a:cubicBezTo>
                      <a:pt x="17" y="21"/>
                      <a:pt x="17" y="24"/>
                      <a:pt x="17" y="2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301">
                <a:extLst>
                  <a:ext uri="{FF2B5EF4-FFF2-40B4-BE49-F238E27FC236}">
                    <a16:creationId xmlns:a16="http://schemas.microsoft.com/office/drawing/2014/main" id="{D30928DD-6363-4687-BA9D-EA2FA826C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3" y="752"/>
                <a:ext cx="184" cy="530"/>
              </a:xfrm>
              <a:custGeom>
                <a:avLst/>
                <a:gdLst>
                  <a:gd name="T0" fmla="*/ 14 w 79"/>
                  <a:gd name="T1" fmla="*/ 0 h 228"/>
                  <a:gd name="T2" fmla="*/ 7 w 79"/>
                  <a:gd name="T3" fmla="*/ 21 h 228"/>
                  <a:gd name="T4" fmla="*/ 10 w 79"/>
                  <a:gd name="T5" fmla="*/ 45 h 228"/>
                  <a:gd name="T6" fmla="*/ 3 w 79"/>
                  <a:gd name="T7" fmla="*/ 91 h 228"/>
                  <a:gd name="T8" fmla="*/ 13 w 79"/>
                  <a:gd name="T9" fmla="*/ 136 h 228"/>
                  <a:gd name="T10" fmla="*/ 28 w 79"/>
                  <a:gd name="T11" fmla="*/ 176 h 228"/>
                  <a:gd name="T12" fmla="*/ 7 w 79"/>
                  <a:gd name="T13" fmla="*/ 222 h 228"/>
                  <a:gd name="T14" fmla="*/ 13 w 79"/>
                  <a:gd name="T15" fmla="*/ 228 h 228"/>
                  <a:gd name="T16" fmla="*/ 21 w 79"/>
                  <a:gd name="T17" fmla="*/ 228 h 228"/>
                  <a:gd name="T18" fmla="*/ 58 w 79"/>
                  <a:gd name="T19" fmla="*/ 221 h 228"/>
                  <a:gd name="T20" fmla="*/ 71 w 79"/>
                  <a:gd name="T21" fmla="*/ 215 h 228"/>
                  <a:gd name="T22" fmla="*/ 76 w 79"/>
                  <a:gd name="T23" fmla="*/ 201 h 228"/>
                  <a:gd name="T24" fmla="*/ 68 w 79"/>
                  <a:gd name="T25" fmla="*/ 109 h 228"/>
                  <a:gd name="T26" fmla="*/ 67 w 79"/>
                  <a:gd name="T27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228">
                    <a:moveTo>
                      <a:pt x="14" y="0"/>
                    </a:moveTo>
                    <a:cubicBezTo>
                      <a:pt x="8" y="5"/>
                      <a:pt x="6" y="14"/>
                      <a:pt x="7" y="21"/>
                    </a:cubicBezTo>
                    <a:cubicBezTo>
                      <a:pt x="8" y="29"/>
                      <a:pt x="10" y="37"/>
                      <a:pt x="10" y="45"/>
                    </a:cubicBezTo>
                    <a:cubicBezTo>
                      <a:pt x="11" y="61"/>
                      <a:pt x="3" y="75"/>
                      <a:pt x="3" y="91"/>
                    </a:cubicBezTo>
                    <a:cubicBezTo>
                      <a:pt x="3" y="106"/>
                      <a:pt x="12" y="120"/>
                      <a:pt x="13" y="136"/>
                    </a:cubicBezTo>
                    <a:cubicBezTo>
                      <a:pt x="15" y="150"/>
                      <a:pt x="32" y="161"/>
                      <a:pt x="28" y="176"/>
                    </a:cubicBezTo>
                    <a:cubicBezTo>
                      <a:pt x="24" y="190"/>
                      <a:pt x="0" y="209"/>
                      <a:pt x="7" y="222"/>
                    </a:cubicBezTo>
                    <a:cubicBezTo>
                      <a:pt x="9" y="224"/>
                      <a:pt x="11" y="227"/>
                      <a:pt x="13" y="228"/>
                    </a:cubicBezTo>
                    <a:cubicBezTo>
                      <a:pt x="16" y="228"/>
                      <a:pt x="18" y="228"/>
                      <a:pt x="21" y="228"/>
                    </a:cubicBezTo>
                    <a:cubicBezTo>
                      <a:pt x="33" y="225"/>
                      <a:pt x="46" y="223"/>
                      <a:pt x="58" y="221"/>
                    </a:cubicBezTo>
                    <a:cubicBezTo>
                      <a:pt x="62" y="220"/>
                      <a:pt x="67" y="219"/>
                      <a:pt x="71" y="215"/>
                    </a:cubicBezTo>
                    <a:cubicBezTo>
                      <a:pt x="74" y="212"/>
                      <a:pt x="75" y="206"/>
                      <a:pt x="76" y="201"/>
                    </a:cubicBezTo>
                    <a:cubicBezTo>
                      <a:pt x="79" y="170"/>
                      <a:pt x="71" y="140"/>
                      <a:pt x="68" y="109"/>
                    </a:cubicBezTo>
                    <a:cubicBezTo>
                      <a:pt x="63" y="73"/>
                      <a:pt x="63" y="36"/>
                      <a:pt x="67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Line 302">
                <a:extLst>
                  <a:ext uri="{FF2B5EF4-FFF2-40B4-BE49-F238E27FC236}">
                    <a16:creationId xmlns:a16="http://schemas.microsoft.com/office/drawing/2014/main" id="{8E5FB63F-B2A8-4D4B-A1F4-A449305CE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2" y="123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Line 303">
                <a:extLst>
                  <a:ext uri="{FF2B5EF4-FFF2-40B4-BE49-F238E27FC236}">
                    <a16:creationId xmlns:a16="http://schemas.microsoft.com/office/drawing/2014/main" id="{1B0D59F4-316D-4241-BD84-3B9227A95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2" y="123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304">
                <a:extLst>
                  <a:ext uri="{FF2B5EF4-FFF2-40B4-BE49-F238E27FC236}">
                    <a16:creationId xmlns:a16="http://schemas.microsoft.com/office/drawing/2014/main" id="{6687E5BB-286C-4B44-BB86-E0147E10D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3" y="673"/>
                <a:ext cx="328" cy="602"/>
              </a:xfrm>
              <a:custGeom>
                <a:avLst/>
                <a:gdLst>
                  <a:gd name="T0" fmla="*/ 0 w 141"/>
                  <a:gd name="T1" fmla="*/ 73 h 259"/>
                  <a:gd name="T2" fmla="*/ 67 w 141"/>
                  <a:gd name="T3" fmla="*/ 2 h 259"/>
                  <a:gd name="T4" fmla="*/ 141 w 141"/>
                  <a:gd name="T5" fmla="*/ 70 h 259"/>
                  <a:gd name="T6" fmla="*/ 139 w 141"/>
                  <a:gd name="T7" fmla="*/ 227 h 259"/>
                  <a:gd name="T8" fmla="*/ 136 w 141"/>
                  <a:gd name="T9" fmla="*/ 235 h 259"/>
                  <a:gd name="T10" fmla="*/ 94 w 141"/>
                  <a:gd name="T11" fmla="*/ 258 h 259"/>
                  <a:gd name="T12" fmla="*/ 53 w 141"/>
                  <a:gd name="T13" fmla="*/ 247 h 259"/>
                  <a:gd name="T14" fmla="*/ 47 w 141"/>
                  <a:gd name="T15" fmla="*/ 235 h 259"/>
                  <a:gd name="T16" fmla="*/ 49 w 141"/>
                  <a:gd name="T17" fmla="*/ 200 h 259"/>
                  <a:gd name="T18" fmla="*/ 49 w 141"/>
                  <a:gd name="T19" fmla="*/ 199 h 259"/>
                  <a:gd name="T20" fmla="*/ 39 w 141"/>
                  <a:gd name="T21" fmla="*/ 199 h 259"/>
                  <a:gd name="T22" fmla="*/ 2 w 141"/>
                  <a:gd name="T23" fmla="*/ 150 h 259"/>
                  <a:gd name="T24" fmla="*/ 0 w 141"/>
                  <a:gd name="T25" fmla="*/ 73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259">
                    <a:moveTo>
                      <a:pt x="0" y="73"/>
                    </a:moveTo>
                    <a:cubicBezTo>
                      <a:pt x="0" y="36"/>
                      <a:pt x="30" y="4"/>
                      <a:pt x="67" y="2"/>
                    </a:cubicBezTo>
                    <a:cubicBezTo>
                      <a:pt x="107" y="0"/>
                      <a:pt x="140" y="31"/>
                      <a:pt x="141" y="70"/>
                    </a:cubicBezTo>
                    <a:cubicBezTo>
                      <a:pt x="139" y="227"/>
                      <a:pt x="139" y="227"/>
                      <a:pt x="139" y="227"/>
                    </a:cubicBezTo>
                    <a:cubicBezTo>
                      <a:pt x="139" y="230"/>
                      <a:pt x="138" y="233"/>
                      <a:pt x="136" y="235"/>
                    </a:cubicBezTo>
                    <a:cubicBezTo>
                      <a:pt x="126" y="248"/>
                      <a:pt x="109" y="257"/>
                      <a:pt x="94" y="258"/>
                    </a:cubicBezTo>
                    <a:cubicBezTo>
                      <a:pt x="79" y="259"/>
                      <a:pt x="65" y="254"/>
                      <a:pt x="53" y="247"/>
                    </a:cubicBezTo>
                    <a:cubicBezTo>
                      <a:pt x="49" y="244"/>
                      <a:pt x="47" y="239"/>
                      <a:pt x="47" y="235"/>
                    </a:cubicBezTo>
                    <a:cubicBezTo>
                      <a:pt x="49" y="200"/>
                      <a:pt x="49" y="200"/>
                      <a:pt x="49" y="200"/>
                    </a:cubicBezTo>
                    <a:cubicBezTo>
                      <a:pt x="49" y="199"/>
                      <a:pt x="49" y="199"/>
                      <a:pt x="49" y="199"/>
                    </a:cubicBezTo>
                    <a:cubicBezTo>
                      <a:pt x="47" y="199"/>
                      <a:pt x="41" y="199"/>
                      <a:pt x="39" y="199"/>
                    </a:cubicBezTo>
                    <a:cubicBezTo>
                      <a:pt x="30" y="196"/>
                      <a:pt x="7" y="185"/>
                      <a:pt x="2" y="150"/>
                    </a:cubicBezTo>
                    <a:cubicBezTo>
                      <a:pt x="0" y="138"/>
                      <a:pt x="0" y="105"/>
                      <a:pt x="0" y="73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305">
                <a:extLst>
                  <a:ext uri="{FF2B5EF4-FFF2-40B4-BE49-F238E27FC236}">
                    <a16:creationId xmlns:a16="http://schemas.microsoft.com/office/drawing/2014/main" id="{6B606690-CFFA-4C44-9F6D-B299CA2AC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5" y="852"/>
                <a:ext cx="49" cy="118"/>
              </a:xfrm>
              <a:custGeom>
                <a:avLst/>
                <a:gdLst>
                  <a:gd name="T0" fmla="*/ 17 w 21"/>
                  <a:gd name="T1" fmla="*/ 51 h 51"/>
                  <a:gd name="T2" fmla="*/ 7 w 21"/>
                  <a:gd name="T3" fmla="*/ 49 h 51"/>
                  <a:gd name="T4" fmla="*/ 3 w 21"/>
                  <a:gd name="T5" fmla="*/ 47 h 51"/>
                  <a:gd name="T6" fmla="*/ 4 w 21"/>
                  <a:gd name="T7" fmla="*/ 43 h 51"/>
                  <a:gd name="T8" fmla="*/ 9 w 21"/>
                  <a:gd name="T9" fmla="*/ 31 h 51"/>
                  <a:gd name="T10" fmla="*/ 20 w 21"/>
                  <a:gd name="T11" fmla="*/ 0 h 51"/>
                  <a:gd name="T12" fmla="*/ 7 w 21"/>
                  <a:gd name="T13" fmla="*/ 30 h 51"/>
                  <a:gd name="T14" fmla="*/ 2 w 21"/>
                  <a:gd name="T15" fmla="*/ 42 h 51"/>
                  <a:gd name="T16" fmla="*/ 1 w 21"/>
                  <a:gd name="T17" fmla="*/ 48 h 51"/>
                  <a:gd name="T18" fmla="*/ 4 w 21"/>
                  <a:gd name="T19" fmla="*/ 50 h 51"/>
                  <a:gd name="T20" fmla="*/ 7 w 21"/>
                  <a:gd name="T21" fmla="*/ 51 h 51"/>
                  <a:gd name="T22" fmla="*/ 17 w 21"/>
                  <a:gd name="T2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51">
                    <a:moveTo>
                      <a:pt x="17" y="51"/>
                    </a:moveTo>
                    <a:cubicBezTo>
                      <a:pt x="17" y="50"/>
                      <a:pt x="13" y="50"/>
                      <a:pt x="7" y="49"/>
                    </a:cubicBezTo>
                    <a:cubicBezTo>
                      <a:pt x="5" y="49"/>
                      <a:pt x="4" y="48"/>
                      <a:pt x="3" y="47"/>
                    </a:cubicBezTo>
                    <a:cubicBezTo>
                      <a:pt x="3" y="46"/>
                      <a:pt x="4" y="44"/>
                      <a:pt x="4" y="43"/>
                    </a:cubicBezTo>
                    <a:cubicBezTo>
                      <a:pt x="6" y="39"/>
                      <a:pt x="7" y="35"/>
                      <a:pt x="9" y="31"/>
                    </a:cubicBezTo>
                    <a:cubicBezTo>
                      <a:pt x="16" y="14"/>
                      <a:pt x="21" y="0"/>
                      <a:pt x="20" y="0"/>
                    </a:cubicBezTo>
                    <a:cubicBezTo>
                      <a:pt x="19" y="0"/>
                      <a:pt x="13" y="13"/>
                      <a:pt x="7" y="30"/>
                    </a:cubicBezTo>
                    <a:cubicBezTo>
                      <a:pt x="5" y="34"/>
                      <a:pt x="4" y="38"/>
                      <a:pt x="2" y="42"/>
                    </a:cubicBezTo>
                    <a:cubicBezTo>
                      <a:pt x="1" y="44"/>
                      <a:pt x="0" y="46"/>
                      <a:pt x="1" y="48"/>
                    </a:cubicBezTo>
                    <a:cubicBezTo>
                      <a:pt x="2" y="49"/>
                      <a:pt x="3" y="50"/>
                      <a:pt x="4" y="50"/>
                    </a:cubicBezTo>
                    <a:cubicBezTo>
                      <a:pt x="5" y="50"/>
                      <a:pt x="6" y="51"/>
                      <a:pt x="7" y="51"/>
                    </a:cubicBezTo>
                    <a:cubicBezTo>
                      <a:pt x="13" y="51"/>
                      <a:pt x="17" y="51"/>
                      <a:pt x="17" y="5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306">
                <a:extLst>
                  <a:ext uri="{FF2B5EF4-FFF2-40B4-BE49-F238E27FC236}">
                    <a16:creationId xmlns:a16="http://schemas.microsoft.com/office/drawing/2014/main" id="{9F66E372-814D-4D48-896B-13E8825B5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" y="891"/>
                <a:ext cx="28" cy="28"/>
              </a:xfrm>
              <a:custGeom>
                <a:avLst/>
                <a:gdLst>
                  <a:gd name="T0" fmla="*/ 1 w 12"/>
                  <a:gd name="T1" fmla="*/ 6 h 12"/>
                  <a:gd name="T2" fmla="*/ 6 w 12"/>
                  <a:gd name="T3" fmla="*/ 11 h 12"/>
                  <a:gd name="T4" fmla="*/ 12 w 12"/>
                  <a:gd name="T5" fmla="*/ 6 h 12"/>
                  <a:gd name="T6" fmla="*/ 7 w 12"/>
                  <a:gd name="T7" fmla="*/ 1 h 12"/>
                  <a:gd name="T8" fmla="*/ 1 w 12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6"/>
                    </a:moveTo>
                    <a:cubicBezTo>
                      <a:pt x="0" y="9"/>
                      <a:pt x="3" y="11"/>
                      <a:pt x="6" y="11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7" y="1"/>
                    </a:cubicBezTo>
                    <a:cubicBezTo>
                      <a:pt x="3" y="0"/>
                      <a:pt x="1" y="3"/>
                      <a:pt x="1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307">
                <a:extLst>
                  <a:ext uri="{FF2B5EF4-FFF2-40B4-BE49-F238E27FC236}">
                    <a16:creationId xmlns:a16="http://schemas.microsoft.com/office/drawing/2014/main" id="{01062F3E-9882-4CF9-BB1C-BD5A26B81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9" y="856"/>
                <a:ext cx="53" cy="21"/>
              </a:xfrm>
              <a:custGeom>
                <a:avLst/>
                <a:gdLst>
                  <a:gd name="T0" fmla="*/ 0 w 23"/>
                  <a:gd name="T1" fmla="*/ 7 h 9"/>
                  <a:gd name="T2" fmla="*/ 12 w 23"/>
                  <a:gd name="T3" fmla="*/ 5 h 9"/>
                  <a:gd name="T4" fmla="*/ 23 w 23"/>
                  <a:gd name="T5" fmla="*/ 8 h 9"/>
                  <a:gd name="T6" fmla="*/ 21 w 23"/>
                  <a:gd name="T7" fmla="*/ 4 h 9"/>
                  <a:gd name="T8" fmla="*/ 12 w 23"/>
                  <a:gd name="T9" fmla="*/ 0 h 9"/>
                  <a:gd name="T10" fmla="*/ 3 w 23"/>
                  <a:gd name="T11" fmla="*/ 3 h 9"/>
                  <a:gd name="T12" fmla="*/ 0 w 23"/>
                  <a:gd name="T1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9">
                    <a:moveTo>
                      <a:pt x="0" y="7"/>
                    </a:moveTo>
                    <a:cubicBezTo>
                      <a:pt x="1" y="8"/>
                      <a:pt x="5" y="4"/>
                      <a:pt x="12" y="5"/>
                    </a:cubicBezTo>
                    <a:cubicBezTo>
                      <a:pt x="18" y="5"/>
                      <a:pt x="22" y="9"/>
                      <a:pt x="23" y="8"/>
                    </a:cubicBezTo>
                    <a:cubicBezTo>
                      <a:pt x="23" y="8"/>
                      <a:pt x="22" y="6"/>
                      <a:pt x="21" y="4"/>
                    </a:cubicBezTo>
                    <a:cubicBezTo>
                      <a:pt x="19" y="3"/>
                      <a:pt x="16" y="1"/>
                      <a:pt x="12" y="0"/>
                    </a:cubicBezTo>
                    <a:cubicBezTo>
                      <a:pt x="8" y="0"/>
                      <a:pt x="5" y="2"/>
                      <a:pt x="3" y="3"/>
                    </a:cubicBezTo>
                    <a:cubicBezTo>
                      <a:pt x="1" y="5"/>
                      <a:pt x="0" y="6"/>
                      <a:pt x="0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308">
                <a:extLst>
                  <a:ext uri="{FF2B5EF4-FFF2-40B4-BE49-F238E27FC236}">
                    <a16:creationId xmlns:a16="http://schemas.microsoft.com/office/drawing/2014/main" id="{0BEBF275-B3B8-4905-BBA3-64F162430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1" y="894"/>
                <a:ext cx="28" cy="25"/>
              </a:xfrm>
              <a:custGeom>
                <a:avLst/>
                <a:gdLst>
                  <a:gd name="T0" fmla="*/ 0 w 12"/>
                  <a:gd name="T1" fmla="*/ 5 h 11"/>
                  <a:gd name="T2" fmla="*/ 6 w 12"/>
                  <a:gd name="T3" fmla="*/ 11 h 11"/>
                  <a:gd name="T4" fmla="*/ 12 w 12"/>
                  <a:gd name="T5" fmla="*/ 6 h 11"/>
                  <a:gd name="T6" fmla="*/ 6 w 12"/>
                  <a:gd name="T7" fmla="*/ 0 h 11"/>
                  <a:gd name="T8" fmla="*/ 0 w 12"/>
                  <a:gd name="T9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0" y="5"/>
                    </a:moveTo>
                    <a:cubicBezTo>
                      <a:pt x="0" y="8"/>
                      <a:pt x="2" y="11"/>
                      <a:pt x="6" y="11"/>
                    </a:cubicBezTo>
                    <a:cubicBezTo>
                      <a:pt x="9" y="11"/>
                      <a:pt x="11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309">
                <a:extLst>
                  <a:ext uri="{FF2B5EF4-FFF2-40B4-BE49-F238E27FC236}">
                    <a16:creationId xmlns:a16="http://schemas.microsoft.com/office/drawing/2014/main" id="{3B294CB5-11E7-4BC4-A0E3-EE29F64FD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6" y="859"/>
                <a:ext cx="58" cy="21"/>
              </a:xfrm>
              <a:custGeom>
                <a:avLst/>
                <a:gdLst>
                  <a:gd name="T0" fmla="*/ 0 w 25"/>
                  <a:gd name="T1" fmla="*/ 8 h 9"/>
                  <a:gd name="T2" fmla="*/ 12 w 25"/>
                  <a:gd name="T3" fmla="*/ 4 h 9"/>
                  <a:gd name="T4" fmla="*/ 25 w 25"/>
                  <a:gd name="T5" fmla="*/ 6 h 9"/>
                  <a:gd name="T6" fmla="*/ 22 w 25"/>
                  <a:gd name="T7" fmla="*/ 3 h 9"/>
                  <a:gd name="T8" fmla="*/ 12 w 25"/>
                  <a:gd name="T9" fmla="*/ 0 h 9"/>
                  <a:gd name="T10" fmla="*/ 3 w 25"/>
                  <a:gd name="T11" fmla="*/ 4 h 9"/>
                  <a:gd name="T12" fmla="*/ 0 w 25"/>
                  <a:gd name="T1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9">
                    <a:moveTo>
                      <a:pt x="0" y="8"/>
                    </a:moveTo>
                    <a:cubicBezTo>
                      <a:pt x="1" y="9"/>
                      <a:pt x="6" y="5"/>
                      <a:pt x="12" y="4"/>
                    </a:cubicBezTo>
                    <a:cubicBezTo>
                      <a:pt x="19" y="4"/>
                      <a:pt x="24" y="7"/>
                      <a:pt x="25" y="6"/>
                    </a:cubicBezTo>
                    <a:cubicBezTo>
                      <a:pt x="25" y="6"/>
                      <a:pt x="24" y="4"/>
                      <a:pt x="22" y="3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8" y="0"/>
                      <a:pt x="5" y="2"/>
                      <a:pt x="3" y="4"/>
                    </a:cubicBezTo>
                    <a:cubicBezTo>
                      <a:pt x="1" y="6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310">
                <a:extLst>
                  <a:ext uri="{FF2B5EF4-FFF2-40B4-BE49-F238E27FC236}">
                    <a16:creationId xmlns:a16="http://schemas.microsoft.com/office/drawing/2014/main" id="{D5663776-651F-4587-95A7-C30244AE1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7" y="1101"/>
                <a:ext cx="126" cy="72"/>
              </a:xfrm>
              <a:custGeom>
                <a:avLst/>
                <a:gdLst>
                  <a:gd name="T0" fmla="*/ 0 w 54"/>
                  <a:gd name="T1" fmla="*/ 15 h 31"/>
                  <a:gd name="T2" fmla="*/ 54 w 54"/>
                  <a:gd name="T3" fmla="*/ 0 h 31"/>
                  <a:gd name="T4" fmla="*/ 0 w 54"/>
                  <a:gd name="T5" fmla="*/ 27 h 31"/>
                  <a:gd name="T6" fmla="*/ 0 w 54"/>
                  <a:gd name="T7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31">
                    <a:moveTo>
                      <a:pt x="0" y="15"/>
                    </a:moveTo>
                    <a:cubicBezTo>
                      <a:pt x="0" y="15"/>
                      <a:pt x="24" y="17"/>
                      <a:pt x="54" y="0"/>
                    </a:cubicBezTo>
                    <a:cubicBezTo>
                      <a:pt x="54" y="0"/>
                      <a:pt x="45" y="31"/>
                      <a:pt x="0" y="27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311">
                <a:extLst>
                  <a:ext uri="{FF2B5EF4-FFF2-40B4-BE49-F238E27FC236}">
                    <a16:creationId xmlns:a16="http://schemas.microsoft.com/office/drawing/2014/main" id="{B631A258-ED20-4C30-9F94-B3D068E59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7" y="994"/>
                <a:ext cx="46" cy="32"/>
              </a:xfrm>
              <a:custGeom>
                <a:avLst/>
                <a:gdLst>
                  <a:gd name="T0" fmla="*/ 1 w 20"/>
                  <a:gd name="T1" fmla="*/ 4 h 14"/>
                  <a:gd name="T2" fmla="*/ 11 w 20"/>
                  <a:gd name="T3" fmla="*/ 0 h 14"/>
                  <a:gd name="T4" fmla="*/ 18 w 20"/>
                  <a:gd name="T5" fmla="*/ 4 h 14"/>
                  <a:gd name="T6" fmla="*/ 19 w 20"/>
                  <a:gd name="T7" fmla="*/ 11 h 14"/>
                  <a:gd name="T8" fmla="*/ 11 w 20"/>
                  <a:gd name="T9" fmla="*/ 13 h 14"/>
                  <a:gd name="T10" fmla="*/ 3 w 20"/>
                  <a:gd name="T11" fmla="*/ 8 h 14"/>
                  <a:gd name="T12" fmla="*/ 1 w 20"/>
                  <a:gd name="T13" fmla="*/ 7 h 14"/>
                  <a:gd name="T14" fmla="*/ 1 w 20"/>
                  <a:gd name="T1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4">
                    <a:moveTo>
                      <a:pt x="1" y="4"/>
                    </a:moveTo>
                    <a:cubicBezTo>
                      <a:pt x="3" y="1"/>
                      <a:pt x="7" y="0"/>
                      <a:pt x="11" y="0"/>
                    </a:cubicBezTo>
                    <a:cubicBezTo>
                      <a:pt x="14" y="0"/>
                      <a:pt x="17" y="2"/>
                      <a:pt x="18" y="4"/>
                    </a:cubicBezTo>
                    <a:cubicBezTo>
                      <a:pt x="20" y="6"/>
                      <a:pt x="20" y="9"/>
                      <a:pt x="19" y="11"/>
                    </a:cubicBezTo>
                    <a:cubicBezTo>
                      <a:pt x="17" y="13"/>
                      <a:pt x="14" y="14"/>
                      <a:pt x="11" y="13"/>
                    </a:cubicBezTo>
                    <a:cubicBezTo>
                      <a:pt x="8" y="12"/>
                      <a:pt x="5" y="10"/>
                      <a:pt x="3" y="8"/>
                    </a:cubicBezTo>
                    <a:cubicBezTo>
                      <a:pt x="2" y="8"/>
                      <a:pt x="1" y="7"/>
                      <a:pt x="1" y="7"/>
                    </a:cubicBezTo>
                    <a:cubicBezTo>
                      <a:pt x="1" y="6"/>
                      <a:pt x="0" y="5"/>
                      <a:pt x="1" y="4"/>
                    </a:cubicBezTo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312">
                <a:extLst>
                  <a:ext uri="{FF2B5EF4-FFF2-40B4-BE49-F238E27FC236}">
                    <a16:creationId xmlns:a16="http://schemas.microsoft.com/office/drawing/2014/main" id="{3C86BB33-021B-4106-B7F1-128F25443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" y="980"/>
                <a:ext cx="49" cy="39"/>
              </a:xfrm>
              <a:custGeom>
                <a:avLst/>
                <a:gdLst>
                  <a:gd name="T0" fmla="*/ 20 w 21"/>
                  <a:gd name="T1" fmla="*/ 0 h 17"/>
                  <a:gd name="T2" fmla="*/ 13 w 21"/>
                  <a:gd name="T3" fmla="*/ 11 h 17"/>
                  <a:gd name="T4" fmla="*/ 0 w 21"/>
                  <a:gd name="T5" fmla="*/ 16 h 17"/>
                  <a:gd name="T6" fmla="*/ 5 w 21"/>
                  <a:gd name="T7" fmla="*/ 17 h 17"/>
                  <a:gd name="T8" fmla="*/ 15 w 21"/>
                  <a:gd name="T9" fmla="*/ 14 h 17"/>
                  <a:gd name="T10" fmla="*/ 21 w 21"/>
                  <a:gd name="T11" fmla="*/ 4 h 17"/>
                  <a:gd name="T12" fmla="*/ 20 w 21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7">
                    <a:moveTo>
                      <a:pt x="20" y="0"/>
                    </a:moveTo>
                    <a:cubicBezTo>
                      <a:pt x="19" y="0"/>
                      <a:pt x="19" y="6"/>
                      <a:pt x="13" y="11"/>
                    </a:cubicBezTo>
                    <a:cubicBezTo>
                      <a:pt x="7" y="16"/>
                      <a:pt x="0" y="15"/>
                      <a:pt x="0" y="16"/>
                    </a:cubicBezTo>
                    <a:cubicBezTo>
                      <a:pt x="0" y="16"/>
                      <a:pt x="2" y="17"/>
                      <a:pt x="5" y="17"/>
                    </a:cubicBezTo>
                    <a:cubicBezTo>
                      <a:pt x="8" y="17"/>
                      <a:pt x="12" y="16"/>
                      <a:pt x="15" y="14"/>
                    </a:cubicBezTo>
                    <a:cubicBezTo>
                      <a:pt x="19" y="11"/>
                      <a:pt x="21" y="7"/>
                      <a:pt x="21" y="4"/>
                    </a:cubicBezTo>
                    <a:cubicBezTo>
                      <a:pt x="21" y="1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313">
                <a:extLst>
                  <a:ext uri="{FF2B5EF4-FFF2-40B4-BE49-F238E27FC236}">
                    <a16:creationId xmlns:a16="http://schemas.microsoft.com/office/drawing/2014/main" id="{DE4229C7-590B-4DF4-9A05-DDC9137C4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1" y="817"/>
                <a:ext cx="68" cy="21"/>
              </a:xfrm>
              <a:custGeom>
                <a:avLst/>
                <a:gdLst>
                  <a:gd name="T0" fmla="*/ 0 w 29"/>
                  <a:gd name="T1" fmla="*/ 4 h 9"/>
                  <a:gd name="T2" fmla="*/ 14 w 29"/>
                  <a:gd name="T3" fmla="*/ 6 h 9"/>
                  <a:gd name="T4" fmla="*/ 28 w 29"/>
                  <a:gd name="T5" fmla="*/ 8 h 9"/>
                  <a:gd name="T6" fmla="*/ 25 w 29"/>
                  <a:gd name="T7" fmla="*/ 4 h 9"/>
                  <a:gd name="T8" fmla="*/ 15 w 29"/>
                  <a:gd name="T9" fmla="*/ 0 h 9"/>
                  <a:gd name="T10" fmla="*/ 4 w 29"/>
                  <a:gd name="T11" fmla="*/ 1 h 9"/>
                  <a:gd name="T12" fmla="*/ 0 w 29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9">
                    <a:moveTo>
                      <a:pt x="0" y="4"/>
                    </a:moveTo>
                    <a:cubicBezTo>
                      <a:pt x="1" y="6"/>
                      <a:pt x="7" y="5"/>
                      <a:pt x="14" y="6"/>
                    </a:cubicBezTo>
                    <a:cubicBezTo>
                      <a:pt x="21" y="7"/>
                      <a:pt x="27" y="9"/>
                      <a:pt x="28" y="8"/>
                    </a:cubicBezTo>
                    <a:cubicBezTo>
                      <a:pt x="29" y="7"/>
                      <a:pt x="28" y="6"/>
                      <a:pt x="25" y="4"/>
                    </a:cubicBezTo>
                    <a:cubicBezTo>
                      <a:pt x="23" y="2"/>
                      <a:pt x="19" y="1"/>
                      <a:pt x="15" y="0"/>
                    </a:cubicBezTo>
                    <a:cubicBezTo>
                      <a:pt x="11" y="0"/>
                      <a:pt x="7" y="0"/>
                      <a:pt x="4" y="1"/>
                    </a:cubicBezTo>
                    <a:cubicBezTo>
                      <a:pt x="1" y="2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314">
                <a:extLst>
                  <a:ext uri="{FF2B5EF4-FFF2-40B4-BE49-F238E27FC236}">
                    <a16:creationId xmlns:a16="http://schemas.microsoft.com/office/drawing/2014/main" id="{AA464851-3E90-4C98-A2F4-A3B9F79D4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9" y="810"/>
                <a:ext cx="51" cy="21"/>
              </a:xfrm>
              <a:custGeom>
                <a:avLst/>
                <a:gdLst>
                  <a:gd name="T0" fmla="*/ 1 w 22"/>
                  <a:gd name="T1" fmla="*/ 7 h 9"/>
                  <a:gd name="T2" fmla="*/ 11 w 22"/>
                  <a:gd name="T3" fmla="*/ 7 h 9"/>
                  <a:gd name="T4" fmla="*/ 22 w 22"/>
                  <a:gd name="T5" fmla="*/ 5 h 9"/>
                  <a:gd name="T6" fmla="*/ 19 w 22"/>
                  <a:gd name="T7" fmla="*/ 2 h 9"/>
                  <a:gd name="T8" fmla="*/ 11 w 22"/>
                  <a:gd name="T9" fmla="*/ 0 h 9"/>
                  <a:gd name="T10" fmla="*/ 2 w 22"/>
                  <a:gd name="T11" fmla="*/ 4 h 9"/>
                  <a:gd name="T12" fmla="*/ 1 w 22"/>
                  <a:gd name="T1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9">
                    <a:moveTo>
                      <a:pt x="1" y="7"/>
                    </a:moveTo>
                    <a:cubicBezTo>
                      <a:pt x="2" y="9"/>
                      <a:pt x="6" y="7"/>
                      <a:pt x="11" y="7"/>
                    </a:cubicBezTo>
                    <a:cubicBezTo>
                      <a:pt x="16" y="6"/>
                      <a:pt x="21" y="7"/>
                      <a:pt x="22" y="5"/>
                    </a:cubicBezTo>
                    <a:cubicBezTo>
                      <a:pt x="22" y="5"/>
                      <a:pt x="21" y="3"/>
                      <a:pt x="19" y="2"/>
                    </a:cubicBezTo>
                    <a:cubicBezTo>
                      <a:pt x="17" y="1"/>
                      <a:pt x="14" y="0"/>
                      <a:pt x="11" y="0"/>
                    </a:cubicBezTo>
                    <a:cubicBezTo>
                      <a:pt x="7" y="1"/>
                      <a:pt x="4" y="2"/>
                      <a:pt x="2" y="4"/>
                    </a:cubicBezTo>
                    <a:cubicBezTo>
                      <a:pt x="1" y="5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315">
                <a:extLst>
                  <a:ext uri="{FF2B5EF4-FFF2-40B4-BE49-F238E27FC236}">
                    <a16:creationId xmlns:a16="http://schemas.microsoft.com/office/drawing/2014/main" id="{69950116-0D9C-45CE-9980-528CB3767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9" y="635"/>
                <a:ext cx="253" cy="296"/>
              </a:xfrm>
              <a:custGeom>
                <a:avLst/>
                <a:gdLst>
                  <a:gd name="T0" fmla="*/ 8 w 109"/>
                  <a:gd name="T1" fmla="*/ 10 h 127"/>
                  <a:gd name="T2" fmla="*/ 25 w 109"/>
                  <a:gd name="T3" fmla="*/ 2 h 127"/>
                  <a:gd name="T4" fmla="*/ 96 w 109"/>
                  <a:gd name="T5" fmla="*/ 43 h 127"/>
                  <a:gd name="T6" fmla="*/ 95 w 109"/>
                  <a:gd name="T7" fmla="*/ 125 h 127"/>
                  <a:gd name="T8" fmla="*/ 84 w 109"/>
                  <a:gd name="T9" fmla="*/ 127 h 127"/>
                  <a:gd name="T10" fmla="*/ 4 w 109"/>
                  <a:gd name="T11" fmla="*/ 27 h 127"/>
                  <a:gd name="T12" fmla="*/ 8 w 109"/>
                  <a:gd name="T13" fmla="*/ 1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27">
                    <a:moveTo>
                      <a:pt x="8" y="10"/>
                    </a:moveTo>
                    <a:cubicBezTo>
                      <a:pt x="12" y="5"/>
                      <a:pt x="18" y="3"/>
                      <a:pt x="25" y="2"/>
                    </a:cubicBezTo>
                    <a:cubicBezTo>
                      <a:pt x="52" y="0"/>
                      <a:pt x="82" y="18"/>
                      <a:pt x="96" y="43"/>
                    </a:cubicBezTo>
                    <a:cubicBezTo>
                      <a:pt x="109" y="67"/>
                      <a:pt x="108" y="101"/>
                      <a:pt x="95" y="125"/>
                    </a:cubicBezTo>
                    <a:cubicBezTo>
                      <a:pt x="84" y="127"/>
                      <a:pt x="84" y="127"/>
                      <a:pt x="84" y="127"/>
                    </a:cubicBezTo>
                    <a:cubicBezTo>
                      <a:pt x="63" y="124"/>
                      <a:pt x="31" y="62"/>
                      <a:pt x="4" y="27"/>
                    </a:cubicBezTo>
                    <a:cubicBezTo>
                      <a:pt x="0" y="22"/>
                      <a:pt x="5" y="15"/>
                      <a:pt x="8" y="1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316">
                <a:extLst>
                  <a:ext uri="{FF2B5EF4-FFF2-40B4-BE49-F238E27FC236}">
                    <a16:creationId xmlns:a16="http://schemas.microsoft.com/office/drawing/2014/main" id="{5088A0ED-684A-47B3-8CF4-43CE813F3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" y="628"/>
                <a:ext cx="182" cy="219"/>
              </a:xfrm>
              <a:custGeom>
                <a:avLst/>
                <a:gdLst>
                  <a:gd name="T0" fmla="*/ 20 w 78"/>
                  <a:gd name="T1" fmla="*/ 27 h 94"/>
                  <a:gd name="T2" fmla="*/ 75 w 78"/>
                  <a:gd name="T3" fmla="*/ 11 h 94"/>
                  <a:gd name="T4" fmla="*/ 64 w 78"/>
                  <a:gd name="T5" fmla="*/ 31 h 94"/>
                  <a:gd name="T6" fmla="*/ 41 w 78"/>
                  <a:gd name="T7" fmla="*/ 47 h 94"/>
                  <a:gd name="T8" fmla="*/ 11 w 78"/>
                  <a:gd name="T9" fmla="*/ 93 h 94"/>
                  <a:gd name="T10" fmla="*/ 9 w 78"/>
                  <a:gd name="T11" fmla="*/ 94 h 94"/>
                  <a:gd name="T12" fmla="*/ 3 w 78"/>
                  <a:gd name="T13" fmla="*/ 75 h 94"/>
                  <a:gd name="T14" fmla="*/ 20 w 78"/>
                  <a:gd name="T15" fmla="*/ 2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94">
                    <a:moveTo>
                      <a:pt x="20" y="27"/>
                    </a:moveTo>
                    <a:cubicBezTo>
                      <a:pt x="32" y="15"/>
                      <a:pt x="52" y="0"/>
                      <a:pt x="75" y="11"/>
                    </a:cubicBezTo>
                    <a:cubicBezTo>
                      <a:pt x="78" y="18"/>
                      <a:pt x="70" y="26"/>
                      <a:pt x="64" y="31"/>
                    </a:cubicBezTo>
                    <a:cubicBezTo>
                      <a:pt x="55" y="38"/>
                      <a:pt x="47" y="42"/>
                      <a:pt x="41" y="47"/>
                    </a:cubicBezTo>
                    <a:cubicBezTo>
                      <a:pt x="29" y="57"/>
                      <a:pt x="13" y="73"/>
                      <a:pt x="11" y="93"/>
                    </a:cubicBezTo>
                    <a:cubicBezTo>
                      <a:pt x="11" y="94"/>
                      <a:pt x="10" y="94"/>
                      <a:pt x="9" y="94"/>
                    </a:cubicBezTo>
                    <a:cubicBezTo>
                      <a:pt x="7" y="94"/>
                      <a:pt x="4" y="85"/>
                      <a:pt x="3" y="75"/>
                    </a:cubicBezTo>
                    <a:cubicBezTo>
                      <a:pt x="0" y="52"/>
                      <a:pt x="7" y="39"/>
                      <a:pt x="20" y="2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317">
                <a:extLst>
                  <a:ext uri="{FF2B5EF4-FFF2-40B4-BE49-F238E27FC236}">
                    <a16:creationId xmlns:a16="http://schemas.microsoft.com/office/drawing/2014/main" id="{7C189E99-D1B2-4C65-B227-C6B1D2F9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" y="880"/>
                <a:ext cx="63" cy="123"/>
              </a:xfrm>
              <a:custGeom>
                <a:avLst/>
                <a:gdLst>
                  <a:gd name="T0" fmla="*/ 0 w 27"/>
                  <a:gd name="T1" fmla="*/ 9 h 53"/>
                  <a:gd name="T2" fmla="*/ 27 w 27"/>
                  <a:gd name="T3" fmla="*/ 27 h 53"/>
                  <a:gd name="T4" fmla="*/ 0 w 27"/>
                  <a:gd name="T5" fmla="*/ 47 h 53"/>
                  <a:gd name="T6" fmla="*/ 0 w 27"/>
                  <a:gd name="T7" fmla="*/ 9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53">
                    <a:moveTo>
                      <a:pt x="0" y="9"/>
                    </a:moveTo>
                    <a:cubicBezTo>
                      <a:pt x="1" y="8"/>
                      <a:pt x="27" y="0"/>
                      <a:pt x="27" y="27"/>
                    </a:cubicBezTo>
                    <a:cubicBezTo>
                      <a:pt x="26" y="53"/>
                      <a:pt x="0" y="48"/>
                      <a:pt x="0" y="47"/>
                    </a:cubicBezTo>
                    <a:cubicBezTo>
                      <a:pt x="0" y="46"/>
                      <a:pt x="0" y="9"/>
                      <a:pt x="0" y="9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318">
                <a:extLst>
                  <a:ext uri="{FF2B5EF4-FFF2-40B4-BE49-F238E27FC236}">
                    <a16:creationId xmlns:a16="http://schemas.microsoft.com/office/drawing/2014/main" id="{459A82F9-B525-4628-9C2F-7F67F4485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9" y="917"/>
                <a:ext cx="28" cy="53"/>
              </a:xfrm>
              <a:custGeom>
                <a:avLst/>
                <a:gdLst>
                  <a:gd name="T0" fmla="*/ 0 w 12"/>
                  <a:gd name="T1" fmla="*/ 21 h 23"/>
                  <a:gd name="T2" fmla="*/ 1 w 12"/>
                  <a:gd name="T3" fmla="*/ 22 h 23"/>
                  <a:gd name="T4" fmla="*/ 5 w 12"/>
                  <a:gd name="T5" fmla="*/ 22 h 23"/>
                  <a:gd name="T6" fmla="*/ 10 w 12"/>
                  <a:gd name="T7" fmla="*/ 11 h 23"/>
                  <a:gd name="T8" fmla="*/ 9 w 12"/>
                  <a:gd name="T9" fmla="*/ 5 h 23"/>
                  <a:gd name="T10" fmla="*/ 5 w 12"/>
                  <a:gd name="T11" fmla="*/ 1 h 23"/>
                  <a:gd name="T12" fmla="*/ 3 w 12"/>
                  <a:gd name="T13" fmla="*/ 2 h 23"/>
                  <a:gd name="T14" fmla="*/ 2 w 12"/>
                  <a:gd name="T15" fmla="*/ 4 h 23"/>
                  <a:gd name="T16" fmla="*/ 2 w 12"/>
                  <a:gd name="T17" fmla="*/ 2 h 23"/>
                  <a:gd name="T18" fmla="*/ 3 w 12"/>
                  <a:gd name="T19" fmla="*/ 1 h 23"/>
                  <a:gd name="T20" fmla="*/ 6 w 12"/>
                  <a:gd name="T21" fmla="*/ 0 h 23"/>
                  <a:gd name="T22" fmla="*/ 10 w 12"/>
                  <a:gd name="T23" fmla="*/ 4 h 23"/>
                  <a:gd name="T24" fmla="*/ 12 w 12"/>
                  <a:gd name="T25" fmla="*/ 11 h 23"/>
                  <a:gd name="T26" fmla="*/ 5 w 12"/>
                  <a:gd name="T27" fmla="*/ 23 h 23"/>
                  <a:gd name="T28" fmla="*/ 1 w 12"/>
                  <a:gd name="T29" fmla="*/ 22 h 23"/>
                  <a:gd name="T30" fmla="*/ 0 w 12"/>
                  <a:gd name="T31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" h="23">
                    <a:moveTo>
                      <a:pt x="0" y="21"/>
                    </a:moveTo>
                    <a:cubicBezTo>
                      <a:pt x="0" y="21"/>
                      <a:pt x="0" y="21"/>
                      <a:pt x="1" y="22"/>
                    </a:cubicBezTo>
                    <a:cubicBezTo>
                      <a:pt x="2" y="22"/>
                      <a:pt x="3" y="22"/>
                      <a:pt x="5" y="22"/>
                    </a:cubicBezTo>
                    <a:cubicBezTo>
                      <a:pt x="7" y="21"/>
                      <a:pt x="10" y="16"/>
                      <a:pt x="10" y="11"/>
                    </a:cubicBezTo>
                    <a:cubicBezTo>
                      <a:pt x="10" y="9"/>
                      <a:pt x="10" y="7"/>
                      <a:pt x="9" y="5"/>
                    </a:cubicBezTo>
                    <a:cubicBezTo>
                      <a:pt x="8" y="3"/>
                      <a:pt x="7" y="1"/>
                      <a:pt x="5" y="1"/>
                    </a:cubicBezTo>
                    <a:cubicBezTo>
                      <a:pt x="4" y="1"/>
                      <a:pt x="3" y="2"/>
                      <a:pt x="3" y="2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2" y="3"/>
                      <a:pt x="2" y="2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2"/>
                      <a:pt x="10" y="4"/>
                    </a:cubicBezTo>
                    <a:cubicBezTo>
                      <a:pt x="11" y="6"/>
                      <a:pt x="12" y="9"/>
                      <a:pt x="12" y="11"/>
                    </a:cubicBezTo>
                    <a:cubicBezTo>
                      <a:pt x="12" y="17"/>
                      <a:pt x="9" y="22"/>
                      <a:pt x="5" y="23"/>
                    </a:cubicBezTo>
                    <a:cubicBezTo>
                      <a:pt x="3" y="23"/>
                      <a:pt x="2" y="23"/>
                      <a:pt x="1" y="22"/>
                    </a:cubicBezTo>
                    <a:cubicBezTo>
                      <a:pt x="0" y="22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319">
                <a:extLst>
                  <a:ext uri="{FF2B5EF4-FFF2-40B4-BE49-F238E27FC236}">
                    <a16:creationId xmlns:a16="http://schemas.microsoft.com/office/drawing/2014/main" id="{E63C3CA6-4E70-4F53-98E3-DB9CEF18E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7" y="894"/>
                <a:ext cx="237" cy="360"/>
              </a:xfrm>
              <a:custGeom>
                <a:avLst/>
                <a:gdLst>
                  <a:gd name="T0" fmla="*/ 102 w 102"/>
                  <a:gd name="T1" fmla="*/ 135 h 155"/>
                  <a:gd name="T2" fmla="*/ 63 w 102"/>
                  <a:gd name="T3" fmla="*/ 155 h 155"/>
                  <a:gd name="T4" fmla="*/ 47 w 102"/>
                  <a:gd name="T5" fmla="*/ 128 h 155"/>
                  <a:gd name="T6" fmla="*/ 26 w 102"/>
                  <a:gd name="T7" fmla="*/ 114 h 155"/>
                  <a:gd name="T8" fmla="*/ 12 w 102"/>
                  <a:gd name="T9" fmla="*/ 98 h 155"/>
                  <a:gd name="T10" fmla="*/ 9 w 102"/>
                  <a:gd name="T11" fmla="*/ 85 h 155"/>
                  <a:gd name="T12" fmla="*/ 10 w 102"/>
                  <a:gd name="T13" fmla="*/ 83 h 155"/>
                  <a:gd name="T14" fmla="*/ 14 w 102"/>
                  <a:gd name="T15" fmla="*/ 76 h 155"/>
                  <a:gd name="T16" fmla="*/ 11 w 102"/>
                  <a:gd name="T17" fmla="*/ 60 h 155"/>
                  <a:gd name="T18" fmla="*/ 16 w 102"/>
                  <a:gd name="T19" fmla="*/ 42 h 155"/>
                  <a:gd name="T20" fmla="*/ 1 w 102"/>
                  <a:gd name="T21" fmla="*/ 11 h 155"/>
                  <a:gd name="T22" fmla="*/ 2 w 102"/>
                  <a:gd name="T23" fmla="*/ 2 h 155"/>
                  <a:gd name="T24" fmla="*/ 7 w 102"/>
                  <a:gd name="T25" fmla="*/ 2 h 155"/>
                  <a:gd name="T26" fmla="*/ 27 w 102"/>
                  <a:gd name="T27" fmla="*/ 30 h 155"/>
                  <a:gd name="T28" fmla="*/ 32 w 102"/>
                  <a:gd name="T29" fmla="*/ 36 h 155"/>
                  <a:gd name="T30" fmla="*/ 39 w 102"/>
                  <a:gd name="T31" fmla="*/ 37 h 155"/>
                  <a:gd name="T32" fmla="*/ 41 w 102"/>
                  <a:gd name="T33" fmla="*/ 25 h 155"/>
                  <a:gd name="T34" fmla="*/ 61 w 102"/>
                  <a:gd name="T35" fmla="*/ 39 h 155"/>
                  <a:gd name="T36" fmla="*/ 78 w 102"/>
                  <a:gd name="T37" fmla="*/ 62 h 155"/>
                  <a:gd name="T38" fmla="*/ 85 w 102"/>
                  <a:gd name="T39" fmla="*/ 104 h 155"/>
                  <a:gd name="T40" fmla="*/ 102 w 102"/>
                  <a:gd name="T41" fmla="*/ 13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2" h="155">
                    <a:moveTo>
                      <a:pt x="102" y="135"/>
                    </a:moveTo>
                    <a:cubicBezTo>
                      <a:pt x="63" y="155"/>
                      <a:pt x="63" y="155"/>
                      <a:pt x="63" y="155"/>
                    </a:cubicBezTo>
                    <a:cubicBezTo>
                      <a:pt x="47" y="128"/>
                      <a:pt x="47" y="128"/>
                      <a:pt x="47" y="128"/>
                    </a:cubicBezTo>
                    <a:cubicBezTo>
                      <a:pt x="38" y="123"/>
                      <a:pt x="29" y="117"/>
                      <a:pt x="26" y="114"/>
                    </a:cubicBezTo>
                    <a:cubicBezTo>
                      <a:pt x="12" y="98"/>
                      <a:pt x="12" y="98"/>
                      <a:pt x="12" y="98"/>
                    </a:cubicBezTo>
                    <a:cubicBezTo>
                      <a:pt x="9" y="94"/>
                      <a:pt x="8" y="90"/>
                      <a:pt x="9" y="85"/>
                    </a:cubicBezTo>
                    <a:cubicBezTo>
                      <a:pt x="9" y="84"/>
                      <a:pt x="9" y="83"/>
                      <a:pt x="10" y="83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2" y="66"/>
                      <a:pt x="11" y="60"/>
                    </a:cubicBezTo>
                    <a:cubicBezTo>
                      <a:pt x="11" y="54"/>
                      <a:pt x="16" y="42"/>
                      <a:pt x="16" y="4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12" y="5"/>
                      <a:pt x="27" y="30"/>
                      <a:pt x="27" y="3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9" y="37"/>
                      <a:pt x="37" y="27"/>
                      <a:pt x="41" y="25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78" y="62"/>
                      <a:pt x="78" y="62"/>
                      <a:pt x="78" y="62"/>
                    </a:cubicBezTo>
                    <a:cubicBezTo>
                      <a:pt x="78" y="62"/>
                      <a:pt x="81" y="96"/>
                      <a:pt x="85" y="104"/>
                    </a:cubicBezTo>
                    <a:cubicBezTo>
                      <a:pt x="90" y="113"/>
                      <a:pt x="102" y="135"/>
                      <a:pt x="102" y="135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320">
                <a:extLst>
                  <a:ext uri="{FF2B5EF4-FFF2-40B4-BE49-F238E27FC236}">
                    <a16:creationId xmlns:a16="http://schemas.microsoft.com/office/drawing/2014/main" id="{326491F6-9F73-479C-A3B1-43B7030D1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2" y="991"/>
                <a:ext cx="28" cy="59"/>
              </a:xfrm>
              <a:custGeom>
                <a:avLst/>
                <a:gdLst>
                  <a:gd name="T0" fmla="*/ 11 w 12"/>
                  <a:gd name="T1" fmla="*/ 25 h 25"/>
                  <a:gd name="T2" fmla="*/ 4 w 12"/>
                  <a:gd name="T3" fmla="*/ 13 h 25"/>
                  <a:gd name="T4" fmla="*/ 1 w 12"/>
                  <a:gd name="T5" fmla="*/ 0 h 25"/>
                  <a:gd name="T6" fmla="*/ 6 w 12"/>
                  <a:gd name="T7" fmla="*/ 13 h 25"/>
                  <a:gd name="T8" fmla="*/ 11 w 1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5">
                    <a:moveTo>
                      <a:pt x="11" y="25"/>
                    </a:moveTo>
                    <a:cubicBezTo>
                      <a:pt x="11" y="25"/>
                      <a:pt x="7" y="20"/>
                      <a:pt x="4" y="13"/>
                    </a:cubicBezTo>
                    <a:cubicBezTo>
                      <a:pt x="1" y="7"/>
                      <a:pt x="0" y="0"/>
                      <a:pt x="1" y="0"/>
                    </a:cubicBezTo>
                    <a:cubicBezTo>
                      <a:pt x="1" y="0"/>
                      <a:pt x="3" y="6"/>
                      <a:pt x="6" y="13"/>
                    </a:cubicBezTo>
                    <a:cubicBezTo>
                      <a:pt x="9" y="20"/>
                      <a:pt x="12" y="25"/>
                      <a:pt x="11" y="25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321">
                <a:extLst>
                  <a:ext uri="{FF2B5EF4-FFF2-40B4-BE49-F238E27FC236}">
                    <a16:creationId xmlns:a16="http://schemas.microsoft.com/office/drawing/2014/main" id="{F3B8B72C-F828-46E4-9336-DFCF97C7F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5" y="1054"/>
                <a:ext cx="11" cy="33"/>
              </a:xfrm>
              <a:custGeom>
                <a:avLst/>
                <a:gdLst>
                  <a:gd name="T0" fmla="*/ 5 w 5"/>
                  <a:gd name="T1" fmla="*/ 14 h 14"/>
                  <a:gd name="T2" fmla="*/ 2 w 5"/>
                  <a:gd name="T3" fmla="*/ 7 h 14"/>
                  <a:gd name="T4" fmla="*/ 0 w 5"/>
                  <a:gd name="T5" fmla="*/ 0 h 14"/>
                  <a:gd name="T6" fmla="*/ 3 w 5"/>
                  <a:gd name="T7" fmla="*/ 7 h 14"/>
                  <a:gd name="T8" fmla="*/ 5 w 5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4">
                    <a:moveTo>
                      <a:pt x="5" y="14"/>
                    </a:moveTo>
                    <a:cubicBezTo>
                      <a:pt x="5" y="14"/>
                      <a:pt x="3" y="11"/>
                      <a:pt x="2" y="7"/>
                    </a:cubicBezTo>
                    <a:cubicBezTo>
                      <a:pt x="1" y="3"/>
                      <a:pt x="0" y="0"/>
                      <a:pt x="0" y="0"/>
                    </a:cubicBezTo>
                    <a:cubicBezTo>
                      <a:pt x="1" y="0"/>
                      <a:pt x="2" y="3"/>
                      <a:pt x="3" y="7"/>
                    </a:cubicBezTo>
                    <a:cubicBezTo>
                      <a:pt x="4" y="11"/>
                      <a:pt x="5" y="14"/>
                      <a:pt x="5" y="14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322">
                <a:extLst>
                  <a:ext uri="{FF2B5EF4-FFF2-40B4-BE49-F238E27FC236}">
                    <a16:creationId xmlns:a16="http://schemas.microsoft.com/office/drawing/2014/main" id="{1DA6AF68-6EC6-4498-A54A-7C9A0536F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0" y="949"/>
                <a:ext cx="84" cy="89"/>
              </a:xfrm>
              <a:custGeom>
                <a:avLst/>
                <a:gdLst>
                  <a:gd name="T0" fmla="*/ 0 w 36"/>
                  <a:gd name="T1" fmla="*/ 1 h 38"/>
                  <a:gd name="T2" fmla="*/ 5 w 36"/>
                  <a:gd name="T3" fmla="*/ 7 h 38"/>
                  <a:gd name="T4" fmla="*/ 16 w 36"/>
                  <a:gd name="T5" fmla="*/ 22 h 38"/>
                  <a:gd name="T6" fmla="*/ 23 w 36"/>
                  <a:gd name="T7" fmla="*/ 30 h 38"/>
                  <a:gd name="T8" fmla="*/ 29 w 36"/>
                  <a:gd name="T9" fmla="*/ 36 h 38"/>
                  <a:gd name="T10" fmla="*/ 36 w 36"/>
                  <a:gd name="T11" fmla="*/ 38 h 38"/>
                  <a:gd name="T12" fmla="*/ 34 w 36"/>
                  <a:gd name="T13" fmla="*/ 38 h 38"/>
                  <a:gd name="T14" fmla="*/ 28 w 36"/>
                  <a:gd name="T15" fmla="*/ 36 h 38"/>
                  <a:gd name="T16" fmla="*/ 22 w 36"/>
                  <a:gd name="T17" fmla="*/ 31 h 38"/>
                  <a:gd name="T18" fmla="*/ 15 w 36"/>
                  <a:gd name="T19" fmla="*/ 23 h 38"/>
                  <a:gd name="T20" fmla="*/ 4 w 36"/>
                  <a:gd name="T21" fmla="*/ 7 h 38"/>
                  <a:gd name="T22" fmla="*/ 0 w 36"/>
                  <a:gd name="T23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38">
                    <a:moveTo>
                      <a:pt x="0" y="1"/>
                    </a:moveTo>
                    <a:cubicBezTo>
                      <a:pt x="0" y="0"/>
                      <a:pt x="2" y="3"/>
                      <a:pt x="5" y="7"/>
                    </a:cubicBezTo>
                    <a:cubicBezTo>
                      <a:pt x="8" y="11"/>
                      <a:pt x="12" y="16"/>
                      <a:pt x="16" y="22"/>
                    </a:cubicBezTo>
                    <a:cubicBezTo>
                      <a:pt x="18" y="25"/>
                      <a:pt x="21" y="28"/>
                      <a:pt x="23" y="30"/>
                    </a:cubicBezTo>
                    <a:cubicBezTo>
                      <a:pt x="25" y="32"/>
                      <a:pt x="27" y="34"/>
                      <a:pt x="29" y="36"/>
                    </a:cubicBezTo>
                    <a:cubicBezTo>
                      <a:pt x="33" y="38"/>
                      <a:pt x="36" y="37"/>
                      <a:pt x="36" y="38"/>
                    </a:cubicBezTo>
                    <a:cubicBezTo>
                      <a:pt x="36" y="38"/>
                      <a:pt x="35" y="38"/>
                      <a:pt x="34" y="38"/>
                    </a:cubicBezTo>
                    <a:cubicBezTo>
                      <a:pt x="32" y="38"/>
                      <a:pt x="30" y="38"/>
                      <a:pt x="28" y="36"/>
                    </a:cubicBezTo>
                    <a:cubicBezTo>
                      <a:pt x="26" y="35"/>
                      <a:pt x="24" y="33"/>
                      <a:pt x="22" y="31"/>
                    </a:cubicBezTo>
                    <a:cubicBezTo>
                      <a:pt x="20" y="28"/>
                      <a:pt x="17" y="26"/>
                      <a:pt x="15" y="23"/>
                    </a:cubicBezTo>
                    <a:cubicBezTo>
                      <a:pt x="11" y="17"/>
                      <a:pt x="7" y="11"/>
                      <a:pt x="4" y="7"/>
                    </a:cubicBezTo>
                    <a:cubicBezTo>
                      <a:pt x="2" y="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323">
                <a:extLst>
                  <a:ext uri="{FF2B5EF4-FFF2-40B4-BE49-F238E27FC236}">
                    <a16:creationId xmlns:a16="http://schemas.microsoft.com/office/drawing/2014/main" id="{CFB5A9E0-17DB-4F39-A316-D0D93E0E9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5" y="961"/>
                <a:ext cx="37" cy="70"/>
              </a:xfrm>
              <a:custGeom>
                <a:avLst/>
                <a:gdLst>
                  <a:gd name="T0" fmla="*/ 16 w 16"/>
                  <a:gd name="T1" fmla="*/ 30 h 30"/>
                  <a:gd name="T2" fmla="*/ 15 w 16"/>
                  <a:gd name="T3" fmla="*/ 25 h 30"/>
                  <a:gd name="T4" fmla="*/ 8 w 16"/>
                  <a:gd name="T5" fmla="*/ 16 h 30"/>
                  <a:gd name="T6" fmla="*/ 2 w 16"/>
                  <a:gd name="T7" fmla="*/ 11 h 30"/>
                  <a:gd name="T8" fmla="*/ 0 w 16"/>
                  <a:gd name="T9" fmla="*/ 6 h 30"/>
                  <a:gd name="T10" fmla="*/ 1 w 16"/>
                  <a:gd name="T11" fmla="*/ 0 h 30"/>
                  <a:gd name="T12" fmla="*/ 1 w 16"/>
                  <a:gd name="T13" fmla="*/ 5 h 30"/>
                  <a:gd name="T14" fmla="*/ 3 w 16"/>
                  <a:gd name="T15" fmla="*/ 10 h 30"/>
                  <a:gd name="T16" fmla="*/ 8 w 16"/>
                  <a:gd name="T17" fmla="*/ 15 h 30"/>
                  <a:gd name="T18" fmla="*/ 15 w 16"/>
                  <a:gd name="T19" fmla="*/ 25 h 30"/>
                  <a:gd name="T20" fmla="*/ 16 w 16"/>
                  <a:gd name="T2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30">
                    <a:moveTo>
                      <a:pt x="16" y="30"/>
                    </a:moveTo>
                    <a:cubicBezTo>
                      <a:pt x="16" y="30"/>
                      <a:pt x="16" y="28"/>
                      <a:pt x="15" y="25"/>
                    </a:cubicBezTo>
                    <a:cubicBezTo>
                      <a:pt x="13" y="22"/>
                      <a:pt x="11" y="19"/>
                      <a:pt x="8" y="16"/>
                    </a:cubicBezTo>
                    <a:cubicBezTo>
                      <a:pt x="6" y="14"/>
                      <a:pt x="4" y="13"/>
                      <a:pt x="2" y="11"/>
                    </a:cubicBezTo>
                    <a:cubicBezTo>
                      <a:pt x="1" y="9"/>
                      <a:pt x="0" y="7"/>
                      <a:pt x="0" y="6"/>
                    </a:cubicBez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2"/>
                      <a:pt x="1" y="5"/>
                    </a:cubicBezTo>
                    <a:cubicBezTo>
                      <a:pt x="1" y="7"/>
                      <a:pt x="2" y="9"/>
                      <a:pt x="3" y="10"/>
                    </a:cubicBezTo>
                    <a:cubicBezTo>
                      <a:pt x="5" y="12"/>
                      <a:pt x="6" y="13"/>
                      <a:pt x="8" y="15"/>
                    </a:cubicBezTo>
                    <a:cubicBezTo>
                      <a:pt x="12" y="18"/>
                      <a:pt x="14" y="22"/>
                      <a:pt x="15" y="25"/>
                    </a:cubicBezTo>
                    <a:cubicBezTo>
                      <a:pt x="16" y="28"/>
                      <a:pt x="16" y="30"/>
                      <a:pt x="16" y="3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324">
                <a:extLst>
                  <a:ext uri="{FF2B5EF4-FFF2-40B4-BE49-F238E27FC236}">
                    <a16:creationId xmlns:a16="http://schemas.microsoft.com/office/drawing/2014/main" id="{29F9FBFF-AFB0-46C8-BEDC-FBECFFA0C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9" y="1184"/>
                <a:ext cx="575" cy="789"/>
              </a:xfrm>
              <a:custGeom>
                <a:avLst/>
                <a:gdLst>
                  <a:gd name="T0" fmla="*/ 240 w 247"/>
                  <a:gd name="T1" fmla="*/ 318 h 339"/>
                  <a:gd name="T2" fmla="*/ 240 w 247"/>
                  <a:gd name="T3" fmla="*/ 249 h 339"/>
                  <a:gd name="T4" fmla="*/ 247 w 247"/>
                  <a:gd name="T5" fmla="*/ 107 h 339"/>
                  <a:gd name="T6" fmla="*/ 208 w 247"/>
                  <a:gd name="T7" fmla="*/ 0 h 339"/>
                  <a:gd name="T8" fmla="*/ 144 w 247"/>
                  <a:gd name="T9" fmla="*/ 2 h 339"/>
                  <a:gd name="T10" fmla="*/ 96 w 247"/>
                  <a:gd name="T11" fmla="*/ 3 h 339"/>
                  <a:gd name="T12" fmla="*/ 18 w 247"/>
                  <a:gd name="T13" fmla="*/ 79 h 339"/>
                  <a:gd name="T14" fmla="*/ 5 w 247"/>
                  <a:gd name="T15" fmla="*/ 176 h 339"/>
                  <a:gd name="T16" fmla="*/ 10 w 247"/>
                  <a:gd name="T17" fmla="*/ 203 h 339"/>
                  <a:gd name="T18" fmla="*/ 27 w 247"/>
                  <a:gd name="T19" fmla="*/ 268 h 339"/>
                  <a:gd name="T20" fmla="*/ 40 w 247"/>
                  <a:gd name="T21" fmla="*/ 327 h 339"/>
                  <a:gd name="T22" fmla="*/ 232 w 247"/>
                  <a:gd name="T23" fmla="*/ 332 h 339"/>
                  <a:gd name="T24" fmla="*/ 240 w 247"/>
                  <a:gd name="T25" fmla="*/ 318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7" h="339">
                    <a:moveTo>
                      <a:pt x="240" y="318"/>
                    </a:moveTo>
                    <a:cubicBezTo>
                      <a:pt x="240" y="249"/>
                      <a:pt x="240" y="249"/>
                      <a:pt x="240" y="249"/>
                    </a:cubicBezTo>
                    <a:cubicBezTo>
                      <a:pt x="240" y="249"/>
                      <a:pt x="247" y="141"/>
                      <a:pt x="247" y="107"/>
                    </a:cubicBezTo>
                    <a:cubicBezTo>
                      <a:pt x="247" y="74"/>
                      <a:pt x="208" y="0"/>
                      <a:pt x="208" y="0"/>
                    </a:cubicBezTo>
                    <a:cubicBezTo>
                      <a:pt x="144" y="2"/>
                      <a:pt x="144" y="2"/>
                      <a:pt x="144" y="2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3"/>
                      <a:pt x="18" y="79"/>
                      <a:pt x="18" y="79"/>
                    </a:cubicBezTo>
                    <a:cubicBezTo>
                      <a:pt x="18" y="79"/>
                      <a:pt x="0" y="123"/>
                      <a:pt x="5" y="176"/>
                    </a:cubicBezTo>
                    <a:cubicBezTo>
                      <a:pt x="6" y="185"/>
                      <a:pt x="8" y="194"/>
                      <a:pt x="10" y="203"/>
                    </a:cubicBezTo>
                    <a:cubicBezTo>
                      <a:pt x="27" y="268"/>
                      <a:pt x="27" y="268"/>
                      <a:pt x="27" y="268"/>
                    </a:cubicBezTo>
                    <a:cubicBezTo>
                      <a:pt x="27" y="268"/>
                      <a:pt x="36" y="312"/>
                      <a:pt x="40" y="327"/>
                    </a:cubicBezTo>
                    <a:cubicBezTo>
                      <a:pt x="42" y="339"/>
                      <a:pt x="174" y="333"/>
                      <a:pt x="232" y="332"/>
                    </a:cubicBezTo>
                    <a:cubicBezTo>
                      <a:pt x="245" y="332"/>
                      <a:pt x="240" y="318"/>
                      <a:pt x="240" y="318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325">
                <a:extLst>
                  <a:ext uri="{FF2B5EF4-FFF2-40B4-BE49-F238E27FC236}">
                    <a16:creationId xmlns:a16="http://schemas.microsoft.com/office/drawing/2014/main" id="{7C1226E0-CB1C-423E-AEF1-5317D8DA6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5" y="1138"/>
                <a:ext cx="740" cy="523"/>
              </a:xfrm>
              <a:custGeom>
                <a:avLst/>
                <a:gdLst>
                  <a:gd name="T0" fmla="*/ 41 w 318"/>
                  <a:gd name="T1" fmla="*/ 0 h 225"/>
                  <a:gd name="T2" fmla="*/ 126 w 318"/>
                  <a:gd name="T3" fmla="*/ 117 h 225"/>
                  <a:gd name="T4" fmla="*/ 225 w 318"/>
                  <a:gd name="T5" fmla="*/ 50 h 225"/>
                  <a:gd name="T6" fmla="*/ 293 w 318"/>
                  <a:gd name="T7" fmla="*/ 24 h 225"/>
                  <a:gd name="T8" fmla="*/ 285 w 318"/>
                  <a:gd name="T9" fmla="*/ 142 h 225"/>
                  <a:gd name="T10" fmla="*/ 109 w 318"/>
                  <a:gd name="T11" fmla="*/ 221 h 225"/>
                  <a:gd name="T12" fmla="*/ 7 w 318"/>
                  <a:gd name="T13" fmla="*/ 47 h 225"/>
                  <a:gd name="T14" fmla="*/ 0 w 318"/>
                  <a:gd name="T15" fmla="*/ 37 h 225"/>
                  <a:gd name="T16" fmla="*/ 41 w 318"/>
                  <a:gd name="T1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8" h="225">
                    <a:moveTo>
                      <a:pt x="41" y="0"/>
                    </a:moveTo>
                    <a:cubicBezTo>
                      <a:pt x="41" y="0"/>
                      <a:pt x="123" y="117"/>
                      <a:pt x="126" y="117"/>
                    </a:cubicBezTo>
                    <a:cubicBezTo>
                      <a:pt x="129" y="117"/>
                      <a:pt x="225" y="50"/>
                      <a:pt x="225" y="50"/>
                    </a:cubicBezTo>
                    <a:cubicBezTo>
                      <a:pt x="225" y="50"/>
                      <a:pt x="267" y="18"/>
                      <a:pt x="293" y="24"/>
                    </a:cubicBezTo>
                    <a:cubicBezTo>
                      <a:pt x="318" y="30"/>
                      <a:pt x="285" y="142"/>
                      <a:pt x="285" y="142"/>
                    </a:cubicBezTo>
                    <a:cubicBezTo>
                      <a:pt x="285" y="142"/>
                      <a:pt x="154" y="217"/>
                      <a:pt x="109" y="221"/>
                    </a:cubicBezTo>
                    <a:cubicBezTo>
                      <a:pt x="65" y="225"/>
                      <a:pt x="7" y="47"/>
                      <a:pt x="7" y="4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41" y="0"/>
                      <a:pt x="41" y="0"/>
                      <a:pt x="41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326">
                <a:extLst>
                  <a:ext uri="{FF2B5EF4-FFF2-40B4-BE49-F238E27FC236}">
                    <a16:creationId xmlns:a16="http://schemas.microsoft.com/office/drawing/2014/main" id="{2AFDB893-C145-4A9B-945D-57CABC0D8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6" y="1487"/>
                <a:ext cx="170" cy="465"/>
              </a:xfrm>
              <a:custGeom>
                <a:avLst/>
                <a:gdLst>
                  <a:gd name="T0" fmla="*/ 73 w 73"/>
                  <a:gd name="T1" fmla="*/ 0 h 200"/>
                  <a:gd name="T2" fmla="*/ 71 w 73"/>
                  <a:gd name="T3" fmla="*/ 1 h 200"/>
                  <a:gd name="T4" fmla="*/ 64 w 73"/>
                  <a:gd name="T5" fmla="*/ 5 h 200"/>
                  <a:gd name="T6" fmla="*/ 41 w 73"/>
                  <a:gd name="T7" fmla="*/ 17 h 200"/>
                  <a:gd name="T8" fmla="*/ 25 w 73"/>
                  <a:gd name="T9" fmla="*/ 26 h 200"/>
                  <a:gd name="T10" fmla="*/ 16 w 73"/>
                  <a:gd name="T11" fmla="*/ 31 h 200"/>
                  <a:gd name="T12" fmla="*/ 7 w 73"/>
                  <a:gd name="T13" fmla="*/ 36 h 200"/>
                  <a:gd name="T14" fmla="*/ 2 w 73"/>
                  <a:gd name="T15" fmla="*/ 44 h 200"/>
                  <a:gd name="T16" fmla="*/ 4 w 73"/>
                  <a:gd name="T17" fmla="*/ 56 h 200"/>
                  <a:gd name="T18" fmla="*/ 10 w 73"/>
                  <a:gd name="T19" fmla="*/ 80 h 200"/>
                  <a:gd name="T20" fmla="*/ 31 w 73"/>
                  <a:gd name="T21" fmla="*/ 164 h 200"/>
                  <a:gd name="T22" fmla="*/ 36 w 73"/>
                  <a:gd name="T23" fmla="*/ 190 h 200"/>
                  <a:gd name="T24" fmla="*/ 38 w 73"/>
                  <a:gd name="T25" fmla="*/ 197 h 200"/>
                  <a:gd name="T26" fmla="*/ 38 w 73"/>
                  <a:gd name="T27" fmla="*/ 200 h 200"/>
                  <a:gd name="T28" fmla="*/ 37 w 73"/>
                  <a:gd name="T29" fmla="*/ 197 h 200"/>
                  <a:gd name="T30" fmla="*/ 36 w 73"/>
                  <a:gd name="T31" fmla="*/ 190 h 200"/>
                  <a:gd name="T32" fmla="*/ 29 w 73"/>
                  <a:gd name="T33" fmla="*/ 165 h 200"/>
                  <a:gd name="T34" fmla="*/ 8 w 73"/>
                  <a:gd name="T35" fmla="*/ 80 h 200"/>
                  <a:gd name="T36" fmla="*/ 2 w 73"/>
                  <a:gd name="T37" fmla="*/ 56 h 200"/>
                  <a:gd name="T38" fmla="*/ 0 w 73"/>
                  <a:gd name="T39" fmla="*/ 44 h 200"/>
                  <a:gd name="T40" fmla="*/ 2 w 73"/>
                  <a:gd name="T41" fmla="*/ 38 h 200"/>
                  <a:gd name="T42" fmla="*/ 6 w 73"/>
                  <a:gd name="T43" fmla="*/ 34 h 200"/>
                  <a:gd name="T44" fmla="*/ 40 w 73"/>
                  <a:gd name="T45" fmla="*/ 16 h 200"/>
                  <a:gd name="T46" fmla="*/ 64 w 73"/>
                  <a:gd name="T47" fmla="*/ 4 h 200"/>
                  <a:gd name="T48" fmla="*/ 70 w 73"/>
                  <a:gd name="T49" fmla="*/ 1 h 200"/>
                  <a:gd name="T50" fmla="*/ 73 w 73"/>
                  <a:gd name="T51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3" h="200">
                    <a:moveTo>
                      <a:pt x="73" y="0"/>
                    </a:moveTo>
                    <a:cubicBezTo>
                      <a:pt x="73" y="0"/>
                      <a:pt x="72" y="0"/>
                      <a:pt x="71" y="1"/>
                    </a:cubicBezTo>
                    <a:cubicBezTo>
                      <a:pt x="69" y="2"/>
                      <a:pt x="67" y="3"/>
                      <a:pt x="64" y="5"/>
                    </a:cubicBezTo>
                    <a:cubicBezTo>
                      <a:pt x="59" y="8"/>
                      <a:pt x="51" y="12"/>
                      <a:pt x="41" y="17"/>
                    </a:cubicBezTo>
                    <a:cubicBezTo>
                      <a:pt x="36" y="20"/>
                      <a:pt x="31" y="23"/>
                      <a:pt x="25" y="26"/>
                    </a:cubicBezTo>
                    <a:cubicBezTo>
                      <a:pt x="22" y="27"/>
                      <a:pt x="19" y="29"/>
                      <a:pt x="16" y="31"/>
                    </a:cubicBezTo>
                    <a:cubicBezTo>
                      <a:pt x="13" y="32"/>
                      <a:pt x="9" y="33"/>
                      <a:pt x="7" y="36"/>
                    </a:cubicBezTo>
                    <a:cubicBezTo>
                      <a:pt x="4" y="38"/>
                      <a:pt x="2" y="41"/>
                      <a:pt x="2" y="44"/>
                    </a:cubicBezTo>
                    <a:cubicBezTo>
                      <a:pt x="2" y="48"/>
                      <a:pt x="3" y="52"/>
                      <a:pt x="4" y="56"/>
                    </a:cubicBezTo>
                    <a:cubicBezTo>
                      <a:pt x="6" y="64"/>
                      <a:pt x="8" y="72"/>
                      <a:pt x="10" y="80"/>
                    </a:cubicBezTo>
                    <a:cubicBezTo>
                      <a:pt x="17" y="113"/>
                      <a:pt x="25" y="143"/>
                      <a:pt x="31" y="164"/>
                    </a:cubicBezTo>
                    <a:cubicBezTo>
                      <a:pt x="33" y="175"/>
                      <a:pt x="35" y="184"/>
                      <a:pt x="36" y="190"/>
                    </a:cubicBezTo>
                    <a:cubicBezTo>
                      <a:pt x="37" y="193"/>
                      <a:pt x="38" y="195"/>
                      <a:pt x="38" y="197"/>
                    </a:cubicBezTo>
                    <a:cubicBezTo>
                      <a:pt x="38" y="199"/>
                      <a:pt x="38" y="200"/>
                      <a:pt x="38" y="200"/>
                    </a:cubicBezTo>
                    <a:cubicBezTo>
                      <a:pt x="38" y="200"/>
                      <a:pt x="38" y="199"/>
                      <a:pt x="37" y="197"/>
                    </a:cubicBezTo>
                    <a:cubicBezTo>
                      <a:pt x="37" y="195"/>
                      <a:pt x="36" y="193"/>
                      <a:pt x="36" y="190"/>
                    </a:cubicBezTo>
                    <a:cubicBezTo>
                      <a:pt x="34" y="184"/>
                      <a:pt x="32" y="175"/>
                      <a:pt x="29" y="165"/>
                    </a:cubicBezTo>
                    <a:cubicBezTo>
                      <a:pt x="23" y="143"/>
                      <a:pt x="15" y="114"/>
                      <a:pt x="8" y="80"/>
                    </a:cubicBezTo>
                    <a:cubicBezTo>
                      <a:pt x="6" y="72"/>
                      <a:pt x="3" y="64"/>
                      <a:pt x="2" y="56"/>
                    </a:cubicBezTo>
                    <a:cubicBezTo>
                      <a:pt x="1" y="52"/>
                      <a:pt x="0" y="48"/>
                      <a:pt x="0" y="44"/>
                    </a:cubicBezTo>
                    <a:cubicBezTo>
                      <a:pt x="0" y="42"/>
                      <a:pt x="1" y="40"/>
                      <a:pt x="2" y="38"/>
                    </a:cubicBezTo>
                    <a:cubicBezTo>
                      <a:pt x="2" y="37"/>
                      <a:pt x="4" y="35"/>
                      <a:pt x="6" y="34"/>
                    </a:cubicBezTo>
                    <a:cubicBezTo>
                      <a:pt x="19" y="27"/>
                      <a:pt x="30" y="21"/>
                      <a:pt x="40" y="16"/>
                    </a:cubicBezTo>
                    <a:cubicBezTo>
                      <a:pt x="50" y="11"/>
                      <a:pt x="58" y="7"/>
                      <a:pt x="64" y="4"/>
                    </a:cubicBezTo>
                    <a:cubicBezTo>
                      <a:pt x="67" y="3"/>
                      <a:pt x="69" y="2"/>
                      <a:pt x="70" y="1"/>
                    </a:cubicBezTo>
                    <a:cubicBezTo>
                      <a:pt x="72" y="0"/>
                      <a:pt x="73" y="0"/>
                      <a:pt x="73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327">
                <a:extLst>
                  <a:ext uri="{FF2B5EF4-FFF2-40B4-BE49-F238E27FC236}">
                    <a16:creationId xmlns:a16="http://schemas.microsoft.com/office/drawing/2014/main" id="{10286B3B-92F6-4930-B613-8EB29172D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5" y="1410"/>
                <a:ext cx="13" cy="102"/>
              </a:xfrm>
              <a:custGeom>
                <a:avLst/>
                <a:gdLst>
                  <a:gd name="T0" fmla="*/ 3 w 6"/>
                  <a:gd name="T1" fmla="*/ 44 h 44"/>
                  <a:gd name="T2" fmla="*/ 0 w 6"/>
                  <a:gd name="T3" fmla="*/ 22 h 44"/>
                  <a:gd name="T4" fmla="*/ 6 w 6"/>
                  <a:gd name="T5" fmla="*/ 0 h 44"/>
                  <a:gd name="T6" fmla="*/ 3 w 6"/>
                  <a:gd name="T7" fmla="*/ 22 h 44"/>
                  <a:gd name="T8" fmla="*/ 3 w 6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4">
                    <a:moveTo>
                      <a:pt x="3" y="44"/>
                    </a:moveTo>
                    <a:cubicBezTo>
                      <a:pt x="2" y="44"/>
                      <a:pt x="0" y="34"/>
                      <a:pt x="0" y="22"/>
                    </a:cubicBezTo>
                    <a:cubicBezTo>
                      <a:pt x="1" y="9"/>
                      <a:pt x="5" y="0"/>
                      <a:pt x="6" y="0"/>
                    </a:cubicBezTo>
                    <a:cubicBezTo>
                      <a:pt x="6" y="0"/>
                      <a:pt x="3" y="10"/>
                      <a:pt x="3" y="22"/>
                    </a:cubicBezTo>
                    <a:cubicBezTo>
                      <a:pt x="2" y="34"/>
                      <a:pt x="3" y="44"/>
                      <a:pt x="3" y="44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328">
                <a:extLst>
                  <a:ext uri="{FF2B5EF4-FFF2-40B4-BE49-F238E27FC236}">
                    <a16:creationId xmlns:a16="http://schemas.microsoft.com/office/drawing/2014/main" id="{FDDC626C-D61B-446B-B1D9-A7ABDB3F2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7" y="1410"/>
                <a:ext cx="51" cy="86"/>
              </a:xfrm>
              <a:custGeom>
                <a:avLst/>
                <a:gdLst>
                  <a:gd name="T0" fmla="*/ 1 w 22"/>
                  <a:gd name="T1" fmla="*/ 37 h 37"/>
                  <a:gd name="T2" fmla="*/ 7 w 22"/>
                  <a:gd name="T3" fmla="*/ 16 h 37"/>
                  <a:gd name="T4" fmla="*/ 22 w 22"/>
                  <a:gd name="T5" fmla="*/ 0 h 37"/>
                  <a:gd name="T6" fmla="*/ 9 w 22"/>
                  <a:gd name="T7" fmla="*/ 18 h 37"/>
                  <a:gd name="T8" fmla="*/ 1 w 22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7">
                    <a:moveTo>
                      <a:pt x="1" y="37"/>
                    </a:moveTo>
                    <a:cubicBezTo>
                      <a:pt x="0" y="37"/>
                      <a:pt x="1" y="27"/>
                      <a:pt x="7" y="16"/>
                    </a:cubicBezTo>
                    <a:cubicBezTo>
                      <a:pt x="13" y="6"/>
                      <a:pt x="22" y="0"/>
                      <a:pt x="22" y="0"/>
                    </a:cubicBezTo>
                    <a:cubicBezTo>
                      <a:pt x="22" y="1"/>
                      <a:pt x="15" y="7"/>
                      <a:pt x="9" y="18"/>
                    </a:cubicBezTo>
                    <a:cubicBezTo>
                      <a:pt x="3" y="28"/>
                      <a:pt x="1" y="37"/>
                      <a:pt x="1" y="37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329">
                <a:extLst>
                  <a:ext uri="{FF2B5EF4-FFF2-40B4-BE49-F238E27FC236}">
                    <a16:creationId xmlns:a16="http://schemas.microsoft.com/office/drawing/2014/main" id="{E2F57B3E-913F-4905-83D0-3F4A7121B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5" y="1224"/>
                <a:ext cx="56" cy="191"/>
              </a:xfrm>
              <a:custGeom>
                <a:avLst/>
                <a:gdLst>
                  <a:gd name="T0" fmla="*/ 20 w 24"/>
                  <a:gd name="T1" fmla="*/ 82 h 82"/>
                  <a:gd name="T2" fmla="*/ 22 w 24"/>
                  <a:gd name="T3" fmla="*/ 69 h 82"/>
                  <a:gd name="T4" fmla="*/ 19 w 24"/>
                  <a:gd name="T5" fmla="*/ 39 h 82"/>
                  <a:gd name="T6" fmla="*/ 7 w 24"/>
                  <a:gd name="T7" fmla="*/ 11 h 82"/>
                  <a:gd name="T8" fmla="*/ 0 w 24"/>
                  <a:gd name="T9" fmla="*/ 0 h 82"/>
                  <a:gd name="T10" fmla="*/ 2 w 24"/>
                  <a:gd name="T11" fmla="*/ 2 h 82"/>
                  <a:gd name="T12" fmla="*/ 8 w 24"/>
                  <a:gd name="T13" fmla="*/ 10 h 82"/>
                  <a:gd name="T14" fmla="*/ 21 w 24"/>
                  <a:gd name="T15" fmla="*/ 38 h 82"/>
                  <a:gd name="T16" fmla="*/ 23 w 24"/>
                  <a:gd name="T17" fmla="*/ 70 h 82"/>
                  <a:gd name="T18" fmla="*/ 21 w 24"/>
                  <a:gd name="T19" fmla="*/ 79 h 82"/>
                  <a:gd name="T20" fmla="*/ 20 w 24"/>
                  <a:gd name="T2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82">
                    <a:moveTo>
                      <a:pt x="20" y="82"/>
                    </a:moveTo>
                    <a:cubicBezTo>
                      <a:pt x="20" y="82"/>
                      <a:pt x="21" y="77"/>
                      <a:pt x="22" y="69"/>
                    </a:cubicBezTo>
                    <a:cubicBezTo>
                      <a:pt x="22" y="61"/>
                      <a:pt x="22" y="50"/>
                      <a:pt x="19" y="39"/>
                    </a:cubicBezTo>
                    <a:cubicBezTo>
                      <a:pt x="16" y="27"/>
                      <a:pt x="12" y="17"/>
                      <a:pt x="7" y="11"/>
                    </a:cubicBezTo>
                    <a:cubicBezTo>
                      <a:pt x="3" y="4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4" y="4"/>
                      <a:pt x="6" y="6"/>
                      <a:pt x="8" y="10"/>
                    </a:cubicBezTo>
                    <a:cubicBezTo>
                      <a:pt x="13" y="16"/>
                      <a:pt x="18" y="26"/>
                      <a:pt x="21" y="38"/>
                    </a:cubicBezTo>
                    <a:cubicBezTo>
                      <a:pt x="24" y="50"/>
                      <a:pt x="24" y="62"/>
                      <a:pt x="23" y="70"/>
                    </a:cubicBezTo>
                    <a:cubicBezTo>
                      <a:pt x="23" y="73"/>
                      <a:pt x="22" y="77"/>
                      <a:pt x="21" y="79"/>
                    </a:cubicBezTo>
                    <a:cubicBezTo>
                      <a:pt x="21" y="81"/>
                      <a:pt x="20" y="82"/>
                      <a:pt x="20" y="8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330">
                <a:extLst>
                  <a:ext uri="{FF2B5EF4-FFF2-40B4-BE49-F238E27FC236}">
                    <a16:creationId xmlns:a16="http://schemas.microsoft.com/office/drawing/2014/main" id="{1F1A64FD-9A4A-456D-AB65-153B34D2B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1" y="12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331">
                <a:extLst>
                  <a:ext uri="{FF2B5EF4-FFF2-40B4-BE49-F238E27FC236}">
                    <a16:creationId xmlns:a16="http://schemas.microsoft.com/office/drawing/2014/main" id="{F4DCAF67-0D5B-47A7-B799-5775070E6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5" y="1243"/>
                <a:ext cx="231" cy="153"/>
              </a:xfrm>
              <a:custGeom>
                <a:avLst/>
                <a:gdLst>
                  <a:gd name="T0" fmla="*/ 84 w 99"/>
                  <a:gd name="T1" fmla="*/ 0 h 66"/>
                  <a:gd name="T2" fmla="*/ 4 w 99"/>
                  <a:gd name="T3" fmla="*/ 18 h 66"/>
                  <a:gd name="T4" fmla="*/ 10 w 99"/>
                  <a:gd name="T5" fmla="*/ 44 h 66"/>
                  <a:gd name="T6" fmla="*/ 34 w 99"/>
                  <a:gd name="T7" fmla="*/ 58 h 66"/>
                  <a:gd name="T8" fmla="*/ 61 w 99"/>
                  <a:gd name="T9" fmla="*/ 66 h 66"/>
                  <a:gd name="T10" fmla="*/ 67 w 99"/>
                  <a:gd name="T11" fmla="*/ 65 h 66"/>
                  <a:gd name="T12" fmla="*/ 87 w 99"/>
                  <a:gd name="T13" fmla="*/ 54 h 66"/>
                  <a:gd name="T14" fmla="*/ 96 w 99"/>
                  <a:gd name="T15" fmla="*/ 43 h 66"/>
                  <a:gd name="T16" fmla="*/ 92 w 99"/>
                  <a:gd name="T17" fmla="*/ 21 h 66"/>
                  <a:gd name="T18" fmla="*/ 84 w 99"/>
                  <a:gd name="T19" fmla="*/ 0 h 66"/>
                  <a:gd name="T20" fmla="*/ 84 w 99"/>
                  <a:gd name="T2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66">
                    <a:moveTo>
                      <a:pt x="84" y="0"/>
                    </a:moveTo>
                    <a:cubicBezTo>
                      <a:pt x="4" y="18"/>
                      <a:pt x="4" y="18"/>
                      <a:pt x="4" y="18"/>
                    </a:cubicBezTo>
                    <a:cubicBezTo>
                      <a:pt x="0" y="27"/>
                      <a:pt x="4" y="37"/>
                      <a:pt x="10" y="44"/>
                    </a:cubicBezTo>
                    <a:cubicBezTo>
                      <a:pt x="16" y="50"/>
                      <a:pt x="25" y="54"/>
                      <a:pt x="34" y="58"/>
                    </a:cubicBezTo>
                    <a:cubicBezTo>
                      <a:pt x="42" y="62"/>
                      <a:pt x="51" y="66"/>
                      <a:pt x="61" y="66"/>
                    </a:cubicBezTo>
                    <a:cubicBezTo>
                      <a:pt x="63" y="66"/>
                      <a:pt x="65" y="66"/>
                      <a:pt x="67" y="65"/>
                    </a:cubicBezTo>
                    <a:cubicBezTo>
                      <a:pt x="74" y="64"/>
                      <a:pt x="81" y="59"/>
                      <a:pt x="87" y="54"/>
                    </a:cubicBezTo>
                    <a:cubicBezTo>
                      <a:pt x="91" y="51"/>
                      <a:pt x="95" y="47"/>
                      <a:pt x="96" y="43"/>
                    </a:cubicBezTo>
                    <a:cubicBezTo>
                      <a:pt x="99" y="35"/>
                      <a:pt x="95" y="28"/>
                      <a:pt x="92" y="21"/>
                    </a:cubicBezTo>
                    <a:cubicBezTo>
                      <a:pt x="88" y="14"/>
                      <a:pt x="84" y="8"/>
                      <a:pt x="84" y="0"/>
                    </a:cubicBezTo>
                    <a:cubicBezTo>
                      <a:pt x="84" y="0"/>
                      <a:pt x="84" y="0"/>
                      <a:pt x="84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332">
                <a:extLst>
                  <a:ext uri="{FF2B5EF4-FFF2-40B4-BE49-F238E27FC236}">
                    <a16:creationId xmlns:a16="http://schemas.microsoft.com/office/drawing/2014/main" id="{B825256F-B785-4F9F-A35F-D99C96A85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8" y="1475"/>
                <a:ext cx="183" cy="103"/>
              </a:xfrm>
              <a:custGeom>
                <a:avLst/>
                <a:gdLst>
                  <a:gd name="T0" fmla="*/ 79 w 79"/>
                  <a:gd name="T1" fmla="*/ 0 h 44"/>
                  <a:gd name="T2" fmla="*/ 29 w 79"/>
                  <a:gd name="T3" fmla="*/ 26 h 44"/>
                  <a:gd name="T4" fmla="*/ 27 w 79"/>
                  <a:gd name="T5" fmla="*/ 27 h 44"/>
                  <a:gd name="T6" fmla="*/ 20 w 79"/>
                  <a:gd name="T7" fmla="*/ 31 h 44"/>
                  <a:gd name="T8" fmla="*/ 11 w 79"/>
                  <a:gd name="T9" fmla="*/ 36 h 44"/>
                  <a:gd name="T10" fmla="*/ 2 w 79"/>
                  <a:gd name="T11" fmla="*/ 41 h 44"/>
                  <a:gd name="T12" fmla="*/ 0 w 79"/>
                  <a:gd name="T13" fmla="*/ 42 h 44"/>
                  <a:gd name="T14" fmla="*/ 14 w 79"/>
                  <a:gd name="T15" fmla="*/ 44 h 44"/>
                  <a:gd name="T16" fmla="*/ 50 w 79"/>
                  <a:gd name="T17" fmla="*/ 34 h 44"/>
                  <a:gd name="T18" fmla="*/ 79 w 79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9" h="44">
                    <a:moveTo>
                      <a:pt x="79" y="0"/>
                    </a:moveTo>
                    <a:cubicBezTo>
                      <a:pt x="71" y="4"/>
                      <a:pt x="52" y="14"/>
                      <a:pt x="29" y="26"/>
                    </a:cubicBezTo>
                    <a:cubicBezTo>
                      <a:pt x="29" y="26"/>
                      <a:pt x="28" y="27"/>
                      <a:pt x="27" y="27"/>
                    </a:cubicBezTo>
                    <a:cubicBezTo>
                      <a:pt x="25" y="28"/>
                      <a:pt x="23" y="30"/>
                      <a:pt x="20" y="31"/>
                    </a:cubicBezTo>
                    <a:cubicBezTo>
                      <a:pt x="17" y="32"/>
                      <a:pt x="14" y="34"/>
                      <a:pt x="11" y="36"/>
                    </a:cubicBezTo>
                    <a:cubicBezTo>
                      <a:pt x="8" y="37"/>
                      <a:pt x="4" y="38"/>
                      <a:pt x="2" y="41"/>
                    </a:cubicBezTo>
                    <a:cubicBezTo>
                      <a:pt x="1" y="41"/>
                      <a:pt x="0" y="42"/>
                      <a:pt x="0" y="42"/>
                    </a:cubicBezTo>
                    <a:cubicBezTo>
                      <a:pt x="4" y="43"/>
                      <a:pt x="9" y="44"/>
                      <a:pt x="14" y="44"/>
                    </a:cubicBezTo>
                    <a:cubicBezTo>
                      <a:pt x="26" y="44"/>
                      <a:pt x="39" y="40"/>
                      <a:pt x="50" y="34"/>
                    </a:cubicBezTo>
                    <a:cubicBezTo>
                      <a:pt x="63" y="26"/>
                      <a:pt x="73" y="14"/>
                      <a:pt x="79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333">
                <a:extLst>
                  <a:ext uri="{FF2B5EF4-FFF2-40B4-BE49-F238E27FC236}">
                    <a16:creationId xmlns:a16="http://schemas.microsoft.com/office/drawing/2014/main" id="{6EF280F5-539E-46DD-921B-0CDAE9ED0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" y="1457"/>
                <a:ext cx="121" cy="79"/>
              </a:xfrm>
              <a:custGeom>
                <a:avLst/>
                <a:gdLst>
                  <a:gd name="T0" fmla="*/ 52 w 52"/>
                  <a:gd name="T1" fmla="*/ 0 h 34"/>
                  <a:gd name="T2" fmla="*/ 22 w 52"/>
                  <a:gd name="T3" fmla="*/ 21 h 34"/>
                  <a:gd name="T4" fmla="*/ 30 w 52"/>
                  <a:gd name="T5" fmla="*/ 17 h 34"/>
                  <a:gd name="T6" fmla="*/ 36 w 52"/>
                  <a:gd name="T7" fmla="*/ 14 h 34"/>
                  <a:gd name="T8" fmla="*/ 39 w 52"/>
                  <a:gd name="T9" fmla="*/ 13 h 34"/>
                  <a:gd name="T10" fmla="*/ 39 w 52"/>
                  <a:gd name="T11" fmla="*/ 13 h 34"/>
                  <a:gd name="T12" fmla="*/ 37 w 52"/>
                  <a:gd name="T13" fmla="*/ 14 h 34"/>
                  <a:gd name="T14" fmla="*/ 30 w 52"/>
                  <a:gd name="T15" fmla="*/ 18 h 34"/>
                  <a:gd name="T16" fmla="*/ 7 w 52"/>
                  <a:gd name="T17" fmla="*/ 30 h 34"/>
                  <a:gd name="T18" fmla="*/ 1 w 52"/>
                  <a:gd name="T19" fmla="*/ 33 h 34"/>
                  <a:gd name="T20" fmla="*/ 0 w 52"/>
                  <a:gd name="T21" fmla="*/ 34 h 34"/>
                  <a:gd name="T22" fmla="*/ 50 w 52"/>
                  <a:gd name="T23" fmla="*/ 8 h 34"/>
                  <a:gd name="T24" fmla="*/ 52 w 52"/>
                  <a:gd name="T2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34">
                    <a:moveTo>
                      <a:pt x="52" y="0"/>
                    </a:moveTo>
                    <a:cubicBezTo>
                      <a:pt x="41" y="8"/>
                      <a:pt x="32" y="15"/>
                      <a:pt x="22" y="21"/>
                    </a:cubicBezTo>
                    <a:cubicBezTo>
                      <a:pt x="25" y="20"/>
                      <a:pt x="28" y="18"/>
                      <a:pt x="30" y="17"/>
                    </a:cubicBezTo>
                    <a:cubicBezTo>
                      <a:pt x="33" y="16"/>
                      <a:pt x="35" y="15"/>
                      <a:pt x="36" y="14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8" y="13"/>
                      <a:pt x="37" y="14"/>
                    </a:cubicBezTo>
                    <a:cubicBezTo>
                      <a:pt x="35" y="15"/>
                      <a:pt x="33" y="16"/>
                      <a:pt x="30" y="18"/>
                    </a:cubicBezTo>
                    <a:cubicBezTo>
                      <a:pt x="25" y="21"/>
                      <a:pt x="17" y="25"/>
                      <a:pt x="7" y="30"/>
                    </a:cubicBezTo>
                    <a:cubicBezTo>
                      <a:pt x="5" y="31"/>
                      <a:pt x="3" y="32"/>
                      <a:pt x="1" y="33"/>
                    </a:cubicBezTo>
                    <a:cubicBezTo>
                      <a:pt x="1" y="34"/>
                      <a:pt x="1" y="34"/>
                      <a:pt x="0" y="34"/>
                    </a:cubicBezTo>
                    <a:cubicBezTo>
                      <a:pt x="23" y="22"/>
                      <a:pt x="42" y="12"/>
                      <a:pt x="50" y="8"/>
                    </a:cubicBezTo>
                    <a:cubicBezTo>
                      <a:pt x="51" y="5"/>
                      <a:pt x="51" y="3"/>
                      <a:pt x="52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334">
                <a:extLst>
                  <a:ext uri="{FF2B5EF4-FFF2-40B4-BE49-F238E27FC236}">
                    <a16:creationId xmlns:a16="http://schemas.microsoft.com/office/drawing/2014/main" id="{E2710D7A-F352-40D6-A1D8-E004C3C017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05" y="1487"/>
                <a:ext cx="161" cy="86"/>
              </a:xfrm>
              <a:custGeom>
                <a:avLst/>
                <a:gdLst>
                  <a:gd name="T0" fmla="*/ 28 w 69"/>
                  <a:gd name="T1" fmla="*/ 22 h 37"/>
                  <a:gd name="T2" fmla="*/ 3 w 69"/>
                  <a:gd name="T3" fmla="*/ 34 h 37"/>
                  <a:gd name="T4" fmla="*/ 0 w 69"/>
                  <a:gd name="T5" fmla="*/ 37 h 37"/>
                  <a:gd name="T6" fmla="*/ 1 w 69"/>
                  <a:gd name="T7" fmla="*/ 37 h 37"/>
                  <a:gd name="T8" fmla="*/ 3 w 69"/>
                  <a:gd name="T9" fmla="*/ 36 h 37"/>
                  <a:gd name="T10" fmla="*/ 12 w 69"/>
                  <a:gd name="T11" fmla="*/ 31 h 37"/>
                  <a:gd name="T12" fmla="*/ 21 w 69"/>
                  <a:gd name="T13" fmla="*/ 26 h 37"/>
                  <a:gd name="T14" fmla="*/ 28 w 69"/>
                  <a:gd name="T15" fmla="*/ 22 h 37"/>
                  <a:gd name="T16" fmla="*/ 69 w 69"/>
                  <a:gd name="T17" fmla="*/ 0 h 37"/>
                  <a:gd name="T18" fmla="*/ 66 w 69"/>
                  <a:gd name="T19" fmla="*/ 1 h 37"/>
                  <a:gd name="T20" fmla="*/ 60 w 69"/>
                  <a:gd name="T21" fmla="*/ 4 h 37"/>
                  <a:gd name="T22" fmla="*/ 52 w 69"/>
                  <a:gd name="T23" fmla="*/ 8 h 37"/>
                  <a:gd name="T24" fmla="*/ 31 w 69"/>
                  <a:gd name="T25" fmla="*/ 20 h 37"/>
                  <a:gd name="T26" fmla="*/ 37 w 69"/>
                  <a:gd name="T27" fmla="*/ 17 h 37"/>
                  <a:gd name="T28" fmla="*/ 60 w 69"/>
                  <a:gd name="T29" fmla="*/ 5 h 37"/>
                  <a:gd name="T30" fmla="*/ 67 w 69"/>
                  <a:gd name="T31" fmla="*/ 1 h 37"/>
                  <a:gd name="T32" fmla="*/ 69 w 69"/>
                  <a:gd name="T33" fmla="*/ 0 h 37"/>
                  <a:gd name="T34" fmla="*/ 69 w 69"/>
                  <a:gd name="T3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37">
                    <a:moveTo>
                      <a:pt x="28" y="22"/>
                    </a:moveTo>
                    <a:cubicBezTo>
                      <a:pt x="20" y="26"/>
                      <a:pt x="12" y="30"/>
                      <a:pt x="3" y="3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5" y="33"/>
                      <a:pt x="9" y="32"/>
                      <a:pt x="12" y="31"/>
                    </a:cubicBezTo>
                    <a:cubicBezTo>
                      <a:pt x="15" y="29"/>
                      <a:pt x="18" y="27"/>
                      <a:pt x="21" y="26"/>
                    </a:cubicBezTo>
                    <a:cubicBezTo>
                      <a:pt x="24" y="25"/>
                      <a:pt x="26" y="23"/>
                      <a:pt x="28" y="22"/>
                    </a:cubicBezTo>
                    <a:moveTo>
                      <a:pt x="69" y="0"/>
                    </a:moveTo>
                    <a:cubicBezTo>
                      <a:pt x="68" y="0"/>
                      <a:pt x="68" y="0"/>
                      <a:pt x="66" y="1"/>
                    </a:cubicBezTo>
                    <a:cubicBezTo>
                      <a:pt x="65" y="2"/>
                      <a:pt x="63" y="3"/>
                      <a:pt x="60" y="4"/>
                    </a:cubicBezTo>
                    <a:cubicBezTo>
                      <a:pt x="58" y="5"/>
                      <a:pt x="55" y="7"/>
                      <a:pt x="52" y="8"/>
                    </a:cubicBezTo>
                    <a:cubicBezTo>
                      <a:pt x="45" y="13"/>
                      <a:pt x="38" y="17"/>
                      <a:pt x="31" y="20"/>
                    </a:cubicBezTo>
                    <a:cubicBezTo>
                      <a:pt x="33" y="19"/>
                      <a:pt x="35" y="18"/>
                      <a:pt x="37" y="17"/>
                    </a:cubicBezTo>
                    <a:cubicBezTo>
                      <a:pt x="47" y="12"/>
                      <a:pt x="55" y="8"/>
                      <a:pt x="60" y="5"/>
                    </a:cubicBezTo>
                    <a:cubicBezTo>
                      <a:pt x="63" y="3"/>
                      <a:pt x="65" y="2"/>
                      <a:pt x="67" y="1"/>
                    </a:cubicBezTo>
                    <a:cubicBezTo>
                      <a:pt x="68" y="0"/>
                      <a:pt x="69" y="0"/>
                      <a:pt x="69" y="0"/>
                    </a:cubicBezTo>
                    <a:cubicBezTo>
                      <a:pt x="69" y="0"/>
                      <a:pt x="69" y="0"/>
                      <a:pt x="6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335">
                <a:extLst>
                  <a:ext uri="{FF2B5EF4-FFF2-40B4-BE49-F238E27FC236}">
                    <a16:creationId xmlns:a16="http://schemas.microsoft.com/office/drawing/2014/main" id="{8F68C20F-3182-494D-9909-BF41384A5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7" y="1412"/>
                <a:ext cx="79" cy="114"/>
              </a:xfrm>
              <a:custGeom>
                <a:avLst/>
                <a:gdLst>
                  <a:gd name="T0" fmla="*/ 34 w 34"/>
                  <a:gd name="T1" fmla="*/ 0 h 49"/>
                  <a:gd name="T2" fmla="*/ 0 w 34"/>
                  <a:gd name="T3" fmla="*/ 41 h 49"/>
                  <a:gd name="T4" fmla="*/ 0 w 34"/>
                  <a:gd name="T5" fmla="*/ 46 h 49"/>
                  <a:gd name="T6" fmla="*/ 4 w 34"/>
                  <a:gd name="T7" fmla="*/ 49 h 49"/>
                  <a:gd name="T8" fmla="*/ 4 w 34"/>
                  <a:gd name="T9" fmla="*/ 49 h 49"/>
                  <a:gd name="T10" fmla="*/ 8 w 34"/>
                  <a:gd name="T11" fmla="*/ 43 h 49"/>
                  <a:gd name="T12" fmla="*/ 16 w 34"/>
                  <a:gd name="T13" fmla="*/ 26 h 49"/>
                  <a:gd name="T14" fmla="*/ 20 w 34"/>
                  <a:gd name="T15" fmla="*/ 15 h 49"/>
                  <a:gd name="T16" fmla="*/ 34 w 34"/>
                  <a:gd name="T1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49">
                    <a:moveTo>
                      <a:pt x="34" y="0"/>
                    </a:moveTo>
                    <a:cubicBezTo>
                      <a:pt x="18" y="6"/>
                      <a:pt x="2" y="24"/>
                      <a:pt x="0" y="41"/>
                    </a:cubicBezTo>
                    <a:cubicBezTo>
                      <a:pt x="0" y="43"/>
                      <a:pt x="0" y="44"/>
                      <a:pt x="0" y="46"/>
                    </a:cubicBezTo>
                    <a:cubicBezTo>
                      <a:pt x="1" y="47"/>
                      <a:pt x="2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7" y="48"/>
                      <a:pt x="8" y="45"/>
                      <a:pt x="8" y="43"/>
                    </a:cubicBezTo>
                    <a:cubicBezTo>
                      <a:pt x="10" y="37"/>
                      <a:pt x="12" y="31"/>
                      <a:pt x="16" y="26"/>
                    </a:cubicBezTo>
                    <a:cubicBezTo>
                      <a:pt x="17" y="23"/>
                      <a:pt x="18" y="19"/>
                      <a:pt x="20" y="15"/>
                    </a:cubicBezTo>
                    <a:cubicBezTo>
                      <a:pt x="25" y="7"/>
                      <a:pt x="32" y="1"/>
                      <a:pt x="34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336">
                <a:extLst>
                  <a:ext uri="{FF2B5EF4-FFF2-40B4-BE49-F238E27FC236}">
                    <a16:creationId xmlns:a16="http://schemas.microsoft.com/office/drawing/2014/main" id="{FEC60B5D-6A05-41E2-B134-535058A48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4" y="1410"/>
                <a:ext cx="44" cy="63"/>
              </a:xfrm>
              <a:custGeom>
                <a:avLst/>
                <a:gdLst>
                  <a:gd name="T0" fmla="*/ 19 w 19"/>
                  <a:gd name="T1" fmla="*/ 0 h 27"/>
                  <a:gd name="T2" fmla="*/ 18 w 19"/>
                  <a:gd name="T3" fmla="*/ 1 h 27"/>
                  <a:gd name="T4" fmla="*/ 4 w 19"/>
                  <a:gd name="T5" fmla="*/ 16 h 27"/>
                  <a:gd name="T6" fmla="*/ 0 w 19"/>
                  <a:gd name="T7" fmla="*/ 27 h 27"/>
                  <a:gd name="T8" fmla="*/ 19 w 19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7">
                    <a:moveTo>
                      <a:pt x="19" y="0"/>
                    </a:moveTo>
                    <a:cubicBezTo>
                      <a:pt x="19" y="1"/>
                      <a:pt x="18" y="1"/>
                      <a:pt x="18" y="1"/>
                    </a:cubicBezTo>
                    <a:cubicBezTo>
                      <a:pt x="16" y="2"/>
                      <a:pt x="9" y="8"/>
                      <a:pt x="4" y="16"/>
                    </a:cubicBezTo>
                    <a:cubicBezTo>
                      <a:pt x="2" y="20"/>
                      <a:pt x="1" y="24"/>
                      <a:pt x="0" y="27"/>
                    </a:cubicBezTo>
                    <a:cubicBezTo>
                      <a:pt x="5" y="17"/>
                      <a:pt x="12" y="7"/>
                      <a:pt x="1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337">
                <a:extLst>
                  <a:ext uri="{FF2B5EF4-FFF2-40B4-BE49-F238E27FC236}">
                    <a16:creationId xmlns:a16="http://schemas.microsoft.com/office/drawing/2014/main" id="{CE7E7A7A-26AD-411E-BC40-FF652F5B1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9" y="659"/>
                <a:ext cx="403" cy="684"/>
              </a:xfrm>
              <a:custGeom>
                <a:avLst/>
                <a:gdLst>
                  <a:gd name="T0" fmla="*/ 173 w 173"/>
                  <a:gd name="T1" fmla="*/ 244 h 294"/>
                  <a:gd name="T2" fmla="*/ 153 w 173"/>
                  <a:gd name="T3" fmla="*/ 201 h 294"/>
                  <a:gd name="T4" fmla="*/ 163 w 173"/>
                  <a:gd name="T5" fmla="*/ 174 h 294"/>
                  <a:gd name="T6" fmla="*/ 160 w 173"/>
                  <a:gd name="T7" fmla="*/ 145 h 294"/>
                  <a:gd name="T8" fmla="*/ 145 w 173"/>
                  <a:gd name="T9" fmla="*/ 135 h 294"/>
                  <a:gd name="T10" fmla="*/ 133 w 173"/>
                  <a:gd name="T11" fmla="*/ 115 h 294"/>
                  <a:gd name="T12" fmla="*/ 133 w 173"/>
                  <a:gd name="T13" fmla="*/ 92 h 294"/>
                  <a:gd name="T14" fmla="*/ 109 w 173"/>
                  <a:gd name="T15" fmla="*/ 32 h 294"/>
                  <a:gd name="T16" fmla="*/ 52 w 173"/>
                  <a:gd name="T17" fmla="*/ 0 h 294"/>
                  <a:gd name="T18" fmla="*/ 10 w 173"/>
                  <a:gd name="T19" fmla="*/ 15 h 294"/>
                  <a:gd name="T20" fmla="*/ 34 w 173"/>
                  <a:gd name="T21" fmla="*/ 67 h 294"/>
                  <a:gd name="T22" fmla="*/ 53 w 173"/>
                  <a:gd name="T23" fmla="*/ 89 h 294"/>
                  <a:gd name="T24" fmla="*/ 58 w 173"/>
                  <a:gd name="T25" fmla="*/ 116 h 294"/>
                  <a:gd name="T26" fmla="*/ 45 w 173"/>
                  <a:gd name="T27" fmla="*/ 138 h 294"/>
                  <a:gd name="T28" fmla="*/ 50 w 173"/>
                  <a:gd name="T29" fmla="*/ 187 h 294"/>
                  <a:gd name="T30" fmla="*/ 45 w 173"/>
                  <a:gd name="T31" fmla="*/ 201 h 294"/>
                  <a:gd name="T32" fmla="*/ 34 w 173"/>
                  <a:gd name="T33" fmla="*/ 204 h 294"/>
                  <a:gd name="T34" fmla="*/ 12 w 173"/>
                  <a:gd name="T35" fmla="*/ 212 h 294"/>
                  <a:gd name="T36" fmla="*/ 1 w 173"/>
                  <a:gd name="T37" fmla="*/ 230 h 294"/>
                  <a:gd name="T38" fmla="*/ 54 w 173"/>
                  <a:gd name="T39" fmla="*/ 230 h 294"/>
                  <a:gd name="T40" fmla="*/ 37 w 173"/>
                  <a:gd name="T41" fmla="*/ 279 h 294"/>
                  <a:gd name="T42" fmla="*/ 82 w 173"/>
                  <a:gd name="T43" fmla="*/ 292 h 294"/>
                  <a:gd name="T44" fmla="*/ 131 w 173"/>
                  <a:gd name="T45" fmla="*/ 272 h 294"/>
                  <a:gd name="T46" fmla="*/ 140 w 173"/>
                  <a:gd name="T47" fmla="*/ 270 h 294"/>
                  <a:gd name="T48" fmla="*/ 142 w 173"/>
                  <a:gd name="T49" fmla="*/ 258 h 294"/>
                  <a:gd name="T50" fmla="*/ 138 w 173"/>
                  <a:gd name="T51" fmla="*/ 234 h 294"/>
                  <a:gd name="T52" fmla="*/ 173 w 173"/>
                  <a:gd name="T53" fmla="*/ 24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73" h="294">
                    <a:moveTo>
                      <a:pt x="173" y="244"/>
                    </a:moveTo>
                    <a:cubicBezTo>
                      <a:pt x="159" y="236"/>
                      <a:pt x="150" y="218"/>
                      <a:pt x="153" y="201"/>
                    </a:cubicBezTo>
                    <a:cubicBezTo>
                      <a:pt x="155" y="192"/>
                      <a:pt x="160" y="183"/>
                      <a:pt x="163" y="174"/>
                    </a:cubicBezTo>
                    <a:cubicBezTo>
                      <a:pt x="166" y="164"/>
                      <a:pt x="167" y="153"/>
                      <a:pt x="160" y="145"/>
                    </a:cubicBezTo>
                    <a:cubicBezTo>
                      <a:pt x="156" y="141"/>
                      <a:pt x="150" y="139"/>
                      <a:pt x="145" y="135"/>
                    </a:cubicBezTo>
                    <a:cubicBezTo>
                      <a:pt x="139" y="130"/>
                      <a:pt x="135" y="123"/>
                      <a:pt x="133" y="115"/>
                    </a:cubicBezTo>
                    <a:cubicBezTo>
                      <a:pt x="132" y="107"/>
                      <a:pt x="133" y="100"/>
                      <a:pt x="133" y="92"/>
                    </a:cubicBezTo>
                    <a:cubicBezTo>
                      <a:pt x="132" y="70"/>
                      <a:pt x="123" y="48"/>
                      <a:pt x="109" y="32"/>
                    </a:cubicBezTo>
                    <a:cubicBezTo>
                      <a:pt x="94" y="15"/>
                      <a:pt x="74" y="4"/>
                      <a:pt x="52" y="0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3" y="34"/>
                      <a:pt x="21" y="52"/>
                      <a:pt x="34" y="67"/>
                    </a:cubicBezTo>
                    <a:cubicBezTo>
                      <a:pt x="40" y="74"/>
                      <a:pt x="47" y="81"/>
                      <a:pt x="53" y="89"/>
                    </a:cubicBezTo>
                    <a:cubicBezTo>
                      <a:pt x="58" y="97"/>
                      <a:pt x="61" y="107"/>
                      <a:pt x="58" y="116"/>
                    </a:cubicBezTo>
                    <a:cubicBezTo>
                      <a:pt x="55" y="124"/>
                      <a:pt x="47" y="130"/>
                      <a:pt x="45" y="138"/>
                    </a:cubicBezTo>
                    <a:cubicBezTo>
                      <a:pt x="39" y="154"/>
                      <a:pt x="53" y="171"/>
                      <a:pt x="50" y="187"/>
                    </a:cubicBezTo>
                    <a:cubicBezTo>
                      <a:pt x="50" y="192"/>
                      <a:pt x="47" y="197"/>
                      <a:pt x="45" y="201"/>
                    </a:cubicBezTo>
                    <a:cubicBezTo>
                      <a:pt x="41" y="203"/>
                      <a:pt x="38" y="204"/>
                      <a:pt x="34" y="204"/>
                    </a:cubicBezTo>
                    <a:cubicBezTo>
                      <a:pt x="27" y="206"/>
                      <a:pt x="19" y="208"/>
                      <a:pt x="12" y="212"/>
                    </a:cubicBezTo>
                    <a:cubicBezTo>
                      <a:pt x="6" y="216"/>
                      <a:pt x="0" y="223"/>
                      <a:pt x="1" y="230"/>
                    </a:cubicBezTo>
                    <a:cubicBezTo>
                      <a:pt x="19" y="229"/>
                      <a:pt x="37" y="229"/>
                      <a:pt x="54" y="230"/>
                    </a:cubicBezTo>
                    <a:cubicBezTo>
                      <a:pt x="42" y="246"/>
                      <a:pt x="33" y="276"/>
                      <a:pt x="37" y="279"/>
                    </a:cubicBezTo>
                    <a:cubicBezTo>
                      <a:pt x="41" y="284"/>
                      <a:pt x="75" y="292"/>
                      <a:pt x="82" y="292"/>
                    </a:cubicBezTo>
                    <a:cubicBezTo>
                      <a:pt x="109" y="294"/>
                      <a:pt x="104" y="276"/>
                      <a:pt x="131" y="272"/>
                    </a:cubicBezTo>
                    <a:cubicBezTo>
                      <a:pt x="134" y="272"/>
                      <a:pt x="138" y="272"/>
                      <a:pt x="140" y="270"/>
                    </a:cubicBezTo>
                    <a:cubicBezTo>
                      <a:pt x="143" y="267"/>
                      <a:pt x="143" y="262"/>
                      <a:pt x="142" y="258"/>
                    </a:cubicBezTo>
                    <a:cubicBezTo>
                      <a:pt x="141" y="250"/>
                      <a:pt x="139" y="242"/>
                      <a:pt x="138" y="234"/>
                    </a:cubicBezTo>
                    <a:cubicBezTo>
                      <a:pt x="147" y="242"/>
                      <a:pt x="161" y="246"/>
                      <a:pt x="173" y="24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338">
                <a:extLst>
                  <a:ext uri="{FF2B5EF4-FFF2-40B4-BE49-F238E27FC236}">
                    <a16:creationId xmlns:a16="http://schemas.microsoft.com/office/drawing/2014/main" id="{A5C78633-8B41-498E-A21D-9259285D1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" y="701"/>
                <a:ext cx="114" cy="583"/>
              </a:xfrm>
              <a:custGeom>
                <a:avLst/>
                <a:gdLst>
                  <a:gd name="T0" fmla="*/ 20 w 49"/>
                  <a:gd name="T1" fmla="*/ 251 h 251"/>
                  <a:gd name="T2" fmla="*/ 20 w 49"/>
                  <a:gd name="T3" fmla="*/ 250 h 251"/>
                  <a:gd name="T4" fmla="*/ 19 w 49"/>
                  <a:gd name="T5" fmla="*/ 248 h 251"/>
                  <a:gd name="T6" fmla="*/ 20 w 49"/>
                  <a:gd name="T7" fmla="*/ 240 h 251"/>
                  <a:gd name="T8" fmla="*/ 25 w 49"/>
                  <a:gd name="T9" fmla="*/ 228 h 251"/>
                  <a:gd name="T10" fmla="*/ 35 w 49"/>
                  <a:gd name="T11" fmla="*/ 214 h 251"/>
                  <a:gd name="T12" fmla="*/ 44 w 49"/>
                  <a:gd name="T13" fmla="*/ 196 h 251"/>
                  <a:gd name="T14" fmla="*/ 45 w 49"/>
                  <a:gd name="T15" fmla="*/ 185 h 251"/>
                  <a:gd name="T16" fmla="*/ 41 w 49"/>
                  <a:gd name="T17" fmla="*/ 174 h 251"/>
                  <a:gd name="T18" fmla="*/ 34 w 49"/>
                  <a:gd name="T19" fmla="*/ 164 h 251"/>
                  <a:gd name="T20" fmla="*/ 30 w 49"/>
                  <a:gd name="T21" fmla="*/ 151 h 251"/>
                  <a:gd name="T22" fmla="*/ 34 w 49"/>
                  <a:gd name="T23" fmla="*/ 137 h 251"/>
                  <a:gd name="T24" fmla="*/ 42 w 49"/>
                  <a:gd name="T25" fmla="*/ 125 h 251"/>
                  <a:gd name="T26" fmla="*/ 46 w 49"/>
                  <a:gd name="T27" fmla="*/ 112 h 251"/>
                  <a:gd name="T28" fmla="*/ 46 w 49"/>
                  <a:gd name="T29" fmla="*/ 98 h 251"/>
                  <a:gd name="T30" fmla="*/ 36 w 49"/>
                  <a:gd name="T31" fmla="*/ 75 h 251"/>
                  <a:gd name="T32" fmla="*/ 22 w 49"/>
                  <a:gd name="T33" fmla="*/ 56 h 251"/>
                  <a:gd name="T34" fmla="*/ 10 w 49"/>
                  <a:gd name="T35" fmla="*/ 40 h 251"/>
                  <a:gd name="T36" fmla="*/ 0 w 49"/>
                  <a:gd name="T37" fmla="*/ 11 h 251"/>
                  <a:gd name="T38" fmla="*/ 1 w 49"/>
                  <a:gd name="T39" fmla="*/ 3 h 251"/>
                  <a:gd name="T40" fmla="*/ 1 w 49"/>
                  <a:gd name="T41" fmla="*/ 1 h 251"/>
                  <a:gd name="T42" fmla="*/ 1 w 49"/>
                  <a:gd name="T43" fmla="*/ 11 h 251"/>
                  <a:gd name="T44" fmla="*/ 11 w 49"/>
                  <a:gd name="T45" fmla="*/ 39 h 251"/>
                  <a:gd name="T46" fmla="*/ 23 w 49"/>
                  <a:gd name="T47" fmla="*/ 55 h 251"/>
                  <a:gd name="T48" fmla="*/ 38 w 49"/>
                  <a:gd name="T49" fmla="*/ 74 h 251"/>
                  <a:gd name="T50" fmla="*/ 48 w 49"/>
                  <a:gd name="T51" fmla="*/ 98 h 251"/>
                  <a:gd name="T52" fmla="*/ 48 w 49"/>
                  <a:gd name="T53" fmla="*/ 112 h 251"/>
                  <a:gd name="T54" fmla="*/ 43 w 49"/>
                  <a:gd name="T55" fmla="*/ 126 h 251"/>
                  <a:gd name="T56" fmla="*/ 32 w 49"/>
                  <a:gd name="T57" fmla="*/ 151 h 251"/>
                  <a:gd name="T58" fmla="*/ 36 w 49"/>
                  <a:gd name="T59" fmla="*/ 163 h 251"/>
                  <a:gd name="T60" fmla="*/ 43 w 49"/>
                  <a:gd name="T61" fmla="*/ 173 h 251"/>
                  <a:gd name="T62" fmla="*/ 47 w 49"/>
                  <a:gd name="T63" fmla="*/ 185 h 251"/>
                  <a:gd name="T64" fmla="*/ 46 w 49"/>
                  <a:gd name="T65" fmla="*/ 197 h 251"/>
                  <a:gd name="T66" fmla="*/ 36 w 49"/>
                  <a:gd name="T67" fmla="*/ 215 h 251"/>
                  <a:gd name="T68" fmla="*/ 26 w 49"/>
                  <a:gd name="T69" fmla="*/ 228 h 251"/>
                  <a:gd name="T70" fmla="*/ 21 w 49"/>
                  <a:gd name="T71" fmla="*/ 240 h 251"/>
                  <a:gd name="T72" fmla="*/ 20 w 49"/>
                  <a:gd name="T73" fmla="*/ 25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9" h="251">
                    <a:moveTo>
                      <a:pt x="20" y="251"/>
                    </a:moveTo>
                    <a:cubicBezTo>
                      <a:pt x="20" y="251"/>
                      <a:pt x="20" y="250"/>
                      <a:pt x="20" y="250"/>
                    </a:cubicBezTo>
                    <a:cubicBezTo>
                      <a:pt x="20" y="249"/>
                      <a:pt x="19" y="249"/>
                      <a:pt x="19" y="248"/>
                    </a:cubicBezTo>
                    <a:cubicBezTo>
                      <a:pt x="19" y="246"/>
                      <a:pt x="19" y="243"/>
                      <a:pt x="20" y="240"/>
                    </a:cubicBezTo>
                    <a:cubicBezTo>
                      <a:pt x="21" y="236"/>
                      <a:pt x="22" y="232"/>
                      <a:pt x="25" y="228"/>
                    </a:cubicBezTo>
                    <a:cubicBezTo>
                      <a:pt x="27" y="223"/>
                      <a:pt x="31" y="219"/>
                      <a:pt x="35" y="214"/>
                    </a:cubicBezTo>
                    <a:cubicBezTo>
                      <a:pt x="38" y="209"/>
                      <a:pt x="42" y="203"/>
                      <a:pt x="44" y="196"/>
                    </a:cubicBezTo>
                    <a:cubicBezTo>
                      <a:pt x="45" y="193"/>
                      <a:pt x="46" y="189"/>
                      <a:pt x="45" y="185"/>
                    </a:cubicBezTo>
                    <a:cubicBezTo>
                      <a:pt x="45" y="181"/>
                      <a:pt x="43" y="178"/>
                      <a:pt x="41" y="174"/>
                    </a:cubicBezTo>
                    <a:cubicBezTo>
                      <a:pt x="39" y="171"/>
                      <a:pt x="36" y="168"/>
                      <a:pt x="34" y="164"/>
                    </a:cubicBezTo>
                    <a:cubicBezTo>
                      <a:pt x="32" y="160"/>
                      <a:pt x="30" y="155"/>
                      <a:pt x="30" y="151"/>
                    </a:cubicBezTo>
                    <a:cubicBezTo>
                      <a:pt x="30" y="146"/>
                      <a:pt x="32" y="141"/>
                      <a:pt x="34" y="137"/>
                    </a:cubicBezTo>
                    <a:cubicBezTo>
                      <a:pt x="37" y="133"/>
                      <a:pt x="39" y="129"/>
                      <a:pt x="42" y="125"/>
                    </a:cubicBezTo>
                    <a:cubicBezTo>
                      <a:pt x="44" y="121"/>
                      <a:pt x="46" y="116"/>
                      <a:pt x="46" y="112"/>
                    </a:cubicBezTo>
                    <a:cubicBezTo>
                      <a:pt x="47" y="107"/>
                      <a:pt x="47" y="103"/>
                      <a:pt x="46" y="98"/>
                    </a:cubicBezTo>
                    <a:cubicBezTo>
                      <a:pt x="44" y="90"/>
                      <a:pt x="41" y="82"/>
                      <a:pt x="36" y="75"/>
                    </a:cubicBezTo>
                    <a:cubicBezTo>
                      <a:pt x="32" y="68"/>
                      <a:pt x="27" y="62"/>
                      <a:pt x="22" y="56"/>
                    </a:cubicBezTo>
                    <a:cubicBezTo>
                      <a:pt x="17" y="50"/>
                      <a:pt x="13" y="45"/>
                      <a:pt x="10" y="40"/>
                    </a:cubicBezTo>
                    <a:cubicBezTo>
                      <a:pt x="3" y="29"/>
                      <a:pt x="0" y="18"/>
                      <a:pt x="0" y="11"/>
                    </a:cubicBezTo>
                    <a:cubicBezTo>
                      <a:pt x="0" y="8"/>
                      <a:pt x="0" y="5"/>
                      <a:pt x="1" y="3"/>
                    </a:cubicBezTo>
                    <a:cubicBezTo>
                      <a:pt x="1" y="1"/>
                      <a:pt x="1" y="0"/>
                      <a:pt x="1" y="1"/>
                    </a:cubicBezTo>
                    <a:cubicBezTo>
                      <a:pt x="2" y="1"/>
                      <a:pt x="0" y="4"/>
                      <a:pt x="1" y="11"/>
                    </a:cubicBezTo>
                    <a:cubicBezTo>
                      <a:pt x="1" y="18"/>
                      <a:pt x="4" y="28"/>
                      <a:pt x="11" y="39"/>
                    </a:cubicBezTo>
                    <a:cubicBezTo>
                      <a:pt x="14" y="44"/>
                      <a:pt x="19" y="49"/>
                      <a:pt x="23" y="55"/>
                    </a:cubicBezTo>
                    <a:cubicBezTo>
                      <a:pt x="28" y="61"/>
                      <a:pt x="33" y="67"/>
                      <a:pt x="38" y="74"/>
                    </a:cubicBezTo>
                    <a:cubicBezTo>
                      <a:pt x="42" y="81"/>
                      <a:pt x="46" y="89"/>
                      <a:pt x="48" y="98"/>
                    </a:cubicBezTo>
                    <a:cubicBezTo>
                      <a:pt x="49" y="103"/>
                      <a:pt x="49" y="107"/>
                      <a:pt x="48" y="112"/>
                    </a:cubicBezTo>
                    <a:cubicBezTo>
                      <a:pt x="48" y="117"/>
                      <a:pt x="46" y="121"/>
                      <a:pt x="43" y="126"/>
                    </a:cubicBezTo>
                    <a:cubicBezTo>
                      <a:pt x="39" y="134"/>
                      <a:pt x="33" y="142"/>
                      <a:pt x="32" y="151"/>
                    </a:cubicBezTo>
                    <a:cubicBezTo>
                      <a:pt x="32" y="155"/>
                      <a:pt x="34" y="159"/>
                      <a:pt x="36" y="163"/>
                    </a:cubicBezTo>
                    <a:cubicBezTo>
                      <a:pt x="38" y="166"/>
                      <a:pt x="40" y="170"/>
                      <a:pt x="43" y="173"/>
                    </a:cubicBezTo>
                    <a:cubicBezTo>
                      <a:pt x="45" y="177"/>
                      <a:pt x="47" y="181"/>
                      <a:pt x="47" y="185"/>
                    </a:cubicBezTo>
                    <a:cubicBezTo>
                      <a:pt x="48" y="189"/>
                      <a:pt x="47" y="193"/>
                      <a:pt x="46" y="197"/>
                    </a:cubicBezTo>
                    <a:cubicBezTo>
                      <a:pt x="44" y="204"/>
                      <a:pt x="39" y="210"/>
                      <a:pt x="36" y="215"/>
                    </a:cubicBezTo>
                    <a:cubicBezTo>
                      <a:pt x="32" y="220"/>
                      <a:pt x="28" y="224"/>
                      <a:pt x="26" y="228"/>
                    </a:cubicBezTo>
                    <a:cubicBezTo>
                      <a:pt x="23" y="233"/>
                      <a:pt x="21" y="236"/>
                      <a:pt x="21" y="240"/>
                    </a:cubicBezTo>
                    <a:cubicBezTo>
                      <a:pt x="19" y="247"/>
                      <a:pt x="20" y="251"/>
                      <a:pt x="20" y="25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339">
                <a:extLst>
                  <a:ext uri="{FF2B5EF4-FFF2-40B4-BE49-F238E27FC236}">
                    <a16:creationId xmlns:a16="http://schemas.microsoft.com/office/drawing/2014/main" id="{11657EB4-75B5-43BD-96E8-2190D0918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2" y="2031"/>
                <a:ext cx="239" cy="175"/>
              </a:xfrm>
              <a:custGeom>
                <a:avLst/>
                <a:gdLst>
                  <a:gd name="T0" fmla="*/ 100 w 103"/>
                  <a:gd name="T1" fmla="*/ 1 h 75"/>
                  <a:gd name="T2" fmla="*/ 83 w 103"/>
                  <a:gd name="T3" fmla="*/ 0 h 75"/>
                  <a:gd name="T4" fmla="*/ 64 w 103"/>
                  <a:gd name="T5" fmla="*/ 27 h 75"/>
                  <a:gd name="T6" fmla="*/ 35 w 103"/>
                  <a:gd name="T7" fmla="*/ 46 h 75"/>
                  <a:gd name="T8" fmla="*/ 0 w 103"/>
                  <a:gd name="T9" fmla="*/ 54 h 75"/>
                  <a:gd name="T10" fmla="*/ 2 w 103"/>
                  <a:gd name="T11" fmla="*/ 65 h 75"/>
                  <a:gd name="T12" fmla="*/ 9 w 103"/>
                  <a:gd name="T13" fmla="*/ 73 h 75"/>
                  <a:gd name="T14" fmla="*/ 19 w 103"/>
                  <a:gd name="T15" fmla="*/ 74 h 75"/>
                  <a:gd name="T16" fmla="*/ 71 w 103"/>
                  <a:gd name="T17" fmla="*/ 59 h 75"/>
                  <a:gd name="T18" fmla="*/ 95 w 103"/>
                  <a:gd name="T19" fmla="*/ 42 h 75"/>
                  <a:gd name="T20" fmla="*/ 100 w 103"/>
                  <a:gd name="T21" fmla="*/ 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3" h="75">
                    <a:moveTo>
                      <a:pt x="100" y="1"/>
                    </a:moveTo>
                    <a:cubicBezTo>
                      <a:pt x="83" y="0"/>
                      <a:pt x="83" y="0"/>
                      <a:pt x="83" y="0"/>
                    </a:cubicBezTo>
                    <a:cubicBezTo>
                      <a:pt x="76" y="9"/>
                      <a:pt x="71" y="19"/>
                      <a:pt x="64" y="27"/>
                    </a:cubicBezTo>
                    <a:cubicBezTo>
                      <a:pt x="57" y="36"/>
                      <a:pt x="46" y="42"/>
                      <a:pt x="35" y="46"/>
                    </a:cubicBezTo>
                    <a:cubicBezTo>
                      <a:pt x="24" y="50"/>
                      <a:pt x="12" y="52"/>
                      <a:pt x="0" y="54"/>
                    </a:cubicBezTo>
                    <a:cubicBezTo>
                      <a:pt x="1" y="58"/>
                      <a:pt x="1" y="61"/>
                      <a:pt x="2" y="65"/>
                    </a:cubicBezTo>
                    <a:cubicBezTo>
                      <a:pt x="3" y="68"/>
                      <a:pt x="5" y="72"/>
                      <a:pt x="9" y="73"/>
                    </a:cubicBezTo>
                    <a:cubicBezTo>
                      <a:pt x="12" y="75"/>
                      <a:pt x="15" y="74"/>
                      <a:pt x="19" y="74"/>
                    </a:cubicBezTo>
                    <a:cubicBezTo>
                      <a:pt x="37" y="72"/>
                      <a:pt x="55" y="67"/>
                      <a:pt x="71" y="59"/>
                    </a:cubicBezTo>
                    <a:cubicBezTo>
                      <a:pt x="81" y="55"/>
                      <a:pt x="90" y="50"/>
                      <a:pt x="95" y="42"/>
                    </a:cubicBezTo>
                    <a:cubicBezTo>
                      <a:pt x="103" y="30"/>
                      <a:pt x="102" y="15"/>
                      <a:pt x="100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340">
                <a:extLst>
                  <a:ext uri="{FF2B5EF4-FFF2-40B4-BE49-F238E27FC236}">
                    <a16:creationId xmlns:a16="http://schemas.microsoft.com/office/drawing/2014/main" id="{7BAEB66B-4D87-4441-A65F-EE27B8158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0" y="2534"/>
                <a:ext cx="570" cy="793"/>
              </a:xfrm>
              <a:custGeom>
                <a:avLst/>
                <a:gdLst>
                  <a:gd name="T0" fmla="*/ 0 w 245"/>
                  <a:gd name="T1" fmla="*/ 8 h 341"/>
                  <a:gd name="T2" fmla="*/ 147 w 245"/>
                  <a:gd name="T3" fmla="*/ 341 h 341"/>
                  <a:gd name="T4" fmla="*/ 242 w 245"/>
                  <a:gd name="T5" fmla="*/ 297 h 341"/>
                  <a:gd name="T6" fmla="*/ 126 w 245"/>
                  <a:gd name="T7" fmla="*/ 0 h 341"/>
                  <a:gd name="T8" fmla="*/ 0 w 245"/>
                  <a:gd name="T9" fmla="*/ 8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5" h="341">
                    <a:moveTo>
                      <a:pt x="0" y="8"/>
                    </a:moveTo>
                    <a:cubicBezTo>
                      <a:pt x="3" y="12"/>
                      <a:pt x="147" y="341"/>
                      <a:pt x="147" y="341"/>
                    </a:cubicBezTo>
                    <a:cubicBezTo>
                      <a:pt x="147" y="341"/>
                      <a:pt x="245" y="300"/>
                      <a:pt x="242" y="297"/>
                    </a:cubicBezTo>
                    <a:cubicBezTo>
                      <a:pt x="240" y="293"/>
                      <a:pt x="126" y="0"/>
                      <a:pt x="126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341">
                <a:extLst>
                  <a:ext uri="{FF2B5EF4-FFF2-40B4-BE49-F238E27FC236}">
                    <a16:creationId xmlns:a16="http://schemas.microsoft.com/office/drawing/2014/main" id="{879B7D90-1D54-4E4E-AA26-25F50B38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" y="1952"/>
                <a:ext cx="1263" cy="1487"/>
              </a:xfrm>
              <a:custGeom>
                <a:avLst/>
                <a:gdLst>
                  <a:gd name="T0" fmla="*/ 494 w 543"/>
                  <a:gd name="T1" fmla="*/ 1 h 639"/>
                  <a:gd name="T2" fmla="*/ 300 w 543"/>
                  <a:gd name="T3" fmla="*/ 0 h 639"/>
                  <a:gd name="T4" fmla="*/ 297 w 543"/>
                  <a:gd name="T5" fmla="*/ 43 h 639"/>
                  <a:gd name="T6" fmla="*/ 262 w 543"/>
                  <a:gd name="T7" fmla="*/ 85 h 639"/>
                  <a:gd name="T8" fmla="*/ 30 w 543"/>
                  <a:gd name="T9" fmla="*/ 167 h 639"/>
                  <a:gd name="T10" fmla="*/ 3 w 543"/>
                  <a:gd name="T11" fmla="*/ 254 h 639"/>
                  <a:gd name="T12" fmla="*/ 161 w 543"/>
                  <a:gd name="T13" fmla="*/ 639 h 639"/>
                  <a:gd name="T14" fmla="*/ 273 w 543"/>
                  <a:gd name="T15" fmla="*/ 592 h 639"/>
                  <a:gd name="T16" fmla="*/ 182 w 543"/>
                  <a:gd name="T17" fmla="*/ 301 h 639"/>
                  <a:gd name="T18" fmla="*/ 176 w 543"/>
                  <a:gd name="T19" fmla="*/ 264 h 639"/>
                  <a:gd name="T20" fmla="*/ 484 w 543"/>
                  <a:gd name="T21" fmla="*/ 260 h 639"/>
                  <a:gd name="T22" fmla="*/ 541 w 543"/>
                  <a:gd name="T23" fmla="*/ 163 h 639"/>
                  <a:gd name="T24" fmla="*/ 494 w 543"/>
                  <a:gd name="T25" fmla="*/ 1 h 6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3" h="639">
                    <a:moveTo>
                      <a:pt x="494" y="1"/>
                    </a:moveTo>
                    <a:cubicBezTo>
                      <a:pt x="300" y="0"/>
                      <a:pt x="300" y="0"/>
                      <a:pt x="300" y="0"/>
                    </a:cubicBezTo>
                    <a:cubicBezTo>
                      <a:pt x="297" y="43"/>
                      <a:pt x="297" y="43"/>
                      <a:pt x="297" y="43"/>
                    </a:cubicBezTo>
                    <a:cubicBezTo>
                      <a:pt x="287" y="68"/>
                      <a:pt x="276" y="80"/>
                      <a:pt x="262" y="85"/>
                    </a:cubicBezTo>
                    <a:cubicBezTo>
                      <a:pt x="203" y="104"/>
                      <a:pt x="52" y="154"/>
                      <a:pt x="30" y="167"/>
                    </a:cubicBezTo>
                    <a:cubicBezTo>
                      <a:pt x="3" y="183"/>
                      <a:pt x="7" y="225"/>
                      <a:pt x="3" y="254"/>
                    </a:cubicBezTo>
                    <a:cubicBezTo>
                      <a:pt x="0" y="282"/>
                      <a:pt x="161" y="639"/>
                      <a:pt x="161" y="639"/>
                    </a:cubicBezTo>
                    <a:cubicBezTo>
                      <a:pt x="273" y="592"/>
                      <a:pt x="273" y="592"/>
                      <a:pt x="273" y="592"/>
                    </a:cubicBezTo>
                    <a:cubicBezTo>
                      <a:pt x="182" y="301"/>
                      <a:pt x="182" y="301"/>
                      <a:pt x="182" y="301"/>
                    </a:cubicBezTo>
                    <a:cubicBezTo>
                      <a:pt x="176" y="264"/>
                      <a:pt x="176" y="264"/>
                      <a:pt x="176" y="264"/>
                    </a:cubicBezTo>
                    <a:cubicBezTo>
                      <a:pt x="484" y="260"/>
                      <a:pt x="484" y="260"/>
                      <a:pt x="484" y="260"/>
                    </a:cubicBezTo>
                    <a:cubicBezTo>
                      <a:pt x="484" y="260"/>
                      <a:pt x="543" y="245"/>
                      <a:pt x="541" y="163"/>
                    </a:cubicBezTo>
                    <a:cubicBezTo>
                      <a:pt x="540" y="82"/>
                      <a:pt x="494" y="1"/>
                      <a:pt x="494" y="1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342">
                <a:extLst>
                  <a:ext uri="{FF2B5EF4-FFF2-40B4-BE49-F238E27FC236}">
                    <a16:creationId xmlns:a16="http://schemas.microsoft.com/office/drawing/2014/main" id="{3566C8F5-08C6-4115-B366-D2AFCCEC7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" y="2285"/>
                <a:ext cx="168" cy="270"/>
              </a:xfrm>
              <a:custGeom>
                <a:avLst/>
                <a:gdLst>
                  <a:gd name="T0" fmla="*/ 69 w 72"/>
                  <a:gd name="T1" fmla="*/ 0 h 116"/>
                  <a:gd name="T2" fmla="*/ 71 w 72"/>
                  <a:gd name="T3" fmla="*/ 6 h 116"/>
                  <a:gd name="T4" fmla="*/ 72 w 72"/>
                  <a:gd name="T5" fmla="*/ 22 h 116"/>
                  <a:gd name="T6" fmla="*/ 58 w 72"/>
                  <a:gd name="T7" fmla="*/ 72 h 116"/>
                  <a:gd name="T8" fmla="*/ 20 w 72"/>
                  <a:gd name="T9" fmla="*/ 108 h 116"/>
                  <a:gd name="T10" fmla="*/ 6 w 72"/>
                  <a:gd name="T11" fmla="*/ 114 h 116"/>
                  <a:gd name="T12" fmla="*/ 0 w 72"/>
                  <a:gd name="T13" fmla="*/ 115 h 116"/>
                  <a:gd name="T14" fmla="*/ 19 w 72"/>
                  <a:gd name="T15" fmla="*/ 106 h 116"/>
                  <a:gd name="T16" fmla="*/ 56 w 72"/>
                  <a:gd name="T17" fmla="*/ 71 h 116"/>
                  <a:gd name="T18" fmla="*/ 70 w 72"/>
                  <a:gd name="T19" fmla="*/ 22 h 116"/>
                  <a:gd name="T20" fmla="*/ 69 w 72"/>
                  <a:gd name="T2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116">
                    <a:moveTo>
                      <a:pt x="69" y="0"/>
                    </a:moveTo>
                    <a:cubicBezTo>
                      <a:pt x="69" y="0"/>
                      <a:pt x="70" y="2"/>
                      <a:pt x="71" y="6"/>
                    </a:cubicBezTo>
                    <a:cubicBezTo>
                      <a:pt x="71" y="10"/>
                      <a:pt x="72" y="15"/>
                      <a:pt x="72" y="22"/>
                    </a:cubicBezTo>
                    <a:cubicBezTo>
                      <a:pt x="72" y="35"/>
                      <a:pt x="69" y="54"/>
                      <a:pt x="58" y="72"/>
                    </a:cubicBezTo>
                    <a:cubicBezTo>
                      <a:pt x="47" y="90"/>
                      <a:pt x="32" y="102"/>
                      <a:pt x="20" y="108"/>
                    </a:cubicBezTo>
                    <a:cubicBezTo>
                      <a:pt x="14" y="111"/>
                      <a:pt x="9" y="113"/>
                      <a:pt x="6" y="114"/>
                    </a:cubicBezTo>
                    <a:cubicBezTo>
                      <a:pt x="2" y="115"/>
                      <a:pt x="0" y="116"/>
                      <a:pt x="0" y="115"/>
                    </a:cubicBezTo>
                    <a:cubicBezTo>
                      <a:pt x="0" y="115"/>
                      <a:pt x="8" y="113"/>
                      <a:pt x="19" y="106"/>
                    </a:cubicBezTo>
                    <a:cubicBezTo>
                      <a:pt x="31" y="100"/>
                      <a:pt x="46" y="88"/>
                      <a:pt x="56" y="71"/>
                    </a:cubicBezTo>
                    <a:cubicBezTo>
                      <a:pt x="67" y="53"/>
                      <a:pt x="70" y="35"/>
                      <a:pt x="70" y="22"/>
                    </a:cubicBezTo>
                    <a:cubicBezTo>
                      <a:pt x="71" y="8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343">
                <a:extLst>
                  <a:ext uri="{FF2B5EF4-FFF2-40B4-BE49-F238E27FC236}">
                    <a16:creationId xmlns:a16="http://schemas.microsoft.com/office/drawing/2014/main" id="{6FAC83A1-147C-4047-B77F-9270B2FAE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" y="1959"/>
                <a:ext cx="75" cy="89"/>
              </a:xfrm>
              <a:custGeom>
                <a:avLst/>
                <a:gdLst>
                  <a:gd name="T0" fmla="*/ 27 w 32"/>
                  <a:gd name="T1" fmla="*/ 3 h 38"/>
                  <a:gd name="T2" fmla="*/ 7 w 32"/>
                  <a:gd name="T3" fmla="*/ 5 h 38"/>
                  <a:gd name="T4" fmla="*/ 1 w 32"/>
                  <a:gd name="T5" fmla="*/ 19 h 38"/>
                  <a:gd name="T6" fmla="*/ 10 w 32"/>
                  <a:gd name="T7" fmla="*/ 33 h 38"/>
                  <a:gd name="T8" fmla="*/ 27 w 32"/>
                  <a:gd name="T9" fmla="*/ 35 h 38"/>
                  <a:gd name="T10" fmla="*/ 32 w 32"/>
                  <a:gd name="T11" fmla="*/ 26 h 38"/>
                  <a:gd name="T12" fmla="*/ 31 w 32"/>
                  <a:gd name="T13" fmla="*/ 15 h 38"/>
                  <a:gd name="T14" fmla="*/ 29 w 32"/>
                  <a:gd name="T15" fmla="*/ 6 h 38"/>
                  <a:gd name="T16" fmla="*/ 20 w 32"/>
                  <a:gd name="T17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8">
                    <a:moveTo>
                      <a:pt x="27" y="3"/>
                    </a:moveTo>
                    <a:cubicBezTo>
                      <a:pt x="23" y="0"/>
                      <a:pt x="11" y="1"/>
                      <a:pt x="7" y="5"/>
                    </a:cubicBezTo>
                    <a:cubicBezTo>
                      <a:pt x="2" y="8"/>
                      <a:pt x="0" y="14"/>
                      <a:pt x="1" y="19"/>
                    </a:cubicBezTo>
                    <a:cubicBezTo>
                      <a:pt x="2" y="25"/>
                      <a:pt x="6" y="30"/>
                      <a:pt x="10" y="33"/>
                    </a:cubicBezTo>
                    <a:cubicBezTo>
                      <a:pt x="15" y="36"/>
                      <a:pt x="22" y="38"/>
                      <a:pt x="27" y="35"/>
                    </a:cubicBezTo>
                    <a:cubicBezTo>
                      <a:pt x="30" y="33"/>
                      <a:pt x="31" y="29"/>
                      <a:pt x="32" y="26"/>
                    </a:cubicBezTo>
                    <a:cubicBezTo>
                      <a:pt x="32" y="22"/>
                      <a:pt x="32" y="19"/>
                      <a:pt x="31" y="15"/>
                    </a:cubicBezTo>
                    <a:cubicBezTo>
                      <a:pt x="31" y="12"/>
                      <a:pt x="30" y="8"/>
                      <a:pt x="29" y="6"/>
                    </a:cubicBezTo>
                    <a:cubicBezTo>
                      <a:pt x="27" y="3"/>
                      <a:pt x="23" y="1"/>
                      <a:pt x="20" y="2"/>
                    </a:cubicBezTo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344">
                <a:extLst>
                  <a:ext uri="{FF2B5EF4-FFF2-40B4-BE49-F238E27FC236}">
                    <a16:creationId xmlns:a16="http://schemas.microsoft.com/office/drawing/2014/main" id="{BE1F81DA-EFB7-4CE8-B564-EE9A40671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1" y="1950"/>
                <a:ext cx="600" cy="614"/>
              </a:xfrm>
              <a:custGeom>
                <a:avLst/>
                <a:gdLst>
                  <a:gd name="T0" fmla="*/ 213 w 258"/>
                  <a:gd name="T1" fmla="*/ 0 h 264"/>
                  <a:gd name="T2" fmla="*/ 246 w 258"/>
                  <a:gd name="T3" fmla="*/ 93 h 264"/>
                  <a:gd name="T4" fmla="*/ 252 w 258"/>
                  <a:gd name="T5" fmla="*/ 192 h 264"/>
                  <a:gd name="T6" fmla="*/ 223 w 258"/>
                  <a:gd name="T7" fmla="*/ 253 h 264"/>
                  <a:gd name="T8" fmla="*/ 198 w 258"/>
                  <a:gd name="T9" fmla="*/ 262 h 264"/>
                  <a:gd name="T10" fmla="*/ 60 w 258"/>
                  <a:gd name="T11" fmla="*/ 261 h 264"/>
                  <a:gd name="T12" fmla="*/ 32 w 258"/>
                  <a:gd name="T13" fmla="*/ 262 h 264"/>
                  <a:gd name="T14" fmla="*/ 3 w 258"/>
                  <a:gd name="T15" fmla="*/ 262 h 264"/>
                  <a:gd name="T16" fmla="*/ 75 w 258"/>
                  <a:gd name="T17" fmla="*/ 69 h 264"/>
                  <a:gd name="T18" fmla="*/ 62 w 258"/>
                  <a:gd name="T19" fmla="*/ 41 h 264"/>
                  <a:gd name="T20" fmla="*/ 34 w 258"/>
                  <a:gd name="T21" fmla="*/ 34 h 264"/>
                  <a:gd name="T22" fmla="*/ 13 w 258"/>
                  <a:gd name="T23" fmla="*/ 36 h 264"/>
                  <a:gd name="T24" fmla="*/ 11 w 258"/>
                  <a:gd name="T25" fmla="*/ 1 h 264"/>
                  <a:gd name="T26" fmla="*/ 213 w 258"/>
                  <a:gd name="T27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8" h="264">
                    <a:moveTo>
                      <a:pt x="213" y="0"/>
                    </a:moveTo>
                    <a:cubicBezTo>
                      <a:pt x="226" y="30"/>
                      <a:pt x="238" y="61"/>
                      <a:pt x="246" y="93"/>
                    </a:cubicBezTo>
                    <a:cubicBezTo>
                      <a:pt x="254" y="126"/>
                      <a:pt x="258" y="159"/>
                      <a:pt x="252" y="192"/>
                    </a:cubicBezTo>
                    <a:cubicBezTo>
                      <a:pt x="248" y="215"/>
                      <a:pt x="242" y="241"/>
                      <a:pt x="223" y="253"/>
                    </a:cubicBezTo>
                    <a:cubicBezTo>
                      <a:pt x="223" y="253"/>
                      <a:pt x="215" y="261"/>
                      <a:pt x="198" y="262"/>
                    </a:cubicBezTo>
                    <a:cubicBezTo>
                      <a:pt x="162" y="264"/>
                      <a:pt x="97" y="263"/>
                      <a:pt x="60" y="261"/>
                    </a:cubicBezTo>
                    <a:cubicBezTo>
                      <a:pt x="52" y="261"/>
                      <a:pt x="42" y="261"/>
                      <a:pt x="32" y="262"/>
                    </a:cubicBezTo>
                    <a:cubicBezTo>
                      <a:pt x="22" y="262"/>
                      <a:pt x="12" y="263"/>
                      <a:pt x="3" y="262"/>
                    </a:cubicBezTo>
                    <a:cubicBezTo>
                      <a:pt x="56" y="216"/>
                      <a:pt x="87" y="138"/>
                      <a:pt x="75" y="69"/>
                    </a:cubicBezTo>
                    <a:cubicBezTo>
                      <a:pt x="74" y="58"/>
                      <a:pt x="70" y="47"/>
                      <a:pt x="62" y="41"/>
                    </a:cubicBezTo>
                    <a:cubicBezTo>
                      <a:pt x="54" y="35"/>
                      <a:pt x="44" y="34"/>
                      <a:pt x="34" y="34"/>
                    </a:cubicBezTo>
                    <a:cubicBezTo>
                      <a:pt x="24" y="33"/>
                      <a:pt x="22" y="36"/>
                      <a:pt x="13" y="36"/>
                    </a:cubicBezTo>
                    <a:cubicBezTo>
                      <a:pt x="0" y="36"/>
                      <a:pt x="2" y="4"/>
                      <a:pt x="11" y="1"/>
                    </a:cubicBezTo>
                    <a:cubicBezTo>
                      <a:pt x="213" y="0"/>
                      <a:pt x="213" y="0"/>
                      <a:pt x="213" y="0"/>
                    </a:cubicBezTo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345">
                <a:extLst>
                  <a:ext uri="{FF2B5EF4-FFF2-40B4-BE49-F238E27FC236}">
                    <a16:creationId xmlns:a16="http://schemas.microsoft.com/office/drawing/2014/main" id="{E7650F76-CA34-46A0-B646-D2CD3622A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0" y="2282"/>
                <a:ext cx="186" cy="277"/>
              </a:xfrm>
              <a:custGeom>
                <a:avLst/>
                <a:gdLst>
                  <a:gd name="T0" fmla="*/ 80 w 80"/>
                  <a:gd name="T1" fmla="*/ 0 h 119"/>
                  <a:gd name="T2" fmla="*/ 79 w 80"/>
                  <a:gd name="T3" fmla="*/ 5 h 119"/>
                  <a:gd name="T4" fmla="*/ 73 w 80"/>
                  <a:gd name="T5" fmla="*/ 20 h 119"/>
                  <a:gd name="T6" fmla="*/ 49 w 80"/>
                  <a:gd name="T7" fmla="*/ 65 h 119"/>
                  <a:gd name="T8" fmla="*/ 16 w 80"/>
                  <a:gd name="T9" fmla="*/ 105 h 119"/>
                  <a:gd name="T10" fmla="*/ 5 w 80"/>
                  <a:gd name="T11" fmla="*/ 115 h 119"/>
                  <a:gd name="T12" fmla="*/ 0 w 80"/>
                  <a:gd name="T13" fmla="*/ 119 h 119"/>
                  <a:gd name="T14" fmla="*/ 4 w 80"/>
                  <a:gd name="T15" fmla="*/ 115 h 119"/>
                  <a:gd name="T16" fmla="*/ 15 w 80"/>
                  <a:gd name="T17" fmla="*/ 104 h 119"/>
                  <a:gd name="T18" fmla="*/ 47 w 80"/>
                  <a:gd name="T19" fmla="*/ 64 h 119"/>
                  <a:gd name="T20" fmla="*/ 72 w 80"/>
                  <a:gd name="T21" fmla="*/ 19 h 119"/>
                  <a:gd name="T22" fmla="*/ 78 w 80"/>
                  <a:gd name="T23" fmla="*/ 5 h 119"/>
                  <a:gd name="T24" fmla="*/ 80 w 80"/>
                  <a:gd name="T25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119">
                    <a:moveTo>
                      <a:pt x="80" y="0"/>
                    </a:moveTo>
                    <a:cubicBezTo>
                      <a:pt x="80" y="0"/>
                      <a:pt x="80" y="2"/>
                      <a:pt x="79" y="5"/>
                    </a:cubicBezTo>
                    <a:cubicBezTo>
                      <a:pt x="77" y="9"/>
                      <a:pt x="76" y="14"/>
                      <a:pt x="73" y="20"/>
                    </a:cubicBezTo>
                    <a:cubicBezTo>
                      <a:pt x="68" y="32"/>
                      <a:pt x="60" y="48"/>
                      <a:pt x="49" y="65"/>
                    </a:cubicBezTo>
                    <a:cubicBezTo>
                      <a:pt x="38" y="82"/>
                      <a:pt x="26" y="95"/>
                      <a:pt x="16" y="105"/>
                    </a:cubicBezTo>
                    <a:cubicBezTo>
                      <a:pt x="12" y="109"/>
                      <a:pt x="8" y="113"/>
                      <a:pt x="5" y="115"/>
                    </a:cubicBezTo>
                    <a:cubicBezTo>
                      <a:pt x="2" y="118"/>
                      <a:pt x="0" y="119"/>
                      <a:pt x="0" y="119"/>
                    </a:cubicBezTo>
                    <a:cubicBezTo>
                      <a:pt x="0" y="119"/>
                      <a:pt x="2" y="117"/>
                      <a:pt x="4" y="115"/>
                    </a:cubicBezTo>
                    <a:cubicBezTo>
                      <a:pt x="7" y="112"/>
                      <a:pt x="11" y="108"/>
                      <a:pt x="15" y="104"/>
                    </a:cubicBezTo>
                    <a:cubicBezTo>
                      <a:pt x="24" y="94"/>
                      <a:pt x="36" y="80"/>
                      <a:pt x="47" y="64"/>
                    </a:cubicBezTo>
                    <a:cubicBezTo>
                      <a:pt x="58" y="47"/>
                      <a:pt x="66" y="31"/>
                      <a:pt x="72" y="19"/>
                    </a:cubicBezTo>
                    <a:cubicBezTo>
                      <a:pt x="74" y="13"/>
                      <a:pt x="76" y="8"/>
                      <a:pt x="78" y="5"/>
                    </a:cubicBezTo>
                    <a:cubicBezTo>
                      <a:pt x="79" y="2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346">
                <a:extLst>
                  <a:ext uri="{FF2B5EF4-FFF2-40B4-BE49-F238E27FC236}">
                    <a16:creationId xmlns:a16="http://schemas.microsoft.com/office/drawing/2014/main" id="{DCB6003F-D730-4D70-8E42-C617BCF08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6" y="2406"/>
                <a:ext cx="182" cy="151"/>
              </a:xfrm>
              <a:custGeom>
                <a:avLst/>
                <a:gdLst>
                  <a:gd name="T0" fmla="*/ 78 w 78"/>
                  <a:gd name="T1" fmla="*/ 0 h 65"/>
                  <a:gd name="T2" fmla="*/ 75 w 78"/>
                  <a:gd name="T3" fmla="*/ 3 h 65"/>
                  <a:gd name="T4" fmla="*/ 69 w 78"/>
                  <a:gd name="T5" fmla="*/ 12 h 65"/>
                  <a:gd name="T6" fmla="*/ 43 w 78"/>
                  <a:gd name="T7" fmla="*/ 38 h 65"/>
                  <a:gd name="T8" fmla="*/ 13 w 78"/>
                  <a:gd name="T9" fmla="*/ 58 h 65"/>
                  <a:gd name="T10" fmla="*/ 4 w 78"/>
                  <a:gd name="T11" fmla="*/ 63 h 65"/>
                  <a:gd name="T12" fmla="*/ 0 w 78"/>
                  <a:gd name="T13" fmla="*/ 65 h 65"/>
                  <a:gd name="T14" fmla="*/ 13 w 78"/>
                  <a:gd name="T15" fmla="*/ 57 h 65"/>
                  <a:gd name="T16" fmla="*/ 42 w 78"/>
                  <a:gd name="T17" fmla="*/ 36 h 65"/>
                  <a:gd name="T18" fmla="*/ 68 w 78"/>
                  <a:gd name="T19" fmla="*/ 11 h 65"/>
                  <a:gd name="T20" fmla="*/ 78 w 78"/>
                  <a:gd name="T2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" h="65">
                    <a:moveTo>
                      <a:pt x="78" y="0"/>
                    </a:moveTo>
                    <a:cubicBezTo>
                      <a:pt x="78" y="0"/>
                      <a:pt x="77" y="1"/>
                      <a:pt x="75" y="3"/>
                    </a:cubicBezTo>
                    <a:cubicBezTo>
                      <a:pt x="74" y="5"/>
                      <a:pt x="72" y="8"/>
                      <a:pt x="69" y="12"/>
                    </a:cubicBezTo>
                    <a:cubicBezTo>
                      <a:pt x="63" y="19"/>
                      <a:pt x="54" y="29"/>
                      <a:pt x="43" y="38"/>
                    </a:cubicBezTo>
                    <a:cubicBezTo>
                      <a:pt x="32" y="47"/>
                      <a:pt x="21" y="54"/>
                      <a:pt x="13" y="58"/>
                    </a:cubicBezTo>
                    <a:cubicBezTo>
                      <a:pt x="9" y="61"/>
                      <a:pt x="6" y="62"/>
                      <a:pt x="4" y="63"/>
                    </a:cubicBezTo>
                    <a:cubicBezTo>
                      <a:pt x="1" y="64"/>
                      <a:pt x="0" y="65"/>
                      <a:pt x="0" y="65"/>
                    </a:cubicBezTo>
                    <a:cubicBezTo>
                      <a:pt x="0" y="65"/>
                      <a:pt x="5" y="62"/>
                      <a:pt x="13" y="57"/>
                    </a:cubicBezTo>
                    <a:cubicBezTo>
                      <a:pt x="20" y="52"/>
                      <a:pt x="31" y="45"/>
                      <a:pt x="42" y="36"/>
                    </a:cubicBezTo>
                    <a:cubicBezTo>
                      <a:pt x="53" y="27"/>
                      <a:pt x="61" y="18"/>
                      <a:pt x="68" y="11"/>
                    </a:cubicBezTo>
                    <a:cubicBezTo>
                      <a:pt x="74" y="4"/>
                      <a:pt x="77" y="0"/>
                      <a:pt x="78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Oval 347">
                <a:extLst>
                  <a:ext uri="{FF2B5EF4-FFF2-40B4-BE49-F238E27FC236}">
                    <a16:creationId xmlns:a16="http://schemas.microsoft.com/office/drawing/2014/main" id="{8A55BD55-A32A-47C5-B4AD-070DD2966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1" y="2555"/>
                <a:ext cx="510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348">
                <a:extLst>
                  <a:ext uri="{FF2B5EF4-FFF2-40B4-BE49-F238E27FC236}">
                    <a16:creationId xmlns:a16="http://schemas.microsoft.com/office/drawing/2014/main" id="{54635308-8699-4DB1-8861-690BB610A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2" y="2024"/>
                <a:ext cx="242" cy="79"/>
              </a:xfrm>
              <a:custGeom>
                <a:avLst/>
                <a:gdLst>
                  <a:gd name="T0" fmla="*/ 104 w 104"/>
                  <a:gd name="T1" fmla="*/ 34 h 34"/>
                  <a:gd name="T2" fmla="*/ 91 w 104"/>
                  <a:gd name="T3" fmla="*/ 24 h 34"/>
                  <a:gd name="T4" fmla="*/ 75 w 104"/>
                  <a:gd name="T5" fmla="*/ 16 h 34"/>
                  <a:gd name="T6" fmla="*/ 55 w 104"/>
                  <a:gd name="T7" fmla="*/ 8 h 34"/>
                  <a:gd name="T8" fmla="*/ 34 w 104"/>
                  <a:gd name="T9" fmla="*/ 3 h 34"/>
                  <a:gd name="T10" fmla="*/ 16 w 104"/>
                  <a:gd name="T11" fmla="*/ 2 h 34"/>
                  <a:gd name="T12" fmla="*/ 0 w 104"/>
                  <a:gd name="T13" fmla="*/ 3 h 34"/>
                  <a:gd name="T14" fmla="*/ 4 w 104"/>
                  <a:gd name="T15" fmla="*/ 2 h 34"/>
                  <a:gd name="T16" fmla="*/ 16 w 104"/>
                  <a:gd name="T17" fmla="*/ 1 h 34"/>
                  <a:gd name="T18" fmla="*/ 34 w 104"/>
                  <a:gd name="T19" fmla="*/ 1 h 34"/>
                  <a:gd name="T20" fmla="*/ 56 w 104"/>
                  <a:gd name="T21" fmla="*/ 6 h 34"/>
                  <a:gd name="T22" fmla="*/ 76 w 104"/>
                  <a:gd name="T23" fmla="*/ 14 h 34"/>
                  <a:gd name="T24" fmla="*/ 91 w 104"/>
                  <a:gd name="T25" fmla="*/ 23 h 34"/>
                  <a:gd name="T26" fmla="*/ 101 w 104"/>
                  <a:gd name="T27" fmla="*/ 31 h 34"/>
                  <a:gd name="T28" fmla="*/ 104 w 104"/>
                  <a:gd name="T2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34">
                    <a:moveTo>
                      <a:pt x="104" y="34"/>
                    </a:moveTo>
                    <a:cubicBezTo>
                      <a:pt x="104" y="34"/>
                      <a:pt x="99" y="30"/>
                      <a:pt x="91" y="24"/>
                    </a:cubicBezTo>
                    <a:cubicBezTo>
                      <a:pt x="86" y="21"/>
                      <a:pt x="81" y="18"/>
                      <a:pt x="75" y="16"/>
                    </a:cubicBezTo>
                    <a:cubicBezTo>
                      <a:pt x="69" y="13"/>
                      <a:pt x="62" y="10"/>
                      <a:pt x="55" y="8"/>
                    </a:cubicBezTo>
                    <a:cubicBezTo>
                      <a:pt x="48" y="6"/>
                      <a:pt x="40" y="4"/>
                      <a:pt x="34" y="3"/>
                    </a:cubicBezTo>
                    <a:cubicBezTo>
                      <a:pt x="27" y="2"/>
                      <a:pt x="21" y="2"/>
                      <a:pt x="16" y="2"/>
                    </a:cubicBezTo>
                    <a:cubicBezTo>
                      <a:pt x="6" y="2"/>
                      <a:pt x="0" y="3"/>
                      <a:pt x="0" y="3"/>
                    </a:cubicBezTo>
                    <a:cubicBezTo>
                      <a:pt x="0" y="3"/>
                      <a:pt x="1" y="2"/>
                      <a:pt x="4" y="2"/>
                    </a:cubicBezTo>
                    <a:cubicBezTo>
                      <a:pt x="7" y="1"/>
                      <a:pt x="11" y="1"/>
                      <a:pt x="16" y="1"/>
                    </a:cubicBezTo>
                    <a:cubicBezTo>
                      <a:pt x="21" y="0"/>
                      <a:pt x="27" y="1"/>
                      <a:pt x="34" y="1"/>
                    </a:cubicBezTo>
                    <a:cubicBezTo>
                      <a:pt x="41" y="2"/>
                      <a:pt x="48" y="3"/>
                      <a:pt x="56" y="6"/>
                    </a:cubicBezTo>
                    <a:cubicBezTo>
                      <a:pt x="63" y="8"/>
                      <a:pt x="70" y="11"/>
                      <a:pt x="76" y="14"/>
                    </a:cubicBezTo>
                    <a:cubicBezTo>
                      <a:pt x="82" y="17"/>
                      <a:pt x="87" y="20"/>
                      <a:pt x="91" y="23"/>
                    </a:cubicBezTo>
                    <a:cubicBezTo>
                      <a:pt x="96" y="26"/>
                      <a:pt x="99" y="29"/>
                      <a:pt x="101" y="31"/>
                    </a:cubicBezTo>
                    <a:cubicBezTo>
                      <a:pt x="103" y="33"/>
                      <a:pt x="104" y="34"/>
                      <a:pt x="104" y="34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349">
                <a:extLst>
                  <a:ext uri="{FF2B5EF4-FFF2-40B4-BE49-F238E27FC236}">
                    <a16:creationId xmlns:a16="http://schemas.microsoft.com/office/drawing/2014/main" id="{5DFFD451-0080-44F7-8B99-F3C9B0DC3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5" y="2034"/>
                <a:ext cx="147" cy="39"/>
              </a:xfrm>
              <a:custGeom>
                <a:avLst/>
                <a:gdLst>
                  <a:gd name="T0" fmla="*/ 63 w 63"/>
                  <a:gd name="T1" fmla="*/ 17 h 17"/>
                  <a:gd name="T2" fmla="*/ 53 w 63"/>
                  <a:gd name="T3" fmla="*/ 16 h 17"/>
                  <a:gd name="T4" fmla="*/ 31 w 63"/>
                  <a:gd name="T5" fmla="*/ 11 h 17"/>
                  <a:gd name="T6" fmla="*/ 9 w 63"/>
                  <a:gd name="T7" fmla="*/ 4 h 17"/>
                  <a:gd name="T8" fmla="*/ 0 w 63"/>
                  <a:gd name="T9" fmla="*/ 0 h 17"/>
                  <a:gd name="T10" fmla="*/ 9 w 63"/>
                  <a:gd name="T11" fmla="*/ 2 h 17"/>
                  <a:gd name="T12" fmla="*/ 31 w 63"/>
                  <a:gd name="T13" fmla="*/ 9 h 17"/>
                  <a:gd name="T14" fmla="*/ 53 w 63"/>
                  <a:gd name="T15" fmla="*/ 14 h 17"/>
                  <a:gd name="T16" fmla="*/ 63 w 63"/>
                  <a:gd name="T1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17">
                    <a:moveTo>
                      <a:pt x="63" y="17"/>
                    </a:moveTo>
                    <a:cubicBezTo>
                      <a:pt x="63" y="17"/>
                      <a:pt x="59" y="17"/>
                      <a:pt x="53" y="16"/>
                    </a:cubicBezTo>
                    <a:cubicBezTo>
                      <a:pt x="47" y="15"/>
                      <a:pt x="39" y="13"/>
                      <a:pt x="31" y="11"/>
                    </a:cubicBezTo>
                    <a:cubicBezTo>
                      <a:pt x="22" y="8"/>
                      <a:pt x="15" y="6"/>
                      <a:pt x="9" y="4"/>
                    </a:cubicBezTo>
                    <a:cubicBezTo>
                      <a:pt x="4" y="2"/>
                      <a:pt x="0" y="0"/>
                      <a:pt x="0" y="0"/>
                    </a:cubicBezTo>
                    <a:cubicBezTo>
                      <a:pt x="0" y="0"/>
                      <a:pt x="4" y="0"/>
                      <a:pt x="9" y="2"/>
                    </a:cubicBezTo>
                    <a:cubicBezTo>
                      <a:pt x="15" y="4"/>
                      <a:pt x="23" y="6"/>
                      <a:pt x="31" y="9"/>
                    </a:cubicBezTo>
                    <a:cubicBezTo>
                      <a:pt x="40" y="11"/>
                      <a:pt x="48" y="13"/>
                      <a:pt x="53" y="14"/>
                    </a:cubicBezTo>
                    <a:cubicBezTo>
                      <a:pt x="59" y="16"/>
                      <a:pt x="63" y="17"/>
                      <a:pt x="63" y="1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350">
                <a:extLst>
                  <a:ext uri="{FF2B5EF4-FFF2-40B4-BE49-F238E27FC236}">
                    <a16:creationId xmlns:a16="http://schemas.microsoft.com/office/drawing/2014/main" id="{D3D812B2-65DA-4ED3-BDAF-20CA6BE78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9" y="1950"/>
                <a:ext cx="35" cy="86"/>
              </a:xfrm>
              <a:custGeom>
                <a:avLst/>
                <a:gdLst>
                  <a:gd name="T0" fmla="*/ 15 w 15"/>
                  <a:gd name="T1" fmla="*/ 37 h 37"/>
                  <a:gd name="T2" fmla="*/ 9 w 15"/>
                  <a:gd name="T3" fmla="*/ 34 h 37"/>
                  <a:gd name="T4" fmla="*/ 1 w 15"/>
                  <a:gd name="T5" fmla="*/ 20 h 37"/>
                  <a:gd name="T6" fmla="*/ 6 w 15"/>
                  <a:gd name="T7" fmla="*/ 5 h 37"/>
                  <a:gd name="T8" fmla="*/ 11 w 15"/>
                  <a:gd name="T9" fmla="*/ 1 h 37"/>
                  <a:gd name="T10" fmla="*/ 7 w 15"/>
                  <a:gd name="T11" fmla="*/ 5 h 37"/>
                  <a:gd name="T12" fmla="*/ 3 w 15"/>
                  <a:gd name="T13" fmla="*/ 20 h 37"/>
                  <a:gd name="T14" fmla="*/ 10 w 15"/>
                  <a:gd name="T15" fmla="*/ 33 h 37"/>
                  <a:gd name="T16" fmla="*/ 15 w 15"/>
                  <a:gd name="T1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7">
                    <a:moveTo>
                      <a:pt x="15" y="37"/>
                    </a:moveTo>
                    <a:cubicBezTo>
                      <a:pt x="15" y="37"/>
                      <a:pt x="12" y="37"/>
                      <a:pt x="9" y="34"/>
                    </a:cubicBezTo>
                    <a:cubicBezTo>
                      <a:pt x="5" y="32"/>
                      <a:pt x="1" y="27"/>
                      <a:pt x="1" y="20"/>
                    </a:cubicBezTo>
                    <a:cubicBezTo>
                      <a:pt x="0" y="13"/>
                      <a:pt x="3" y="8"/>
                      <a:pt x="6" y="5"/>
                    </a:cubicBezTo>
                    <a:cubicBezTo>
                      <a:pt x="9" y="1"/>
                      <a:pt x="11" y="0"/>
                      <a:pt x="11" y="1"/>
                    </a:cubicBezTo>
                    <a:cubicBezTo>
                      <a:pt x="11" y="1"/>
                      <a:pt x="9" y="2"/>
                      <a:pt x="7" y="5"/>
                    </a:cubicBezTo>
                    <a:cubicBezTo>
                      <a:pt x="5" y="9"/>
                      <a:pt x="2" y="14"/>
                      <a:pt x="3" y="20"/>
                    </a:cubicBezTo>
                    <a:cubicBezTo>
                      <a:pt x="3" y="26"/>
                      <a:pt x="7" y="30"/>
                      <a:pt x="10" y="33"/>
                    </a:cubicBezTo>
                    <a:cubicBezTo>
                      <a:pt x="13" y="36"/>
                      <a:pt x="15" y="36"/>
                      <a:pt x="15" y="3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351">
                <a:extLst>
                  <a:ext uri="{FF2B5EF4-FFF2-40B4-BE49-F238E27FC236}">
                    <a16:creationId xmlns:a16="http://schemas.microsoft.com/office/drawing/2014/main" id="{CEDA4AF1-247F-459C-8809-B309975CF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5" y="1999"/>
                <a:ext cx="33" cy="18"/>
              </a:xfrm>
              <a:custGeom>
                <a:avLst/>
                <a:gdLst>
                  <a:gd name="T0" fmla="*/ 14 w 14"/>
                  <a:gd name="T1" fmla="*/ 2 h 8"/>
                  <a:gd name="T2" fmla="*/ 7 w 14"/>
                  <a:gd name="T3" fmla="*/ 4 h 8"/>
                  <a:gd name="T4" fmla="*/ 0 w 14"/>
                  <a:gd name="T5" fmla="*/ 8 h 8"/>
                  <a:gd name="T6" fmla="*/ 6 w 14"/>
                  <a:gd name="T7" fmla="*/ 2 h 8"/>
                  <a:gd name="T8" fmla="*/ 14 w 14"/>
                  <a:gd name="T9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14" y="2"/>
                    </a:moveTo>
                    <a:cubicBezTo>
                      <a:pt x="13" y="3"/>
                      <a:pt x="10" y="3"/>
                      <a:pt x="7" y="4"/>
                    </a:cubicBezTo>
                    <a:cubicBezTo>
                      <a:pt x="3" y="6"/>
                      <a:pt x="1" y="8"/>
                      <a:pt x="0" y="8"/>
                    </a:cubicBezTo>
                    <a:cubicBezTo>
                      <a:pt x="0" y="8"/>
                      <a:pt x="2" y="4"/>
                      <a:pt x="6" y="2"/>
                    </a:cubicBezTo>
                    <a:cubicBezTo>
                      <a:pt x="10" y="0"/>
                      <a:pt x="14" y="2"/>
                      <a:pt x="14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352">
                <a:extLst>
                  <a:ext uri="{FF2B5EF4-FFF2-40B4-BE49-F238E27FC236}">
                    <a16:creationId xmlns:a16="http://schemas.microsoft.com/office/drawing/2014/main" id="{2B6104BB-A795-4819-B979-FC5F1328A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" y="1961"/>
                <a:ext cx="68" cy="87"/>
              </a:xfrm>
              <a:custGeom>
                <a:avLst/>
                <a:gdLst>
                  <a:gd name="T0" fmla="*/ 29 w 29"/>
                  <a:gd name="T1" fmla="*/ 33 h 37"/>
                  <a:gd name="T2" fmla="*/ 28 w 29"/>
                  <a:gd name="T3" fmla="*/ 35 h 37"/>
                  <a:gd name="T4" fmla="*/ 20 w 29"/>
                  <a:gd name="T5" fmla="*/ 37 h 37"/>
                  <a:gd name="T6" fmla="*/ 10 w 29"/>
                  <a:gd name="T7" fmla="*/ 34 h 37"/>
                  <a:gd name="T8" fmla="*/ 2 w 29"/>
                  <a:gd name="T9" fmla="*/ 23 h 37"/>
                  <a:gd name="T10" fmla="*/ 2 w 29"/>
                  <a:gd name="T11" fmla="*/ 10 h 37"/>
                  <a:gd name="T12" fmla="*/ 10 w 29"/>
                  <a:gd name="T13" fmla="*/ 2 h 37"/>
                  <a:gd name="T14" fmla="*/ 17 w 29"/>
                  <a:gd name="T15" fmla="*/ 1 h 37"/>
                  <a:gd name="T16" fmla="*/ 20 w 29"/>
                  <a:gd name="T17" fmla="*/ 1 h 37"/>
                  <a:gd name="T18" fmla="*/ 11 w 29"/>
                  <a:gd name="T19" fmla="*/ 3 h 37"/>
                  <a:gd name="T20" fmla="*/ 4 w 29"/>
                  <a:gd name="T21" fmla="*/ 11 h 37"/>
                  <a:gd name="T22" fmla="*/ 4 w 29"/>
                  <a:gd name="T23" fmla="*/ 23 h 37"/>
                  <a:gd name="T24" fmla="*/ 11 w 29"/>
                  <a:gd name="T25" fmla="*/ 32 h 37"/>
                  <a:gd name="T26" fmla="*/ 21 w 29"/>
                  <a:gd name="T27" fmla="*/ 36 h 37"/>
                  <a:gd name="T28" fmla="*/ 27 w 29"/>
                  <a:gd name="T29" fmla="*/ 34 h 37"/>
                  <a:gd name="T30" fmla="*/ 29 w 29"/>
                  <a:gd name="T31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37">
                    <a:moveTo>
                      <a:pt x="29" y="33"/>
                    </a:moveTo>
                    <a:cubicBezTo>
                      <a:pt x="29" y="33"/>
                      <a:pt x="29" y="34"/>
                      <a:pt x="28" y="35"/>
                    </a:cubicBezTo>
                    <a:cubicBezTo>
                      <a:pt x="26" y="36"/>
                      <a:pt x="24" y="37"/>
                      <a:pt x="20" y="37"/>
                    </a:cubicBezTo>
                    <a:cubicBezTo>
                      <a:pt x="17" y="37"/>
                      <a:pt x="14" y="36"/>
                      <a:pt x="10" y="34"/>
                    </a:cubicBezTo>
                    <a:cubicBezTo>
                      <a:pt x="7" y="31"/>
                      <a:pt x="3" y="28"/>
                      <a:pt x="2" y="23"/>
                    </a:cubicBezTo>
                    <a:cubicBezTo>
                      <a:pt x="0" y="19"/>
                      <a:pt x="1" y="14"/>
                      <a:pt x="2" y="10"/>
                    </a:cubicBezTo>
                    <a:cubicBezTo>
                      <a:pt x="4" y="6"/>
                      <a:pt x="7" y="3"/>
                      <a:pt x="10" y="2"/>
                    </a:cubicBezTo>
                    <a:cubicBezTo>
                      <a:pt x="13" y="1"/>
                      <a:pt x="16" y="0"/>
                      <a:pt x="17" y="1"/>
                    </a:cubicBezTo>
                    <a:cubicBezTo>
                      <a:pt x="19" y="1"/>
                      <a:pt x="20" y="1"/>
                      <a:pt x="20" y="1"/>
                    </a:cubicBezTo>
                    <a:cubicBezTo>
                      <a:pt x="20" y="2"/>
                      <a:pt x="16" y="0"/>
                      <a:pt x="11" y="3"/>
                    </a:cubicBezTo>
                    <a:cubicBezTo>
                      <a:pt x="8" y="5"/>
                      <a:pt x="6" y="7"/>
                      <a:pt x="4" y="11"/>
                    </a:cubicBezTo>
                    <a:cubicBezTo>
                      <a:pt x="3" y="14"/>
                      <a:pt x="2" y="18"/>
                      <a:pt x="4" y="23"/>
                    </a:cubicBezTo>
                    <a:cubicBezTo>
                      <a:pt x="5" y="27"/>
                      <a:pt x="8" y="30"/>
                      <a:pt x="11" y="32"/>
                    </a:cubicBezTo>
                    <a:cubicBezTo>
                      <a:pt x="14" y="34"/>
                      <a:pt x="18" y="35"/>
                      <a:pt x="21" y="36"/>
                    </a:cubicBezTo>
                    <a:cubicBezTo>
                      <a:pt x="23" y="36"/>
                      <a:pt x="26" y="35"/>
                      <a:pt x="27" y="34"/>
                    </a:cubicBezTo>
                    <a:cubicBezTo>
                      <a:pt x="29" y="34"/>
                      <a:pt x="29" y="33"/>
                      <a:pt x="29" y="3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353">
                <a:extLst>
                  <a:ext uri="{FF2B5EF4-FFF2-40B4-BE49-F238E27FC236}">
                    <a16:creationId xmlns:a16="http://schemas.microsoft.com/office/drawing/2014/main" id="{D555E72E-5773-4066-A443-037849ECC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7" y="2029"/>
                <a:ext cx="37" cy="5"/>
              </a:xfrm>
              <a:custGeom>
                <a:avLst/>
                <a:gdLst>
                  <a:gd name="T0" fmla="*/ 1 w 16"/>
                  <a:gd name="T1" fmla="*/ 0 h 2"/>
                  <a:gd name="T2" fmla="*/ 0 w 16"/>
                  <a:gd name="T3" fmla="*/ 0 h 2"/>
                  <a:gd name="T4" fmla="*/ 16 w 16"/>
                  <a:gd name="T5" fmla="*/ 2 h 2"/>
                  <a:gd name="T6" fmla="*/ 1 w 1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5" y="0"/>
                      <a:pt x="11" y="1"/>
                      <a:pt x="16" y="2"/>
                    </a:cubicBezTo>
                    <a:cubicBezTo>
                      <a:pt x="11" y="1"/>
                      <a:pt x="6" y="0"/>
                      <a:pt x="1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354">
                <a:extLst>
                  <a:ext uri="{FF2B5EF4-FFF2-40B4-BE49-F238E27FC236}">
                    <a16:creationId xmlns:a16="http://schemas.microsoft.com/office/drawing/2014/main" id="{79774F4F-7F95-4A9C-B474-6237E1D6C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9" y="2029"/>
                <a:ext cx="242" cy="130"/>
              </a:xfrm>
              <a:custGeom>
                <a:avLst/>
                <a:gdLst>
                  <a:gd name="T0" fmla="*/ 1 w 104"/>
                  <a:gd name="T1" fmla="*/ 0 h 56"/>
                  <a:gd name="T2" fmla="*/ 0 w 104"/>
                  <a:gd name="T3" fmla="*/ 0 h 56"/>
                  <a:gd name="T4" fmla="*/ 0 w 104"/>
                  <a:gd name="T5" fmla="*/ 0 h 56"/>
                  <a:gd name="T6" fmla="*/ 0 w 104"/>
                  <a:gd name="T7" fmla="*/ 0 h 56"/>
                  <a:gd name="T8" fmla="*/ 15 w 104"/>
                  <a:gd name="T9" fmla="*/ 2 h 56"/>
                  <a:gd name="T10" fmla="*/ 61 w 104"/>
                  <a:gd name="T11" fmla="*/ 22 h 56"/>
                  <a:gd name="T12" fmla="*/ 91 w 104"/>
                  <a:gd name="T13" fmla="*/ 54 h 56"/>
                  <a:gd name="T14" fmla="*/ 96 w 104"/>
                  <a:gd name="T15" fmla="*/ 56 h 56"/>
                  <a:gd name="T16" fmla="*/ 103 w 104"/>
                  <a:gd name="T17" fmla="*/ 48 h 56"/>
                  <a:gd name="T18" fmla="*/ 103 w 104"/>
                  <a:gd name="T19" fmla="*/ 48 h 56"/>
                  <a:gd name="T20" fmla="*/ 93 w 104"/>
                  <a:gd name="T21" fmla="*/ 34 h 56"/>
                  <a:gd name="T22" fmla="*/ 74 w 104"/>
                  <a:gd name="T23" fmla="*/ 20 h 56"/>
                  <a:gd name="T24" fmla="*/ 75 w 104"/>
                  <a:gd name="T25" fmla="*/ 21 h 56"/>
                  <a:gd name="T26" fmla="*/ 85 w 104"/>
                  <a:gd name="T27" fmla="*/ 29 h 56"/>
                  <a:gd name="T28" fmla="*/ 88 w 104"/>
                  <a:gd name="T29" fmla="*/ 32 h 56"/>
                  <a:gd name="T30" fmla="*/ 88 w 104"/>
                  <a:gd name="T31" fmla="*/ 32 h 56"/>
                  <a:gd name="T32" fmla="*/ 75 w 104"/>
                  <a:gd name="T33" fmla="*/ 22 h 56"/>
                  <a:gd name="T34" fmla="*/ 59 w 104"/>
                  <a:gd name="T35" fmla="*/ 14 h 56"/>
                  <a:gd name="T36" fmla="*/ 39 w 104"/>
                  <a:gd name="T37" fmla="*/ 6 h 56"/>
                  <a:gd name="T38" fmla="*/ 18 w 104"/>
                  <a:gd name="T39" fmla="*/ 1 h 56"/>
                  <a:gd name="T40" fmla="*/ 1 w 104"/>
                  <a:gd name="T4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4" h="5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1"/>
                      <a:pt x="15" y="2"/>
                    </a:cubicBezTo>
                    <a:cubicBezTo>
                      <a:pt x="32" y="6"/>
                      <a:pt x="50" y="14"/>
                      <a:pt x="61" y="22"/>
                    </a:cubicBezTo>
                    <a:cubicBezTo>
                      <a:pt x="72" y="31"/>
                      <a:pt x="82" y="42"/>
                      <a:pt x="91" y="54"/>
                    </a:cubicBezTo>
                    <a:cubicBezTo>
                      <a:pt x="93" y="55"/>
                      <a:pt x="94" y="56"/>
                      <a:pt x="96" y="56"/>
                    </a:cubicBezTo>
                    <a:cubicBezTo>
                      <a:pt x="100" y="56"/>
                      <a:pt x="104" y="52"/>
                      <a:pt x="103" y="48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101" y="42"/>
                      <a:pt x="97" y="38"/>
                      <a:pt x="93" y="34"/>
                    </a:cubicBezTo>
                    <a:cubicBezTo>
                      <a:pt x="87" y="29"/>
                      <a:pt x="81" y="25"/>
                      <a:pt x="74" y="20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80" y="24"/>
                      <a:pt x="83" y="27"/>
                      <a:pt x="85" y="29"/>
                    </a:cubicBezTo>
                    <a:cubicBezTo>
                      <a:pt x="87" y="31"/>
                      <a:pt x="88" y="32"/>
                      <a:pt x="88" y="32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87" y="32"/>
                      <a:pt x="83" y="28"/>
                      <a:pt x="75" y="22"/>
                    </a:cubicBezTo>
                    <a:cubicBezTo>
                      <a:pt x="70" y="19"/>
                      <a:pt x="65" y="16"/>
                      <a:pt x="59" y="14"/>
                    </a:cubicBezTo>
                    <a:cubicBezTo>
                      <a:pt x="53" y="11"/>
                      <a:pt x="46" y="8"/>
                      <a:pt x="39" y="6"/>
                    </a:cubicBezTo>
                    <a:cubicBezTo>
                      <a:pt x="32" y="4"/>
                      <a:pt x="24" y="2"/>
                      <a:pt x="18" y="1"/>
                    </a:cubicBezTo>
                    <a:cubicBezTo>
                      <a:pt x="12" y="0"/>
                      <a:pt x="6" y="0"/>
                      <a:pt x="1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355">
                <a:extLst>
                  <a:ext uri="{FF2B5EF4-FFF2-40B4-BE49-F238E27FC236}">
                    <a16:creationId xmlns:a16="http://schemas.microsoft.com/office/drawing/2014/main" id="{EA1983B5-0DA7-4377-AE90-825D71736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9" y="2029"/>
                <a:ext cx="205" cy="74"/>
              </a:xfrm>
              <a:custGeom>
                <a:avLst/>
                <a:gdLst>
                  <a:gd name="T0" fmla="*/ 9 w 88"/>
                  <a:gd name="T1" fmla="*/ 0 h 32"/>
                  <a:gd name="T2" fmla="*/ 0 w 88"/>
                  <a:gd name="T3" fmla="*/ 0 h 32"/>
                  <a:gd name="T4" fmla="*/ 0 w 88"/>
                  <a:gd name="T5" fmla="*/ 0 h 32"/>
                  <a:gd name="T6" fmla="*/ 1 w 88"/>
                  <a:gd name="T7" fmla="*/ 0 h 32"/>
                  <a:gd name="T8" fmla="*/ 18 w 88"/>
                  <a:gd name="T9" fmla="*/ 1 h 32"/>
                  <a:gd name="T10" fmla="*/ 39 w 88"/>
                  <a:gd name="T11" fmla="*/ 6 h 32"/>
                  <a:gd name="T12" fmla="*/ 59 w 88"/>
                  <a:gd name="T13" fmla="*/ 14 h 32"/>
                  <a:gd name="T14" fmla="*/ 75 w 88"/>
                  <a:gd name="T15" fmla="*/ 22 h 32"/>
                  <a:gd name="T16" fmla="*/ 88 w 88"/>
                  <a:gd name="T17" fmla="*/ 32 h 32"/>
                  <a:gd name="T18" fmla="*/ 88 w 88"/>
                  <a:gd name="T19" fmla="*/ 32 h 32"/>
                  <a:gd name="T20" fmla="*/ 85 w 88"/>
                  <a:gd name="T21" fmla="*/ 29 h 32"/>
                  <a:gd name="T22" fmla="*/ 75 w 88"/>
                  <a:gd name="T23" fmla="*/ 21 h 32"/>
                  <a:gd name="T24" fmla="*/ 74 w 88"/>
                  <a:gd name="T25" fmla="*/ 20 h 32"/>
                  <a:gd name="T26" fmla="*/ 9 w 88"/>
                  <a:gd name="T2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2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6" y="0"/>
                      <a:pt x="12" y="0"/>
                      <a:pt x="18" y="1"/>
                    </a:cubicBezTo>
                    <a:cubicBezTo>
                      <a:pt x="24" y="2"/>
                      <a:pt x="32" y="4"/>
                      <a:pt x="39" y="6"/>
                    </a:cubicBezTo>
                    <a:cubicBezTo>
                      <a:pt x="46" y="8"/>
                      <a:pt x="53" y="11"/>
                      <a:pt x="59" y="14"/>
                    </a:cubicBezTo>
                    <a:cubicBezTo>
                      <a:pt x="65" y="16"/>
                      <a:pt x="70" y="19"/>
                      <a:pt x="75" y="22"/>
                    </a:cubicBezTo>
                    <a:cubicBezTo>
                      <a:pt x="83" y="28"/>
                      <a:pt x="87" y="32"/>
                      <a:pt x="88" y="32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88" y="32"/>
                      <a:pt x="87" y="31"/>
                      <a:pt x="85" y="29"/>
                    </a:cubicBezTo>
                    <a:cubicBezTo>
                      <a:pt x="83" y="27"/>
                      <a:pt x="80" y="24"/>
                      <a:pt x="75" y="21"/>
                    </a:cubicBezTo>
                    <a:cubicBezTo>
                      <a:pt x="75" y="21"/>
                      <a:pt x="75" y="21"/>
                      <a:pt x="74" y="20"/>
                    </a:cubicBezTo>
                    <a:cubicBezTo>
                      <a:pt x="55" y="8"/>
                      <a:pt x="31" y="0"/>
                      <a:pt x="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356">
                <a:extLst>
                  <a:ext uri="{FF2B5EF4-FFF2-40B4-BE49-F238E27FC236}">
                    <a16:creationId xmlns:a16="http://schemas.microsoft.com/office/drawing/2014/main" id="{E4B9EB7C-1D29-4749-8CD3-56D10008D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1" y="2413"/>
                <a:ext cx="174" cy="142"/>
              </a:xfrm>
              <a:custGeom>
                <a:avLst/>
                <a:gdLst>
                  <a:gd name="T0" fmla="*/ 74 w 75"/>
                  <a:gd name="T1" fmla="*/ 0 h 61"/>
                  <a:gd name="T2" fmla="*/ 73 w 75"/>
                  <a:gd name="T3" fmla="*/ 0 h 61"/>
                  <a:gd name="T4" fmla="*/ 67 w 75"/>
                  <a:gd name="T5" fmla="*/ 9 h 61"/>
                  <a:gd name="T6" fmla="*/ 41 w 75"/>
                  <a:gd name="T7" fmla="*/ 35 h 61"/>
                  <a:gd name="T8" fmla="*/ 11 w 75"/>
                  <a:gd name="T9" fmla="*/ 55 h 61"/>
                  <a:gd name="T10" fmla="*/ 2 w 75"/>
                  <a:gd name="T11" fmla="*/ 60 h 61"/>
                  <a:gd name="T12" fmla="*/ 0 w 75"/>
                  <a:gd name="T13" fmla="*/ 61 h 61"/>
                  <a:gd name="T14" fmla="*/ 49 w 75"/>
                  <a:gd name="T15" fmla="*/ 45 h 61"/>
                  <a:gd name="T16" fmla="*/ 74 w 75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61">
                    <a:moveTo>
                      <a:pt x="74" y="0"/>
                    </a:moveTo>
                    <a:cubicBezTo>
                      <a:pt x="74" y="0"/>
                      <a:pt x="74" y="0"/>
                      <a:pt x="73" y="0"/>
                    </a:cubicBezTo>
                    <a:cubicBezTo>
                      <a:pt x="72" y="2"/>
                      <a:pt x="70" y="5"/>
                      <a:pt x="67" y="9"/>
                    </a:cubicBezTo>
                    <a:cubicBezTo>
                      <a:pt x="61" y="16"/>
                      <a:pt x="52" y="26"/>
                      <a:pt x="41" y="35"/>
                    </a:cubicBezTo>
                    <a:cubicBezTo>
                      <a:pt x="30" y="44"/>
                      <a:pt x="19" y="51"/>
                      <a:pt x="11" y="55"/>
                    </a:cubicBezTo>
                    <a:cubicBezTo>
                      <a:pt x="7" y="58"/>
                      <a:pt x="4" y="59"/>
                      <a:pt x="2" y="60"/>
                    </a:cubicBezTo>
                    <a:cubicBezTo>
                      <a:pt x="1" y="61"/>
                      <a:pt x="0" y="61"/>
                      <a:pt x="0" y="61"/>
                    </a:cubicBezTo>
                    <a:cubicBezTo>
                      <a:pt x="16" y="58"/>
                      <a:pt x="36" y="54"/>
                      <a:pt x="49" y="45"/>
                    </a:cubicBezTo>
                    <a:cubicBezTo>
                      <a:pt x="63" y="35"/>
                      <a:pt x="75" y="17"/>
                      <a:pt x="74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357">
                <a:extLst>
                  <a:ext uri="{FF2B5EF4-FFF2-40B4-BE49-F238E27FC236}">
                    <a16:creationId xmlns:a16="http://schemas.microsoft.com/office/drawing/2014/main" id="{EE7C6CBB-DE41-4389-B194-25E696FCD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9" y="2413"/>
                <a:ext cx="174" cy="142"/>
              </a:xfrm>
              <a:custGeom>
                <a:avLst/>
                <a:gdLst>
                  <a:gd name="T0" fmla="*/ 75 w 75"/>
                  <a:gd name="T1" fmla="*/ 0 h 61"/>
                  <a:gd name="T2" fmla="*/ 0 w 75"/>
                  <a:gd name="T3" fmla="*/ 61 h 61"/>
                  <a:gd name="T4" fmla="*/ 0 w 75"/>
                  <a:gd name="T5" fmla="*/ 61 h 61"/>
                  <a:gd name="T6" fmla="*/ 1 w 75"/>
                  <a:gd name="T7" fmla="*/ 61 h 61"/>
                  <a:gd name="T8" fmla="*/ 3 w 75"/>
                  <a:gd name="T9" fmla="*/ 60 h 61"/>
                  <a:gd name="T10" fmla="*/ 12 w 75"/>
                  <a:gd name="T11" fmla="*/ 55 h 61"/>
                  <a:gd name="T12" fmla="*/ 42 w 75"/>
                  <a:gd name="T13" fmla="*/ 35 h 61"/>
                  <a:gd name="T14" fmla="*/ 68 w 75"/>
                  <a:gd name="T15" fmla="*/ 9 h 61"/>
                  <a:gd name="T16" fmla="*/ 74 w 75"/>
                  <a:gd name="T17" fmla="*/ 0 h 61"/>
                  <a:gd name="T18" fmla="*/ 75 w 75"/>
                  <a:gd name="T19" fmla="*/ 0 h 61"/>
                  <a:gd name="T20" fmla="*/ 75 w 75"/>
                  <a:gd name="T21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61">
                    <a:moveTo>
                      <a:pt x="75" y="0"/>
                    </a:moveTo>
                    <a:cubicBezTo>
                      <a:pt x="56" y="25"/>
                      <a:pt x="28" y="47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1" y="61"/>
                    </a:cubicBezTo>
                    <a:cubicBezTo>
                      <a:pt x="1" y="61"/>
                      <a:pt x="2" y="61"/>
                      <a:pt x="3" y="60"/>
                    </a:cubicBezTo>
                    <a:cubicBezTo>
                      <a:pt x="5" y="59"/>
                      <a:pt x="8" y="58"/>
                      <a:pt x="12" y="55"/>
                    </a:cubicBezTo>
                    <a:cubicBezTo>
                      <a:pt x="20" y="51"/>
                      <a:pt x="31" y="44"/>
                      <a:pt x="42" y="35"/>
                    </a:cubicBezTo>
                    <a:cubicBezTo>
                      <a:pt x="53" y="26"/>
                      <a:pt x="62" y="16"/>
                      <a:pt x="68" y="9"/>
                    </a:cubicBezTo>
                    <a:cubicBezTo>
                      <a:pt x="71" y="5"/>
                      <a:pt x="73" y="2"/>
                      <a:pt x="74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358">
                <a:extLst>
                  <a:ext uri="{FF2B5EF4-FFF2-40B4-BE49-F238E27FC236}">
                    <a16:creationId xmlns:a16="http://schemas.microsoft.com/office/drawing/2014/main" id="{A8166363-00FE-4260-91D1-F17DEDF2F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9" y="255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359">
                <a:extLst>
                  <a:ext uri="{FF2B5EF4-FFF2-40B4-BE49-F238E27FC236}">
                    <a16:creationId xmlns:a16="http://schemas.microsoft.com/office/drawing/2014/main" id="{4B7CB881-3B29-4055-BA31-95AF1ABD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3" y="2985"/>
                <a:ext cx="176" cy="1079"/>
              </a:xfrm>
              <a:custGeom>
                <a:avLst/>
                <a:gdLst>
                  <a:gd name="T0" fmla="*/ 0 w 176"/>
                  <a:gd name="T1" fmla="*/ 1079 h 1079"/>
                  <a:gd name="T2" fmla="*/ 53 w 176"/>
                  <a:gd name="T3" fmla="*/ 1079 h 1079"/>
                  <a:gd name="T4" fmla="*/ 176 w 176"/>
                  <a:gd name="T5" fmla="*/ 7 h 1079"/>
                  <a:gd name="T6" fmla="*/ 120 w 176"/>
                  <a:gd name="T7" fmla="*/ 0 h 1079"/>
                  <a:gd name="T8" fmla="*/ 0 w 176"/>
                  <a:gd name="T9" fmla="*/ 1079 h 1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1079">
                    <a:moveTo>
                      <a:pt x="0" y="1079"/>
                    </a:moveTo>
                    <a:lnTo>
                      <a:pt x="53" y="1079"/>
                    </a:lnTo>
                    <a:lnTo>
                      <a:pt x="176" y="7"/>
                    </a:lnTo>
                    <a:lnTo>
                      <a:pt x="120" y="0"/>
                    </a:lnTo>
                    <a:lnTo>
                      <a:pt x="0" y="107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360">
                <a:extLst>
                  <a:ext uri="{FF2B5EF4-FFF2-40B4-BE49-F238E27FC236}">
                    <a16:creationId xmlns:a16="http://schemas.microsoft.com/office/drawing/2014/main" id="{D53C4381-B94D-4FC6-8BBD-CFF3820B2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6" y="2985"/>
                <a:ext cx="177" cy="1079"/>
              </a:xfrm>
              <a:custGeom>
                <a:avLst/>
                <a:gdLst>
                  <a:gd name="T0" fmla="*/ 0 w 177"/>
                  <a:gd name="T1" fmla="*/ 1079 h 1079"/>
                  <a:gd name="T2" fmla="*/ 56 w 177"/>
                  <a:gd name="T3" fmla="*/ 1079 h 1079"/>
                  <a:gd name="T4" fmla="*/ 177 w 177"/>
                  <a:gd name="T5" fmla="*/ 7 h 1079"/>
                  <a:gd name="T6" fmla="*/ 123 w 177"/>
                  <a:gd name="T7" fmla="*/ 0 h 1079"/>
                  <a:gd name="T8" fmla="*/ 0 w 177"/>
                  <a:gd name="T9" fmla="*/ 1079 h 1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1079">
                    <a:moveTo>
                      <a:pt x="0" y="1079"/>
                    </a:moveTo>
                    <a:lnTo>
                      <a:pt x="56" y="1079"/>
                    </a:lnTo>
                    <a:lnTo>
                      <a:pt x="177" y="7"/>
                    </a:lnTo>
                    <a:lnTo>
                      <a:pt x="123" y="0"/>
                    </a:lnTo>
                    <a:lnTo>
                      <a:pt x="0" y="107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361">
                <a:extLst>
                  <a:ext uri="{FF2B5EF4-FFF2-40B4-BE49-F238E27FC236}">
                    <a16:creationId xmlns:a16="http://schemas.microsoft.com/office/drawing/2014/main" id="{D3842A40-081D-4560-B430-446475417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4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362">
                <a:extLst>
                  <a:ext uri="{FF2B5EF4-FFF2-40B4-BE49-F238E27FC236}">
                    <a16:creationId xmlns:a16="http://schemas.microsoft.com/office/drawing/2014/main" id="{6EEFB233-C7D3-4B96-85D7-F67CEDED4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8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363">
                <a:extLst>
                  <a:ext uri="{FF2B5EF4-FFF2-40B4-BE49-F238E27FC236}">
                    <a16:creationId xmlns:a16="http://schemas.microsoft.com/office/drawing/2014/main" id="{00C70565-D3D2-4587-8366-04D4FD8A8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8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Rectangle 364">
                <a:extLst>
                  <a:ext uri="{FF2B5EF4-FFF2-40B4-BE49-F238E27FC236}">
                    <a16:creationId xmlns:a16="http://schemas.microsoft.com/office/drawing/2014/main" id="{C9410D75-7D69-463B-8BB7-8789D6D4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3055"/>
                <a:ext cx="1114" cy="114"/>
              </a:xfrm>
              <a:prstGeom prst="rect">
                <a:avLst/>
              </a:pr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365">
                <a:extLst>
                  <a:ext uri="{FF2B5EF4-FFF2-40B4-BE49-F238E27FC236}">
                    <a16:creationId xmlns:a16="http://schemas.microsoft.com/office/drawing/2014/main" id="{E7474E34-2E12-49A2-9F89-2D2DFDB7B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1766"/>
                <a:ext cx="809" cy="1300"/>
              </a:xfrm>
              <a:custGeom>
                <a:avLst/>
                <a:gdLst>
                  <a:gd name="T0" fmla="*/ 714 w 809"/>
                  <a:gd name="T1" fmla="*/ 0 h 1300"/>
                  <a:gd name="T2" fmla="*/ 7 w 809"/>
                  <a:gd name="T3" fmla="*/ 9 h 1300"/>
                  <a:gd name="T4" fmla="*/ 0 w 809"/>
                  <a:gd name="T5" fmla="*/ 1289 h 1300"/>
                  <a:gd name="T6" fmla="*/ 809 w 809"/>
                  <a:gd name="T7" fmla="*/ 1300 h 1300"/>
                  <a:gd name="T8" fmla="*/ 714 w 809"/>
                  <a:gd name="T9" fmla="*/ 0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9" h="1300">
                    <a:moveTo>
                      <a:pt x="714" y="0"/>
                    </a:moveTo>
                    <a:lnTo>
                      <a:pt x="7" y="9"/>
                    </a:lnTo>
                    <a:lnTo>
                      <a:pt x="0" y="1289"/>
                    </a:lnTo>
                    <a:lnTo>
                      <a:pt x="809" y="1300"/>
                    </a:lnTo>
                    <a:lnTo>
                      <a:pt x="714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366">
                <a:extLst>
                  <a:ext uri="{FF2B5EF4-FFF2-40B4-BE49-F238E27FC236}">
                    <a16:creationId xmlns:a16="http://schemas.microsoft.com/office/drawing/2014/main" id="{E69E04FD-9E68-4FB0-B8F2-C205F687A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1766"/>
                <a:ext cx="809" cy="1300"/>
              </a:xfrm>
              <a:custGeom>
                <a:avLst/>
                <a:gdLst>
                  <a:gd name="T0" fmla="*/ 714 w 809"/>
                  <a:gd name="T1" fmla="*/ 0 h 1300"/>
                  <a:gd name="T2" fmla="*/ 7 w 809"/>
                  <a:gd name="T3" fmla="*/ 9 h 1300"/>
                  <a:gd name="T4" fmla="*/ 0 w 809"/>
                  <a:gd name="T5" fmla="*/ 1289 h 1300"/>
                  <a:gd name="T6" fmla="*/ 809 w 809"/>
                  <a:gd name="T7" fmla="*/ 1300 h 1300"/>
                  <a:gd name="T8" fmla="*/ 714 w 809"/>
                  <a:gd name="T9" fmla="*/ 0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9" h="1300">
                    <a:moveTo>
                      <a:pt x="714" y="0"/>
                    </a:moveTo>
                    <a:lnTo>
                      <a:pt x="7" y="9"/>
                    </a:lnTo>
                    <a:lnTo>
                      <a:pt x="0" y="1289"/>
                    </a:lnTo>
                    <a:lnTo>
                      <a:pt x="809" y="1300"/>
                    </a:lnTo>
                    <a:lnTo>
                      <a:pt x="7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367">
                <a:extLst>
                  <a:ext uri="{FF2B5EF4-FFF2-40B4-BE49-F238E27FC236}">
                    <a16:creationId xmlns:a16="http://schemas.microsoft.com/office/drawing/2014/main" id="{8CC40FBF-D342-49C7-AA28-BA1869FB0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1" y="1668"/>
                <a:ext cx="1293" cy="1140"/>
              </a:xfrm>
              <a:custGeom>
                <a:avLst/>
                <a:gdLst>
                  <a:gd name="T0" fmla="*/ 412 w 556"/>
                  <a:gd name="T1" fmla="*/ 257 h 490"/>
                  <a:gd name="T2" fmla="*/ 379 w 556"/>
                  <a:gd name="T3" fmla="*/ 211 h 490"/>
                  <a:gd name="T4" fmla="*/ 358 w 556"/>
                  <a:gd name="T5" fmla="*/ 129 h 490"/>
                  <a:gd name="T6" fmla="*/ 351 w 556"/>
                  <a:gd name="T7" fmla="*/ 113 h 490"/>
                  <a:gd name="T8" fmla="*/ 305 w 556"/>
                  <a:gd name="T9" fmla="*/ 69 h 490"/>
                  <a:gd name="T10" fmla="*/ 261 w 556"/>
                  <a:gd name="T11" fmla="*/ 44 h 490"/>
                  <a:gd name="T12" fmla="*/ 250 w 556"/>
                  <a:gd name="T13" fmla="*/ 21 h 490"/>
                  <a:gd name="T14" fmla="*/ 137 w 556"/>
                  <a:gd name="T15" fmla="*/ 0 h 490"/>
                  <a:gd name="T16" fmla="*/ 115 w 556"/>
                  <a:gd name="T17" fmla="*/ 27 h 490"/>
                  <a:gd name="T18" fmla="*/ 18 w 556"/>
                  <a:gd name="T19" fmla="*/ 69 h 490"/>
                  <a:gd name="T20" fmla="*/ 42 w 556"/>
                  <a:gd name="T21" fmla="*/ 282 h 490"/>
                  <a:gd name="T22" fmla="*/ 7 w 556"/>
                  <a:gd name="T23" fmla="*/ 430 h 490"/>
                  <a:gd name="T24" fmla="*/ 9 w 556"/>
                  <a:gd name="T25" fmla="*/ 490 h 490"/>
                  <a:gd name="T26" fmla="*/ 67 w 556"/>
                  <a:gd name="T27" fmla="*/ 435 h 490"/>
                  <a:gd name="T28" fmla="*/ 137 w 556"/>
                  <a:gd name="T29" fmla="*/ 391 h 490"/>
                  <a:gd name="T30" fmla="*/ 354 w 556"/>
                  <a:gd name="T31" fmla="*/ 392 h 490"/>
                  <a:gd name="T32" fmla="*/ 346 w 556"/>
                  <a:gd name="T33" fmla="*/ 331 h 490"/>
                  <a:gd name="T34" fmla="*/ 521 w 556"/>
                  <a:gd name="T35" fmla="*/ 365 h 490"/>
                  <a:gd name="T36" fmla="*/ 554 w 556"/>
                  <a:gd name="T37" fmla="*/ 305 h 490"/>
                  <a:gd name="T38" fmla="*/ 412 w 556"/>
                  <a:gd name="T39" fmla="*/ 257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56" h="490">
                    <a:moveTo>
                      <a:pt x="412" y="257"/>
                    </a:moveTo>
                    <a:cubicBezTo>
                      <a:pt x="411" y="247"/>
                      <a:pt x="379" y="211"/>
                      <a:pt x="379" y="211"/>
                    </a:cubicBezTo>
                    <a:cubicBezTo>
                      <a:pt x="379" y="211"/>
                      <a:pt x="363" y="148"/>
                      <a:pt x="358" y="129"/>
                    </a:cubicBezTo>
                    <a:cubicBezTo>
                      <a:pt x="357" y="124"/>
                      <a:pt x="354" y="119"/>
                      <a:pt x="351" y="113"/>
                    </a:cubicBezTo>
                    <a:cubicBezTo>
                      <a:pt x="340" y="95"/>
                      <a:pt x="324" y="79"/>
                      <a:pt x="305" y="69"/>
                    </a:cubicBezTo>
                    <a:cubicBezTo>
                      <a:pt x="261" y="44"/>
                      <a:pt x="261" y="44"/>
                      <a:pt x="261" y="44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15" y="27"/>
                      <a:pt x="29" y="59"/>
                      <a:pt x="18" y="69"/>
                    </a:cubicBezTo>
                    <a:cubicBezTo>
                      <a:pt x="4" y="81"/>
                      <a:pt x="42" y="282"/>
                      <a:pt x="42" y="282"/>
                    </a:cubicBezTo>
                    <a:cubicBezTo>
                      <a:pt x="42" y="282"/>
                      <a:pt x="13" y="404"/>
                      <a:pt x="7" y="430"/>
                    </a:cubicBezTo>
                    <a:cubicBezTo>
                      <a:pt x="0" y="455"/>
                      <a:pt x="9" y="490"/>
                      <a:pt x="9" y="490"/>
                    </a:cubicBezTo>
                    <a:cubicBezTo>
                      <a:pt x="67" y="435"/>
                      <a:pt x="67" y="435"/>
                      <a:pt x="67" y="435"/>
                    </a:cubicBezTo>
                    <a:cubicBezTo>
                      <a:pt x="83" y="415"/>
                      <a:pt x="112" y="391"/>
                      <a:pt x="137" y="391"/>
                    </a:cubicBezTo>
                    <a:cubicBezTo>
                      <a:pt x="354" y="392"/>
                      <a:pt x="354" y="392"/>
                      <a:pt x="354" y="392"/>
                    </a:cubicBezTo>
                    <a:cubicBezTo>
                      <a:pt x="346" y="331"/>
                      <a:pt x="346" y="331"/>
                      <a:pt x="346" y="331"/>
                    </a:cubicBezTo>
                    <a:cubicBezTo>
                      <a:pt x="521" y="365"/>
                      <a:pt x="521" y="365"/>
                      <a:pt x="521" y="365"/>
                    </a:cubicBezTo>
                    <a:cubicBezTo>
                      <a:pt x="521" y="365"/>
                      <a:pt x="551" y="306"/>
                      <a:pt x="554" y="305"/>
                    </a:cubicBezTo>
                    <a:cubicBezTo>
                      <a:pt x="556" y="304"/>
                      <a:pt x="412" y="257"/>
                      <a:pt x="412" y="257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368">
                <a:extLst>
                  <a:ext uri="{FF2B5EF4-FFF2-40B4-BE49-F238E27FC236}">
                    <a16:creationId xmlns:a16="http://schemas.microsoft.com/office/drawing/2014/main" id="{35C7E721-1E53-4A9C-8CCC-4F166BC32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9" y="1738"/>
                <a:ext cx="352" cy="817"/>
              </a:xfrm>
              <a:custGeom>
                <a:avLst/>
                <a:gdLst>
                  <a:gd name="T0" fmla="*/ 2 w 151"/>
                  <a:gd name="T1" fmla="*/ 2 h 351"/>
                  <a:gd name="T2" fmla="*/ 33 w 151"/>
                  <a:gd name="T3" fmla="*/ 99 h 351"/>
                  <a:gd name="T4" fmla="*/ 47 w 151"/>
                  <a:gd name="T5" fmla="*/ 179 h 351"/>
                  <a:gd name="T6" fmla="*/ 47 w 151"/>
                  <a:gd name="T7" fmla="*/ 283 h 351"/>
                  <a:gd name="T8" fmla="*/ 47 w 151"/>
                  <a:gd name="T9" fmla="*/ 351 h 351"/>
                  <a:gd name="T10" fmla="*/ 151 w 151"/>
                  <a:gd name="T11" fmla="*/ 344 h 351"/>
                  <a:gd name="T12" fmla="*/ 135 w 151"/>
                  <a:gd name="T13" fmla="*/ 231 h 351"/>
                  <a:gd name="T14" fmla="*/ 119 w 151"/>
                  <a:gd name="T15" fmla="*/ 130 h 351"/>
                  <a:gd name="T16" fmla="*/ 104 w 151"/>
                  <a:gd name="T17" fmla="*/ 27 h 351"/>
                  <a:gd name="T18" fmla="*/ 2 w 151"/>
                  <a:gd name="T19" fmla="*/ 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351">
                    <a:moveTo>
                      <a:pt x="2" y="2"/>
                    </a:moveTo>
                    <a:cubicBezTo>
                      <a:pt x="0" y="0"/>
                      <a:pt x="15" y="52"/>
                      <a:pt x="33" y="99"/>
                    </a:cubicBezTo>
                    <a:cubicBezTo>
                      <a:pt x="42" y="125"/>
                      <a:pt x="47" y="152"/>
                      <a:pt x="47" y="179"/>
                    </a:cubicBezTo>
                    <a:cubicBezTo>
                      <a:pt x="47" y="283"/>
                      <a:pt x="47" y="283"/>
                      <a:pt x="47" y="283"/>
                    </a:cubicBezTo>
                    <a:cubicBezTo>
                      <a:pt x="47" y="351"/>
                      <a:pt x="47" y="351"/>
                      <a:pt x="47" y="351"/>
                    </a:cubicBezTo>
                    <a:cubicBezTo>
                      <a:pt x="151" y="344"/>
                      <a:pt x="151" y="344"/>
                      <a:pt x="151" y="344"/>
                    </a:cubicBezTo>
                    <a:cubicBezTo>
                      <a:pt x="135" y="231"/>
                      <a:pt x="135" y="231"/>
                      <a:pt x="135" y="231"/>
                    </a:cubicBezTo>
                    <a:cubicBezTo>
                      <a:pt x="135" y="231"/>
                      <a:pt x="122" y="158"/>
                      <a:pt x="119" y="130"/>
                    </a:cubicBezTo>
                    <a:cubicBezTo>
                      <a:pt x="116" y="105"/>
                      <a:pt x="104" y="27"/>
                      <a:pt x="104" y="27"/>
                    </a:cubicBezTo>
                    <a:cubicBezTo>
                      <a:pt x="104" y="27"/>
                      <a:pt x="45" y="4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369">
                <a:extLst>
                  <a:ext uri="{FF2B5EF4-FFF2-40B4-BE49-F238E27FC236}">
                    <a16:creationId xmlns:a16="http://schemas.microsoft.com/office/drawing/2014/main" id="{F0464075-FEF5-44DC-A5F0-D5844C6DF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4" y="2266"/>
                <a:ext cx="100" cy="100"/>
              </a:xfrm>
              <a:custGeom>
                <a:avLst/>
                <a:gdLst>
                  <a:gd name="T0" fmla="*/ 0 w 43"/>
                  <a:gd name="T1" fmla="*/ 43 h 43"/>
                  <a:gd name="T2" fmla="*/ 0 w 43"/>
                  <a:gd name="T3" fmla="*/ 40 h 43"/>
                  <a:gd name="T4" fmla="*/ 1 w 43"/>
                  <a:gd name="T5" fmla="*/ 33 h 43"/>
                  <a:gd name="T6" fmla="*/ 13 w 43"/>
                  <a:gd name="T7" fmla="*/ 13 h 43"/>
                  <a:gd name="T8" fmla="*/ 33 w 43"/>
                  <a:gd name="T9" fmla="*/ 1 h 43"/>
                  <a:gd name="T10" fmla="*/ 40 w 43"/>
                  <a:gd name="T11" fmla="*/ 0 h 43"/>
                  <a:gd name="T12" fmla="*/ 43 w 43"/>
                  <a:gd name="T13" fmla="*/ 0 h 43"/>
                  <a:gd name="T14" fmla="*/ 34 w 43"/>
                  <a:gd name="T15" fmla="*/ 2 h 43"/>
                  <a:gd name="T16" fmla="*/ 15 w 43"/>
                  <a:gd name="T17" fmla="*/ 14 h 43"/>
                  <a:gd name="T18" fmla="*/ 3 w 43"/>
                  <a:gd name="T19" fmla="*/ 34 h 43"/>
                  <a:gd name="T20" fmla="*/ 0 w 43"/>
                  <a:gd name="T2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43">
                    <a:moveTo>
                      <a:pt x="0" y="43"/>
                    </a:moveTo>
                    <a:cubicBezTo>
                      <a:pt x="0" y="43"/>
                      <a:pt x="0" y="42"/>
                      <a:pt x="0" y="40"/>
                    </a:cubicBezTo>
                    <a:cubicBezTo>
                      <a:pt x="0" y="39"/>
                      <a:pt x="1" y="36"/>
                      <a:pt x="1" y="33"/>
                    </a:cubicBezTo>
                    <a:cubicBezTo>
                      <a:pt x="3" y="28"/>
                      <a:pt x="7" y="20"/>
                      <a:pt x="13" y="13"/>
                    </a:cubicBezTo>
                    <a:cubicBezTo>
                      <a:pt x="20" y="7"/>
                      <a:pt x="28" y="3"/>
                      <a:pt x="33" y="1"/>
                    </a:cubicBezTo>
                    <a:cubicBezTo>
                      <a:pt x="36" y="0"/>
                      <a:pt x="39" y="0"/>
                      <a:pt x="40" y="0"/>
                    </a:cubicBezTo>
                    <a:cubicBezTo>
                      <a:pt x="42" y="0"/>
                      <a:pt x="43" y="0"/>
                      <a:pt x="43" y="0"/>
                    </a:cubicBezTo>
                    <a:cubicBezTo>
                      <a:pt x="43" y="0"/>
                      <a:pt x="39" y="1"/>
                      <a:pt x="34" y="2"/>
                    </a:cubicBezTo>
                    <a:cubicBezTo>
                      <a:pt x="28" y="4"/>
                      <a:pt x="21" y="8"/>
                      <a:pt x="15" y="14"/>
                    </a:cubicBezTo>
                    <a:cubicBezTo>
                      <a:pt x="8" y="21"/>
                      <a:pt x="5" y="28"/>
                      <a:pt x="3" y="34"/>
                    </a:cubicBezTo>
                    <a:cubicBezTo>
                      <a:pt x="1" y="39"/>
                      <a:pt x="0" y="43"/>
                      <a:pt x="0" y="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370">
                <a:extLst>
                  <a:ext uri="{FF2B5EF4-FFF2-40B4-BE49-F238E27FC236}">
                    <a16:creationId xmlns:a16="http://schemas.microsoft.com/office/drawing/2014/main" id="{73AF59A9-FC5F-429E-B1A9-FA25E4CAB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5" y="2257"/>
                <a:ext cx="77" cy="14"/>
              </a:xfrm>
              <a:custGeom>
                <a:avLst/>
                <a:gdLst>
                  <a:gd name="T0" fmla="*/ 0 w 33"/>
                  <a:gd name="T1" fmla="*/ 6 h 6"/>
                  <a:gd name="T2" fmla="*/ 16 w 33"/>
                  <a:gd name="T3" fmla="*/ 1 h 6"/>
                  <a:gd name="T4" fmla="*/ 33 w 33"/>
                  <a:gd name="T5" fmla="*/ 3 h 6"/>
                  <a:gd name="T6" fmla="*/ 16 w 33"/>
                  <a:gd name="T7" fmla="*/ 3 h 6"/>
                  <a:gd name="T8" fmla="*/ 0 w 33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6">
                    <a:moveTo>
                      <a:pt x="0" y="6"/>
                    </a:moveTo>
                    <a:cubicBezTo>
                      <a:pt x="0" y="5"/>
                      <a:pt x="7" y="2"/>
                      <a:pt x="16" y="1"/>
                    </a:cubicBezTo>
                    <a:cubicBezTo>
                      <a:pt x="26" y="0"/>
                      <a:pt x="33" y="3"/>
                      <a:pt x="33" y="3"/>
                    </a:cubicBezTo>
                    <a:cubicBezTo>
                      <a:pt x="33" y="4"/>
                      <a:pt x="25" y="2"/>
                      <a:pt x="16" y="3"/>
                    </a:cubicBezTo>
                    <a:cubicBezTo>
                      <a:pt x="7" y="4"/>
                      <a:pt x="1" y="6"/>
                      <a:pt x="0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371">
                <a:extLst>
                  <a:ext uri="{FF2B5EF4-FFF2-40B4-BE49-F238E27FC236}">
                    <a16:creationId xmlns:a16="http://schemas.microsoft.com/office/drawing/2014/main" id="{6B61DD5A-D233-4B5D-B72B-A52F9C623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2" y="2510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372">
                <a:extLst>
                  <a:ext uri="{FF2B5EF4-FFF2-40B4-BE49-F238E27FC236}">
                    <a16:creationId xmlns:a16="http://schemas.microsoft.com/office/drawing/2014/main" id="{36242000-B75F-4213-9DCB-AA537C6CC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4" y="2487"/>
                <a:ext cx="342" cy="91"/>
              </a:xfrm>
              <a:custGeom>
                <a:avLst/>
                <a:gdLst>
                  <a:gd name="T0" fmla="*/ 8 w 147"/>
                  <a:gd name="T1" fmla="*/ 0 h 39"/>
                  <a:gd name="T2" fmla="*/ 0 w 147"/>
                  <a:gd name="T3" fmla="*/ 10 h 39"/>
                  <a:gd name="T4" fmla="*/ 0 w 147"/>
                  <a:gd name="T5" fmla="*/ 11 h 39"/>
                  <a:gd name="T6" fmla="*/ 36 w 147"/>
                  <a:gd name="T7" fmla="*/ 35 h 39"/>
                  <a:gd name="T8" fmla="*/ 80 w 147"/>
                  <a:gd name="T9" fmla="*/ 39 h 39"/>
                  <a:gd name="T10" fmla="*/ 81 w 147"/>
                  <a:gd name="T11" fmla="*/ 39 h 39"/>
                  <a:gd name="T12" fmla="*/ 98 w 147"/>
                  <a:gd name="T13" fmla="*/ 37 h 39"/>
                  <a:gd name="T14" fmla="*/ 116 w 147"/>
                  <a:gd name="T15" fmla="*/ 32 h 39"/>
                  <a:gd name="T16" fmla="*/ 117 w 147"/>
                  <a:gd name="T17" fmla="*/ 32 h 39"/>
                  <a:gd name="T18" fmla="*/ 128 w 147"/>
                  <a:gd name="T19" fmla="*/ 34 h 39"/>
                  <a:gd name="T20" fmla="*/ 135 w 147"/>
                  <a:gd name="T21" fmla="*/ 34 h 39"/>
                  <a:gd name="T22" fmla="*/ 140 w 147"/>
                  <a:gd name="T23" fmla="*/ 34 h 39"/>
                  <a:gd name="T24" fmla="*/ 147 w 147"/>
                  <a:gd name="T25" fmla="*/ 25 h 39"/>
                  <a:gd name="T26" fmla="*/ 8 w 147"/>
                  <a:gd name="T2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39">
                    <a:moveTo>
                      <a:pt x="8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9" y="22"/>
                      <a:pt x="22" y="31"/>
                      <a:pt x="36" y="35"/>
                    </a:cubicBezTo>
                    <a:cubicBezTo>
                      <a:pt x="50" y="38"/>
                      <a:pt x="65" y="39"/>
                      <a:pt x="80" y="39"/>
                    </a:cubicBezTo>
                    <a:cubicBezTo>
                      <a:pt x="81" y="39"/>
                      <a:pt x="81" y="39"/>
                      <a:pt x="81" y="39"/>
                    </a:cubicBezTo>
                    <a:cubicBezTo>
                      <a:pt x="87" y="39"/>
                      <a:pt x="93" y="39"/>
                      <a:pt x="98" y="37"/>
                    </a:cubicBezTo>
                    <a:cubicBezTo>
                      <a:pt x="104" y="35"/>
                      <a:pt x="109" y="32"/>
                      <a:pt x="116" y="32"/>
                    </a:cubicBezTo>
                    <a:cubicBezTo>
                      <a:pt x="116" y="32"/>
                      <a:pt x="116" y="32"/>
                      <a:pt x="117" y="32"/>
                    </a:cubicBezTo>
                    <a:cubicBezTo>
                      <a:pt x="120" y="32"/>
                      <a:pt x="124" y="33"/>
                      <a:pt x="128" y="34"/>
                    </a:cubicBezTo>
                    <a:cubicBezTo>
                      <a:pt x="130" y="34"/>
                      <a:pt x="132" y="34"/>
                      <a:pt x="135" y="34"/>
                    </a:cubicBezTo>
                    <a:cubicBezTo>
                      <a:pt x="137" y="34"/>
                      <a:pt x="138" y="34"/>
                      <a:pt x="140" y="34"/>
                    </a:cubicBezTo>
                    <a:cubicBezTo>
                      <a:pt x="144" y="32"/>
                      <a:pt x="147" y="29"/>
                      <a:pt x="147" y="25"/>
                    </a:cubicBezTo>
                    <a:cubicBezTo>
                      <a:pt x="102" y="12"/>
                      <a:pt x="55" y="3"/>
                      <a:pt x="8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373">
                <a:extLst>
                  <a:ext uri="{FF2B5EF4-FFF2-40B4-BE49-F238E27FC236}">
                    <a16:creationId xmlns:a16="http://schemas.microsoft.com/office/drawing/2014/main" id="{3892DACD-9021-4C87-B4F6-11B70AE5D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2424"/>
                <a:ext cx="435" cy="142"/>
              </a:xfrm>
              <a:custGeom>
                <a:avLst/>
                <a:gdLst>
                  <a:gd name="T0" fmla="*/ 183 w 187"/>
                  <a:gd name="T1" fmla="*/ 41 h 61"/>
                  <a:gd name="T2" fmla="*/ 158 w 187"/>
                  <a:gd name="T3" fmla="*/ 13 h 61"/>
                  <a:gd name="T4" fmla="*/ 105 w 187"/>
                  <a:gd name="T5" fmla="*/ 0 h 61"/>
                  <a:gd name="T6" fmla="*/ 56 w 187"/>
                  <a:gd name="T7" fmla="*/ 15 h 61"/>
                  <a:gd name="T8" fmla="*/ 14 w 187"/>
                  <a:gd name="T9" fmla="*/ 3 h 61"/>
                  <a:gd name="T10" fmla="*/ 0 w 187"/>
                  <a:gd name="T11" fmla="*/ 56 h 61"/>
                  <a:gd name="T12" fmla="*/ 73 w 187"/>
                  <a:gd name="T13" fmla="*/ 61 h 61"/>
                  <a:gd name="T14" fmla="*/ 157 w 187"/>
                  <a:gd name="T15" fmla="*/ 57 h 61"/>
                  <a:gd name="T16" fmla="*/ 159 w 187"/>
                  <a:gd name="T17" fmla="*/ 50 h 61"/>
                  <a:gd name="T18" fmla="*/ 175 w 187"/>
                  <a:gd name="T19" fmla="*/ 55 h 61"/>
                  <a:gd name="T20" fmla="*/ 183 w 187"/>
                  <a:gd name="T21" fmla="*/ 54 h 61"/>
                  <a:gd name="T22" fmla="*/ 183 w 187"/>
                  <a:gd name="T23" fmla="*/ 4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7" h="61">
                    <a:moveTo>
                      <a:pt x="183" y="41"/>
                    </a:moveTo>
                    <a:cubicBezTo>
                      <a:pt x="158" y="13"/>
                      <a:pt x="158" y="13"/>
                      <a:pt x="158" y="13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5" y="0"/>
                      <a:pt x="57" y="15"/>
                      <a:pt x="56" y="15"/>
                    </a:cubicBezTo>
                    <a:cubicBezTo>
                      <a:pt x="55" y="14"/>
                      <a:pt x="14" y="3"/>
                      <a:pt x="14" y="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73" y="61"/>
                      <a:pt x="73" y="61"/>
                      <a:pt x="73" y="61"/>
                    </a:cubicBezTo>
                    <a:cubicBezTo>
                      <a:pt x="157" y="57"/>
                      <a:pt x="157" y="57"/>
                      <a:pt x="157" y="57"/>
                    </a:cubicBezTo>
                    <a:cubicBezTo>
                      <a:pt x="157" y="57"/>
                      <a:pt x="161" y="53"/>
                      <a:pt x="159" y="50"/>
                    </a:cubicBezTo>
                    <a:cubicBezTo>
                      <a:pt x="156" y="48"/>
                      <a:pt x="173" y="55"/>
                      <a:pt x="175" y="55"/>
                    </a:cubicBezTo>
                    <a:cubicBezTo>
                      <a:pt x="177" y="55"/>
                      <a:pt x="180" y="57"/>
                      <a:pt x="183" y="54"/>
                    </a:cubicBezTo>
                    <a:cubicBezTo>
                      <a:pt x="185" y="52"/>
                      <a:pt x="187" y="45"/>
                      <a:pt x="183" y="4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374">
                <a:extLst>
                  <a:ext uri="{FF2B5EF4-FFF2-40B4-BE49-F238E27FC236}">
                    <a16:creationId xmlns:a16="http://schemas.microsoft.com/office/drawing/2014/main" id="{054EE836-03AD-4A7E-9366-CAD69D17D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5" y="2506"/>
                <a:ext cx="133" cy="37"/>
              </a:xfrm>
              <a:custGeom>
                <a:avLst/>
                <a:gdLst>
                  <a:gd name="T0" fmla="*/ 57 w 57"/>
                  <a:gd name="T1" fmla="*/ 15 h 16"/>
                  <a:gd name="T2" fmla="*/ 48 w 57"/>
                  <a:gd name="T3" fmla="*/ 13 h 16"/>
                  <a:gd name="T4" fmla="*/ 28 w 57"/>
                  <a:gd name="T5" fmla="*/ 7 h 16"/>
                  <a:gd name="T6" fmla="*/ 8 w 57"/>
                  <a:gd name="T7" fmla="*/ 3 h 16"/>
                  <a:gd name="T8" fmla="*/ 0 w 57"/>
                  <a:gd name="T9" fmla="*/ 1 h 16"/>
                  <a:gd name="T10" fmla="*/ 8 w 57"/>
                  <a:gd name="T11" fmla="*/ 1 h 16"/>
                  <a:gd name="T12" fmla="*/ 29 w 57"/>
                  <a:gd name="T13" fmla="*/ 5 h 16"/>
                  <a:gd name="T14" fmla="*/ 49 w 57"/>
                  <a:gd name="T15" fmla="*/ 12 h 16"/>
                  <a:gd name="T16" fmla="*/ 57 w 57"/>
                  <a:gd name="T17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16">
                    <a:moveTo>
                      <a:pt x="57" y="15"/>
                    </a:moveTo>
                    <a:cubicBezTo>
                      <a:pt x="57" y="16"/>
                      <a:pt x="53" y="15"/>
                      <a:pt x="48" y="13"/>
                    </a:cubicBezTo>
                    <a:cubicBezTo>
                      <a:pt x="43" y="11"/>
                      <a:pt x="36" y="9"/>
                      <a:pt x="28" y="7"/>
                    </a:cubicBezTo>
                    <a:cubicBezTo>
                      <a:pt x="21" y="5"/>
                      <a:pt x="13" y="4"/>
                      <a:pt x="8" y="3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1"/>
                      <a:pt x="8" y="1"/>
                    </a:cubicBezTo>
                    <a:cubicBezTo>
                      <a:pt x="14" y="2"/>
                      <a:pt x="21" y="3"/>
                      <a:pt x="29" y="5"/>
                    </a:cubicBezTo>
                    <a:cubicBezTo>
                      <a:pt x="37" y="7"/>
                      <a:pt x="44" y="10"/>
                      <a:pt x="49" y="12"/>
                    </a:cubicBezTo>
                    <a:cubicBezTo>
                      <a:pt x="54" y="14"/>
                      <a:pt x="57" y="15"/>
                      <a:pt x="57" y="15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375">
                <a:extLst>
                  <a:ext uri="{FF2B5EF4-FFF2-40B4-BE49-F238E27FC236}">
                    <a16:creationId xmlns:a16="http://schemas.microsoft.com/office/drawing/2014/main" id="{9B638E3F-9DE8-4F34-8804-5F759B07E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8" y="2471"/>
                <a:ext cx="186" cy="49"/>
              </a:xfrm>
              <a:custGeom>
                <a:avLst/>
                <a:gdLst>
                  <a:gd name="T0" fmla="*/ 80 w 80"/>
                  <a:gd name="T1" fmla="*/ 21 h 21"/>
                  <a:gd name="T2" fmla="*/ 69 w 80"/>
                  <a:gd name="T3" fmla="*/ 17 h 21"/>
                  <a:gd name="T4" fmla="*/ 40 w 80"/>
                  <a:gd name="T5" fmla="*/ 8 h 21"/>
                  <a:gd name="T6" fmla="*/ 12 w 80"/>
                  <a:gd name="T7" fmla="*/ 1 h 21"/>
                  <a:gd name="T8" fmla="*/ 0 w 80"/>
                  <a:gd name="T9" fmla="*/ 2 h 21"/>
                  <a:gd name="T10" fmla="*/ 3 w 80"/>
                  <a:gd name="T11" fmla="*/ 1 h 21"/>
                  <a:gd name="T12" fmla="*/ 12 w 80"/>
                  <a:gd name="T13" fmla="*/ 0 h 21"/>
                  <a:gd name="T14" fmla="*/ 41 w 80"/>
                  <a:gd name="T15" fmla="*/ 7 h 21"/>
                  <a:gd name="T16" fmla="*/ 69 w 80"/>
                  <a:gd name="T17" fmla="*/ 16 h 21"/>
                  <a:gd name="T18" fmla="*/ 77 w 80"/>
                  <a:gd name="T19" fmla="*/ 19 h 21"/>
                  <a:gd name="T20" fmla="*/ 80 w 80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21">
                    <a:moveTo>
                      <a:pt x="80" y="21"/>
                    </a:moveTo>
                    <a:cubicBezTo>
                      <a:pt x="80" y="21"/>
                      <a:pt x="76" y="19"/>
                      <a:pt x="69" y="17"/>
                    </a:cubicBezTo>
                    <a:cubicBezTo>
                      <a:pt x="61" y="14"/>
                      <a:pt x="52" y="11"/>
                      <a:pt x="40" y="8"/>
                    </a:cubicBezTo>
                    <a:cubicBezTo>
                      <a:pt x="29" y="5"/>
                      <a:pt x="19" y="2"/>
                      <a:pt x="12" y="1"/>
                    </a:cubicBezTo>
                    <a:cubicBezTo>
                      <a:pt x="4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3" y="1"/>
                    </a:cubicBezTo>
                    <a:cubicBezTo>
                      <a:pt x="5" y="0"/>
                      <a:pt x="8" y="0"/>
                      <a:pt x="12" y="0"/>
                    </a:cubicBezTo>
                    <a:cubicBezTo>
                      <a:pt x="20" y="0"/>
                      <a:pt x="30" y="3"/>
                      <a:pt x="41" y="7"/>
                    </a:cubicBezTo>
                    <a:cubicBezTo>
                      <a:pt x="52" y="10"/>
                      <a:pt x="62" y="13"/>
                      <a:pt x="69" y="16"/>
                    </a:cubicBezTo>
                    <a:cubicBezTo>
                      <a:pt x="73" y="17"/>
                      <a:pt x="75" y="18"/>
                      <a:pt x="77" y="19"/>
                    </a:cubicBezTo>
                    <a:cubicBezTo>
                      <a:pt x="79" y="20"/>
                      <a:pt x="80" y="20"/>
                      <a:pt x="80" y="2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376">
                <a:extLst>
                  <a:ext uri="{FF2B5EF4-FFF2-40B4-BE49-F238E27FC236}">
                    <a16:creationId xmlns:a16="http://schemas.microsoft.com/office/drawing/2014/main" id="{B8077128-A1D5-48D1-9474-EE0415C70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3" y="1829"/>
                <a:ext cx="452" cy="726"/>
              </a:xfrm>
              <a:custGeom>
                <a:avLst/>
                <a:gdLst>
                  <a:gd name="T0" fmla="*/ 77 w 194"/>
                  <a:gd name="T1" fmla="*/ 0 h 312"/>
                  <a:gd name="T2" fmla="*/ 49 w 194"/>
                  <a:gd name="T3" fmla="*/ 50 h 312"/>
                  <a:gd name="T4" fmla="*/ 8 w 194"/>
                  <a:gd name="T5" fmla="*/ 266 h 312"/>
                  <a:gd name="T6" fmla="*/ 176 w 194"/>
                  <a:gd name="T7" fmla="*/ 312 h 312"/>
                  <a:gd name="T8" fmla="*/ 194 w 194"/>
                  <a:gd name="T9" fmla="*/ 232 h 312"/>
                  <a:gd name="T10" fmla="*/ 114 w 194"/>
                  <a:gd name="T11" fmla="*/ 210 h 312"/>
                  <a:gd name="T12" fmla="*/ 116 w 194"/>
                  <a:gd name="T13" fmla="*/ 106 h 312"/>
                  <a:gd name="T14" fmla="*/ 77 w 194"/>
                  <a:gd name="T15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312">
                    <a:moveTo>
                      <a:pt x="77" y="0"/>
                    </a:moveTo>
                    <a:cubicBezTo>
                      <a:pt x="77" y="0"/>
                      <a:pt x="58" y="12"/>
                      <a:pt x="49" y="50"/>
                    </a:cubicBezTo>
                    <a:cubicBezTo>
                      <a:pt x="40" y="88"/>
                      <a:pt x="0" y="243"/>
                      <a:pt x="8" y="266"/>
                    </a:cubicBezTo>
                    <a:cubicBezTo>
                      <a:pt x="16" y="289"/>
                      <a:pt x="176" y="312"/>
                      <a:pt x="176" y="312"/>
                    </a:cubicBezTo>
                    <a:cubicBezTo>
                      <a:pt x="194" y="232"/>
                      <a:pt x="194" y="232"/>
                      <a:pt x="194" y="232"/>
                    </a:cubicBezTo>
                    <a:cubicBezTo>
                      <a:pt x="114" y="210"/>
                      <a:pt x="114" y="210"/>
                      <a:pt x="114" y="210"/>
                    </a:cubicBezTo>
                    <a:cubicBezTo>
                      <a:pt x="114" y="210"/>
                      <a:pt x="115" y="136"/>
                      <a:pt x="116" y="106"/>
                    </a:cubicBezTo>
                    <a:cubicBezTo>
                      <a:pt x="117" y="75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377">
                <a:extLst>
                  <a:ext uri="{FF2B5EF4-FFF2-40B4-BE49-F238E27FC236}">
                    <a16:creationId xmlns:a16="http://schemas.microsoft.com/office/drawing/2014/main" id="{3467C468-90AF-4C8B-94F7-A35EF09D1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8" y="2396"/>
                <a:ext cx="95" cy="156"/>
              </a:xfrm>
              <a:custGeom>
                <a:avLst/>
                <a:gdLst>
                  <a:gd name="T0" fmla="*/ 34 w 95"/>
                  <a:gd name="T1" fmla="*/ 0 h 156"/>
                  <a:gd name="T2" fmla="*/ 95 w 95"/>
                  <a:gd name="T3" fmla="*/ 14 h 156"/>
                  <a:gd name="T4" fmla="*/ 60 w 95"/>
                  <a:gd name="T5" fmla="*/ 156 h 156"/>
                  <a:gd name="T6" fmla="*/ 0 w 95"/>
                  <a:gd name="T7" fmla="*/ 145 h 156"/>
                  <a:gd name="T8" fmla="*/ 34 w 95"/>
                  <a:gd name="T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56">
                    <a:moveTo>
                      <a:pt x="34" y="0"/>
                    </a:moveTo>
                    <a:lnTo>
                      <a:pt x="95" y="14"/>
                    </a:lnTo>
                    <a:lnTo>
                      <a:pt x="60" y="156"/>
                    </a:lnTo>
                    <a:lnTo>
                      <a:pt x="0" y="14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378">
                <a:extLst>
                  <a:ext uri="{FF2B5EF4-FFF2-40B4-BE49-F238E27FC236}">
                    <a16:creationId xmlns:a16="http://schemas.microsoft.com/office/drawing/2014/main" id="{4C9034C0-27FF-41F2-95ED-03C33BD91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" y="2317"/>
                <a:ext cx="437" cy="242"/>
              </a:xfrm>
              <a:custGeom>
                <a:avLst/>
                <a:gdLst>
                  <a:gd name="T0" fmla="*/ 1 w 188"/>
                  <a:gd name="T1" fmla="*/ 48 h 104"/>
                  <a:gd name="T2" fmla="*/ 1 w 188"/>
                  <a:gd name="T3" fmla="*/ 51 h 104"/>
                  <a:gd name="T4" fmla="*/ 7 w 188"/>
                  <a:gd name="T5" fmla="*/ 60 h 104"/>
                  <a:gd name="T6" fmla="*/ 43 w 188"/>
                  <a:gd name="T7" fmla="*/ 75 h 104"/>
                  <a:gd name="T8" fmla="*/ 43 w 188"/>
                  <a:gd name="T9" fmla="*/ 75 h 104"/>
                  <a:gd name="T10" fmla="*/ 44 w 188"/>
                  <a:gd name="T11" fmla="*/ 75 h 104"/>
                  <a:gd name="T12" fmla="*/ 69 w 188"/>
                  <a:gd name="T13" fmla="*/ 82 h 104"/>
                  <a:gd name="T14" fmla="*/ 99 w 188"/>
                  <a:gd name="T15" fmla="*/ 88 h 104"/>
                  <a:gd name="T16" fmla="*/ 169 w 188"/>
                  <a:gd name="T17" fmla="*/ 102 h 104"/>
                  <a:gd name="T18" fmla="*/ 168 w 188"/>
                  <a:gd name="T19" fmla="*/ 103 h 104"/>
                  <a:gd name="T20" fmla="*/ 173 w 188"/>
                  <a:gd name="T21" fmla="*/ 79 h 104"/>
                  <a:gd name="T22" fmla="*/ 186 w 188"/>
                  <a:gd name="T23" fmla="*/ 27 h 104"/>
                  <a:gd name="T24" fmla="*/ 187 w 188"/>
                  <a:gd name="T25" fmla="*/ 28 h 104"/>
                  <a:gd name="T26" fmla="*/ 115 w 188"/>
                  <a:gd name="T27" fmla="*/ 7 h 104"/>
                  <a:gd name="T28" fmla="*/ 115 w 188"/>
                  <a:gd name="T29" fmla="*/ 7 h 104"/>
                  <a:gd name="T30" fmla="*/ 115 w 188"/>
                  <a:gd name="T31" fmla="*/ 7 h 104"/>
                  <a:gd name="T32" fmla="*/ 83 w 188"/>
                  <a:gd name="T33" fmla="*/ 2 h 104"/>
                  <a:gd name="T34" fmla="*/ 60 w 188"/>
                  <a:gd name="T35" fmla="*/ 7 h 104"/>
                  <a:gd name="T36" fmla="*/ 46 w 188"/>
                  <a:gd name="T37" fmla="*/ 15 h 104"/>
                  <a:gd name="T38" fmla="*/ 43 w 188"/>
                  <a:gd name="T39" fmla="*/ 17 h 104"/>
                  <a:gd name="T40" fmla="*/ 42 w 188"/>
                  <a:gd name="T41" fmla="*/ 18 h 104"/>
                  <a:gd name="T42" fmla="*/ 43 w 188"/>
                  <a:gd name="T43" fmla="*/ 17 h 104"/>
                  <a:gd name="T44" fmla="*/ 46 w 188"/>
                  <a:gd name="T45" fmla="*/ 15 h 104"/>
                  <a:gd name="T46" fmla="*/ 59 w 188"/>
                  <a:gd name="T47" fmla="*/ 7 h 104"/>
                  <a:gd name="T48" fmla="*/ 83 w 188"/>
                  <a:gd name="T49" fmla="*/ 1 h 104"/>
                  <a:gd name="T50" fmla="*/ 115 w 188"/>
                  <a:gd name="T51" fmla="*/ 6 h 104"/>
                  <a:gd name="T52" fmla="*/ 115 w 188"/>
                  <a:gd name="T53" fmla="*/ 6 h 104"/>
                  <a:gd name="T54" fmla="*/ 187 w 188"/>
                  <a:gd name="T55" fmla="*/ 26 h 104"/>
                  <a:gd name="T56" fmla="*/ 188 w 188"/>
                  <a:gd name="T57" fmla="*/ 26 h 104"/>
                  <a:gd name="T58" fmla="*/ 188 w 188"/>
                  <a:gd name="T59" fmla="*/ 27 h 104"/>
                  <a:gd name="T60" fmla="*/ 175 w 188"/>
                  <a:gd name="T61" fmla="*/ 80 h 104"/>
                  <a:gd name="T62" fmla="*/ 169 w 188"/>
                  <a:gd name="T63" fmla="*/ 103 h 104"/>
                  <a:gd name="T64" fmla="*/ 169 w 188"/>
                  <a:gd name="T65" fmla="*/ 104 h 104"/>
                  <a:gd name="T66" fmla="*/ 168 w 188"/>
                  <a:gd name="T67" fmla="*/ 104 h 104"/>
                  <a:gd name="T68" fmla="*/ 99 w 188"/>
                  <a:gd name="T69" fmla="*/ 90 h 104"/>
                  <a:gd name="T70" fmla="*/ 69 w 188"/>
                  <a:gd name="T71" fmla="*/ 83 h 104"/>
                  <a:gd name="T72" fmla="*/ 43 w 188"/>
                  <a:gd name="T73" fmla="*/ 77 h 104"/>
                  <a:gd name="T74" fmla="*/ 43 w 188"/>
                  <a:gd name="T75" fmla="*/ 77 h 104"/>
                  <a:gd name="T76" fmla="*/ 6 w 188"/>
                  <a:gd name="T77" fmla="*/ 61 h 104"/>
                  <a:gd name="T78" fmla="*/ 1 w 188"/>
                  <a:gd name="T79" fmla="*/ 51 h 104"/>
                  <a:gd name="T80" fmla="*/ 1 w 188"/>
                  <a:gd name="T81" fmla="*/ 4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88" h="104">
                    <a:moveTo>
                      <a:pt x="1" y="48"/>
                    </a:moveTo>
                    <a:cubicBezTo>
                      <a:pt x="1" y="48"/>
                      <a:pt x="1" y="49"/>
                      <a:pt x="1" y="51"/>
                    </a:cubicBezTo>
                    <a:cubicBezTo>
                      <a:pt x="2" y="54"/>
                      <a:pt x="3" y="57"/>
                      <a:pt x="7" y="60"/>
                    </a:cubicBezTo>
                    <a:cubicBezTo>
                      <a:pt x="13" y="67"/>
                      <a:pt x="27" y="72"/>
                      <a:pt x="43" y="75"/>
                    </a:cubicBezTo>
                    <a:cubicBezTo>
                      <a:pt x="43" y="75"/>
                      <a:pt x="43" y="75"/>
                      <a:pt x="43" y="75"/>
                    </a:cubicBezTo>
                    <a:cubicBezTo>
                      <a:pt x="44" y="75"/>
                      <a:pt x="44" y="75"/>
                      <a:pt x="44" y="75"/>
                    </a:cubicBezTo>
                    <a:cubicBezTo>
                      <a:pt x="51" y="78"/>
                      <a:pt x="60" y="80"/>
                      <a:pt x="69" y="82"/>
                    </a:cubicBezTo>
                    <a:cubicBezTo>
                      <a:pt x="79" y="84"/>
                      <a:pt x="89" y="86"/>
                      <a:pt x="99" y="88"/>
                    </a:cubicBezTo>
                    <a:cubicBezTo>
                      <a:pt x="120" y="93"/>
                      <a:pt x="144" y="97"/>
                      <a:pt x="169" y="102"/>
                    </a:cubicBezTo>
                    <a:cubicBezTo>
                      <a:pt x="168" y="103"/>
                      <a:pt x="168" y="103"/>
                      <a:pt x="168" y="103"/>
                    </a:cubicBezTo>
                    <a:cubicBezTo>
                      <a:pt x="169" y="95"/>
                      <a:pt x="171" y="87"/>
                      <a:pt x="173" y="79"/>
                    </a:cubicBezTo>
                    <a:cubicBezTo>
                      <a:pt x="178" y="61"/>
                      <a:pt x="182" y="44"/>
                      <a:pt x="186" y="27"/>
                    </a:cubicBezTo>
                    <a:cubicBezTo>
                      <a:pt x="187" y="28"/>
                      <a:pt x="187" y="28"/>
                      <a:pt x="187" y="28"/>
                    </a:cubicBezTo>
                    <a:cubicBezTo>
                      <a:pt x="160" y="20"/>
                      <a:pt x="136" y="13"/>
                      <a:pt x="115" y="7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4" y="3"/>
                      <a:pt x="93" y="1"/>
                      <a:pt x="83" y="2"/>
                    </a:cubicBezTo>
                    <a:cubicBezTo>
                      <a:pt x="74" y="2"/>
                      <a:pt x="66" y="5"/>
                      <a:pt x="60" y="7"/>
                    </a:cubicBezTo>
                    <a:cubicBezTo>
                      <a:pt x="54" y="10"/>
                      <a:pt x="49" y="13"/>
                      <a:pt x="46" y="15"/>
                    </a:cubicBezTo>
                    <a:cubicBezTo>
                      <a:pt x="45" y="16"/>
                      <a:pt x="44" y="17"/>
                      <a:pt x="43" y="17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2" y="18"/>
                      <a:pt x="42" y="18"/>
                      <a:pt x="43" y="17"/>
                    </a:cubicBezTo>
                    <a:cubicBezTo>
                      <a:pt x="44" y="17"/>
                      <a:pt x="45" y="16"/>
                      <a:pt x="46" y="15"/>
                    </a:cubicBezTo>
                    <a:cubicBezTo>
                      <a:pt x="49" y="12"/>
                      <a:pt x="53" y="9"/>
                      <a:pt x="59" y="7"/>
                    </a:cubicBezTo>
                    <a:cubicBezTo>
                      <a:pt x="66" y="4"/>
                      <a:pt x="74" y="1"/>
                      <a:pt x="83" y="1"/>
                    </a:cubicBezTo>
                    <a:cubicBezTo>
                      <a:pt x="93" y="0"/>
                      <a:pt x="104" y="1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36" y="12"/>
                      <a:pt x="160" y="19"/>
                      <a:pt x="187" y="26"/>
                    </a:cubicBezTo>
                    <a:cubicBezTo>
                      <a:pt x="188" y="26"/>
                      <a:pt x="188" y="26"/>
                      <a:pt x="188" y="26"/>
                    </a:cubicBezTo>
                    <a:cubicBezTo>
                      <a:pt x="188" y="27"/>
                      <a:pt x="188" y="27"/>
                      <a:pt x="188" y="27"/>
                    </a:cubicBezTo>
                    <a:cubicBezTo>
                      <a:pt x="184" y="44"/>
                      <a:pt x="179" y="62"/>
                      <a:pt x="175" y="80"/>
                    </a:cubicBezTo>
                    <a:cubicBezTo>
                      <a:pt x="173" y="88"/>
                      <a:pt x="171" y="96"/>
                      <a:pt x="169" y="103"/>
                    </a:cubicBezTo>
                    <a:cubicBezTo>
                      <a:pt x="169" y="104"/>
                      <a:pt x="169" y="104"/>
                      <a:pt x="169" y="104"/>
                    </a:cubicBezTo>
                    <a:cubicBezTo>
                      <a:pt x="168" y="104"/>
                      <a:pt x="168" y="104"/>
                      <a:pt x="168" y="104"/>
                    </a:cubicBezTo>
                    <a:cubicBezTo>
                      <a:pt x="143" y="99"/>
                      <a:pt x="120" y="94"/>
                      <a:pt x="99" y="90"/>
                    </a:cubicBezTo>
                    <a:cubicBezTo>
                      <a:pt x="88" y="88"/>
                      <a:pt x="78" y="86"/>
                      <a:pt x="69" y="83"/>
                    </a:cubicBezTo>
                    <a:cubicBezTo>
                      <a:pt x="60" y="81"/>
                      <a:pt x="51" y="79"/>
                      <a:pt x="43" y="77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26" y="73"/>
                      <a:pt x="13" y="68"/>
                      <a:pt x="6" y="61"/>
                    </a:cubicBezTo>
                    <a:cubicBezTo>
                      <a:pt x="3" y="58"/>
                      <a:pt x="1" y="54"/>
                      <a:pt x="1" y="51"/>
                    </a:cubicBezTo>
                    <a:cubicBezTo>
                      <a:pt x="0" y="49"/>
                      <a:pt x="1" y="48"/>
                      <a:pt x="1" y="4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379">
                <a:extLst>
                  <a:ext uri="{FF2B5EF4-FFF2-40B4-BE49-F238E27FC236}">
                    <a16:creationId xmlns:a16="http://schemas.microsoft.com/office/drawing/2014/main" id="{091801A7-5297-4B27-A90C-792E8519A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2282"/>
                <a:ext cx="140" cy="49"/>
              </a:xfrm>
              <a:custGeom>
                <a:avLst/>
                <a:gdLst>
                  <a:gd name="T0" fmla="*/ 60 w 60"/>
                  <a:gd name="T1" fmla="*/ 20 h 21"/>
                  <a:gd name="T2" fmla="*/ 52 w 60"/>
                  <a:gd name="T3" fmla="*/ 15 h 21"/>
                  <a:gd name="T4" fmla="*/ 32 w 60"/>
                  <a:gd name="T5" fmla="*/ 5 h 21"/>
                  <a:gd name="T6" fmla="*/ 9 w 60"/>
                  <a:gd name="T7" fmla="*/ 2 h 21"/>
                  <a:gd name="T8" fmla="*/ 0 w 60"/>
                  <a:gd name="T9" fmla="*/ 3 h 21"/>
                  <a:gd name="T10" fmla="*/ 9 w 60"/>
                  <a:gd name="T11" fmla="*/ 1 h 21"/>
                  <a:gd name="T12" fmla="*/ 32 w 60"/>
                  <a:gd name="T13" fmla="*/ 3 h 21"/>
                  <a:gd name="T14" fmla="*/ 53 w 60"/>
                  <a:gd name="T15" fmla="*/ 14 h 21"/>
                  <a:gd name="T16" fmla="*/ 60 w 60"/>
                  <a:gd name="T17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1">
                    <a:moveTo>
                      <a:pt x="60" y="20"/>
                    </a:moveTo>
                    <a:cubicBezTo>
                      <a:pt x="60" y="21"/>
                      <a:pt x="57" y="18"/>
                      <a:pt x="52" y="15"/>
                    </a:cubicBezTo>
                    <a:cubicBezTo>
                      <a:pt x="47" y="12"/>
                      <a:pt x="40" y="8"/>
                      <a:pt x="32" y="5"/>
                    </a:cubicBezTo>
                    <a:cubicBezTo>
                      <a:pt x="23" y="3"/>
                      <a:pt x="15" y="2"/>
                      <a:pt x="9" y="2"/>
                    </a:cubicBezTo>
                    <a:cubicBezTo>
                      <a:pt x="3" y="2"/>
                      <a:pt x="0" y="3"/>
                      <a:pt x="0" y="3"/>
                    </a:cubicBezTo>
                    <a:cubicBezTo>
                      <a:pt x="0" y="3"/>
                      <a:pt x="3" y="1"/>
                      <a:pt x="9" y="1"/>
                    </a:cubicBezTo>
                    <a:cubicBezTo>
                      <a:pt x="15" y="0"/>
                      <a:pt x="23" y="1"/>
                      <a:pt x="32" y="3"/>
                    </a:cubicBezTo>
                    <a:cubicBezTo>
                      <a:pt x="41" y="6"/>
                      <a:pt x="48" y="10"/>
                      <a:pt x="53" y="14"/>
                    </a:cubicBezTo>
                    <a:cubicBezTo>
                      <a:pt x="58" y="17"/>
                      <a:pt x="60" y="20"/>
                      <a:pt x="60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380">
                <a:extLst>
                  <a:ext uri="{FF2B5EF4-FFF2-40B4-BE49-F238E27FC236}">
                    <a16:creationId xmlns:a16="http://schemas.microsoft.com/office/drawing/2014/main" id="{0AD5B25F-58A2-4A57-B112-5637FDC59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2029"/>
                <a:ext cx="56" cy="279"/>
              </a:xfrm>
              <a:custGeom>
                <a:avLst/>
                <a:gdLst>
                  <a:gd name="T0" fmla="*/ 24 w 24"/>
                  <a:gd name="T1" fmla="*/ 0 h 120"/>
                  <a:gd name="T2" fmla="*/ 24 w 24"/>
                  <a:gd name="T3" fmla="*/ 5 h 120"/>
                  <a:gd name="T4" fmla="*/ 23 w 24"/>
                  <a:gd name="T5" fmla="*/ 18 h 120"/>
                  <a:gd name="T6" fmla="*/ 17 w 24"/>
                  <a:gd name="T7" fmla="*/ 61 h 120"/>
                  <a:gd name="T8" fmla="*/ 7 w 24"/>
                  <a:gd name="T9" fmla="*/ 103 h 120"/>
                  <a:gd name="T10" fmla="*/ 5 w 24"/>
                  <a:gd name="T11" fmla="*/ 111 h 120"/>
                  <a:gd name="T12" fmla="*/ 2 w 24"/>
                  <a:gd name="T13" fmla="*/ 116 h 120"/>
                  <a:gd name="T14" fmla="*/ 0 w 24"/>
                  <a:gd name="T15" fmla="*/ 120 h 120"/>
                  <a:gd name="T16" fmla="*/ 2 w 24"/>
                  <a:gd name="T17" fmla="*/ 115 h 120"/>
                  <a:gd name="T18" fmla="*/ 4 w 24"/>
                  <a:gd name="T19" fmla="*/ 110 h 120"/>
                  <a:gd name="T20" fmla="*/ 6 w 24"/>
                  <a:gd name="T21" fmla="*/ 103 h 120"/>
                  <a:gd name="T22" fmla="*/ 16 w 24"/>
                  <a:gd name="T23" fmla="*/ 61 h 120"/>
                  <a:gd name="T24" fmla="*/ 22 w 24"/>
                  <a:gd name="T25" fmla="*/ 18 h 120"/>
                  <a:gd name="T26" fmla="*/ 23 w 24"/>
                  <a:gd name="T27" fmla="*/ 4 h 120"/>
                  <a:gd name="T28" fmla="*/ 24 w 24"/>
                  <a:gd name="T29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120">
                    <a:moveTo>
                      <a:pt x="24" y="0"/>
                    </a:moveTo>
                    <a:cubicBezTo>
                      <a:pt x="24" y="0"/>
                      <a:pt x="24" y="1"/>
                      <a:pt x="24" y="5"/>
                    </a:cubicBezTo>
                    <a:cubicBezTo>
                      <a:pt x="24" y="8"/>
                      <a:pt x="23" y="12"/>
                      <a:pt x="23" y="18"/>
                    </a:cubicBezTo>
                    <a:cubicBezTo>
                      <a:pt x="22" y="29"/>
                      <a:pt x="20" y="44"/>
                      <a:pt x="17" y="61"/>
                    </a:cubicBezTo>
                    <a:cubicBezTo>
                      <a:pt x="15" y="78"/>
                      <a:pt x="11" y="93"/>
                      <a:pt x="7" y="103"/>
                    </a:cubicBezTo>
                    <a:cubicBezTo>
                      <a:pt x="6" y="106"/>
                      <a:pt x="6" y="108"/>
                      <a:pt x="5" y="111"/>
                    </a:cubicBezTo>
                    <a:cubicBezTo>
                      <a:pt x="4" y="112"/>
                      <a:pt x="3" y="114"/>
                      <a:pt x="2" y="116"/>
                    </a:cubicBezTo>
                    <a:cubicBezTo>
                      <a:pt x="1" y="119"/>
                      <a:pt x="0" y="120"/>
                      <a:pt x="0" y="120"/>
                    </a:cubicBezTo>
                    <a:cubicBezTo>
                      <a:pt x="0" y="120"/>
                      <a:pt x="1" y="118"/>
                      <a:pt x="2" y="115"/>
                    </a:cubicBezTo>
                    <a:cubicBezTo>
                      <a:pt x="2" y="114"/>
                      <a:pt x="3" y="112"/>
                      <a:pt x="4" y="110"/>
                    </a:cubicBezTo>
                    <a:cubicBezTo>
                      <a:pt x="4" y="108"/>
                      <a:pt x="5" y="106"/>
                      <a:pt x="6" y="103"/>
                    </a:cubicBezTo>
                    <a:cubicBezTo>
                      <a:pt x="9" y="92"/>
                      <a:pt x="13" y="77"/>
                      <a:pt x="16" y="61"/>
                    </a:cubicBezTo>
                    <a:cubicBezTo>
                      <a:pt x="18" y="44"/>
                      <a:pt x="20" y="29"/>
                      <a:pt x="22" y="18"/>
                    </a:cubicBezTo>
                    <a:cubicBezTo>
                      <a:pt x="22" y="12"/>
                      <a:pt x="23" y="8"/>
                      <a:pt x="23" y="4"/>
                    </a:cubicBezTo>
                    <a:cubicBezTo>
                      <a:pt x="23" y="1"/>
                      <a:pt x="23" y="0"/>
                      <a:pt x="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381">
                <a:extLst>
                  <a:ext uri="{FF2B5EF4-FFF2-40B4-BE49-F238E27FC236}">
                    <a16:creationId xmlns:a16="http://schemas.microsoft.com/office/drawing/2014/main" id="{7187E9B6-13F4-4653-98FC-8E4CCDB3E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1" y="1726"/>
                <a:ext cx="117" cy="214"/>
              </a:xfrm>
              <a:custGeom>
                <a:avLst/>
                <a:gdLst>
                  <a:gd name="T0" fmla="*/ 50 w 50"/>
                  <a:gd name="T1" fmla="*/ 89 h 92"/>
                  <a:gd name="T2" fmla="*/ 49 w 50"/>
                  <a:gd name="T3" fmla="*/ 86 h 92"/>
                  <a:gd name="T4" fmla="*/ 43 w 50"/>
                  <a:gd name="T5" fmla="*/ 81 h 92"/>
                  <a:gd name="T6" fmla="*/ 31 w 50"/>
                  <a:gd name="T7" fmla="*/ 79 h 92"/>
                  <a:gd name="T8" fmla="*/ 21 w 50"/>
                  <a:gd name="T9" fmla="*/ 90 h 92"/>
                  <a:gd name="T10" fmla="*/ 21 w 50"/>
                  <a:gd name="T11" fmla="*/ 92 h 92"/>
                  <a:gd name="T12" fmla="*/ 20 w 50"/>
                  <a:gd name="T13" fmla="*/ 90 h 92"/>
                  <a:gd name="T14" fmla="*/ 9 w 50"/>
                  <a:gd name="T15" fmla="*/ 64 h 92"/>
                  <a:gd name="T16" fmla="*/ 1 w 50"/>
                  <a:gd name="T17" fmla="*/ 19 h 92"/>
                  <a:gd name="T18" fmla="*/ 1 w 50"/>
                  <a:gd name="T19" fmla="*/ 11 h 92"/>
                  <a:gd name="T20" fmla="*/ 2 w 50"/>
                  <a:gd name="T21" fmla="*/ 5 h 92"/>
                  <a:gd name="T22" fmla="*/ 4 w 50"/>
                  <a:gd name="T23" fmla="*/ 0 h 92"/>
                  <a:gd name="T24" fmla="*/ 2 w 50"/>
                  <a:gd name="T25" fmla="*/ 19 h 92"/>
                  <a:gd name="T26" fmla="*/ 11 w 50"/>
                  <a:gd name="T27" fmla="*/ 64 h 92"/>
                  <a:gd name="T28" fmla="*/ 21 w 50"/>
                  <a:gd name="T29" fmla="*/ 89 h 92"/>
                  <a:gd name="T30" fmla="*/ 20 w 50"/>
                  <a:gd name="T31" fmla="*/ 89 h 92"/>
                  <a:gd name="T32" fmla="*/ 31 w 50"/>
                  <a:gd name="T33" fmla="*/ 78 h 92"/>
                  <a:gd name="T34" fmla="*/ 44 w 50"/>
                  <a:gd name="T35" fmla="*/ 80 h 92"/>
                  <a:gd name="T36" fmla="*/ 49 w 50"/>
                  <a:gd name="T37" fmla="*/ 86 h 92"/>
                  <a:gd name="T38" fmla="*/ 50 w 50"/>
                  <a:gd name="T39" fmla="*/ 88 h 92"/>
                  <a:gd name="T40" fmla="*/ 50 w 50"/>
                  <a:gd name="T41" fmla="*/ 8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92">
                    <a:moveTo>
                      <a:pt x="50" y="89"/>
                    </a:moveTo>
                    <a:cubicBezTo>
                      <a:pt x="50" y="89"/>
                      <a:pt x="49" y="88"/>
                      <a:pt x="49" y="86"/>
                    </a:cubicBezTo>
                    <a:cubicBezTo>
                      <a:pt x="48" y="85"/>
                      <a:pt x="46" y="83"/>
                      <a:pt x="43" y="81"/>
                    </a:cubicBezTo>
                    <a:cubicBezTo>
                      <a:pt x="40" y="79"/>
                      <a:pt x="36" y="78"/>
                      <a:pt x="31" y="79"/>
                    </a:cubicBezTo>
                    <a:cubicBezTo>
                      <a:pt x="27" y="81"/>
                      <a:pt x="23" y="85"/>
                      <a:pt x="21" y="90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0" y="90"/>
                      <a:pt x="20" y="90"/>
                      <a:pt x="20" y="90"/>
                    </a:cubicBezTo>
                    <a:cubicBezTo>
                      <a:pt x="16" y="82"/>
                      <a:pt x="12" y="74"/>
                      <a:pt x="9" y="64"/>
                    </a:cubicBezTo>
                    <a:cubicBezTo>
                      <a:pt x="3" y="47"/>
                      <a:pt x="0" y="30"/>
                      <a:pt x="1" y="19"/>
                    </a:cubicBezTo>
                    <a:cubicBezTo>
                      <a:pt x="1" y="16"/>
                      <a:pt x="1" y="13"/>
                      <a:pt x="1" y="11"/>
                    </a:cubicBezTo>
                    <a:cubicBezTo>
                      <a:pt x="2" y="8"/>
                      <a:pt x="2" y="6"/>
                      <a:pt x="2" y="5"/>
                    </a:cubicBezTo>
                    <a:cubicBezTo>
                      <a:pt x="3" y="1"/>
                      <a:pt x="4" y="0"/>
                      <a:pt x="4" y="0"/>
                    </a:cubicBezTo>
                    <a:cubicBezTo>
                      <a:pt x="4" y="0"/>
                      <a:pt x="2" y="7"/>
                      <a:pt x="2" y="19"/>
                    </a:cubicBezTo>
                    <a:cubicBezTo>
                      <a:pt x="2" y="30"/>
                      <a:pt x="5" y="47"/>
                      <a:pt x="11" y="64"/>
                    </a:cubicBezTo>
                    <a:cubicBezTo>
                      <a:pt x="14" y="73"/>
                      <a:pt x="18" y="82"/>
                      <a:pt x="21" y="89"/>
                    </a:cubicBezTo>
                    <a:cubicBezTo>
                      <a:pt x="20" y="89"/>
                      <a:pt x="20" y="89"/>
                      <a:pt x="20" y="89"/>
                    </a:cubicBezTo>
                    <a:cubicBezTo>
                      <a:pt x="21" y="84"/>
                      <a:pt x="26" y="79"/>
                      <a:pt x="31" y="78"/>
                    </a:cubicBezTo>
                    <a:cubicBezTo>
                      <a:pt x="36" y="77"/>
                      <a:pt x="41" y="78"/>
                      <a:pt x="44" y="80"/>
                    </a:cubicBezTo>
                    <a:cubicBezTo>
                      <a:pt x="47" y="82"/>
                      <a:pt x="48" y="85"/>
                      <a:pt x="49" y="86"/>
                    </a:cubicBezTo>
                    <a:cubicBezTo>
                      <a:pt x="49" y="87"/>
                      <a:pt x="50" y="88"/>
                      <a:pt x="50" y="88"/>
                    </a:cubicBezTo>
                    <a:cubicBezTo>
                      <a:pt x="50" y="89"/>
                      <a:pt x="50" y="89"/>
                      <a:pt x="50" y="89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382">
                <a:extLst>
                  <a:ext uri="{FF2B5EF4-FFF2-40B4-BE49-F238E27FC236}">
                    <a16:creationId xmlns:a16="http://schemas.microsoft.com/office/drawing/2014/main" id="{188D7564-AAD5-42DD-A12B-91725EECC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8" y="1717"/>
                <a:ext cx="76" cy="235"/>
              </a:xfrm>
              <a:custGeom>
                <a:avLst/>
                <a:gdLst>
                  <a:gd name="T0" fmla="*/ 2 w 33"/>
                  <a:gd name="T1" fmla="*/ 101 h 101"/>
                  <a:gd name="T2" fmla="*/ 1 w 33"/>
                  <a:gd name="T3" fmla="*/ 96 h 101"/>
                  <a:gd name="T4" fmla="*/ 1 w 33"/>
                  <a:gd name="T5" fmla="*/ 84 h 101"/>
                  <a:gd name="T6" fmla="*/ 9 w 33"/>
                  <a:gd name="T7" fmla="*/ 68 h 101"/>
                  <a:gd name="T8" fmla="*/ 20 w 33"/>
                  <a:gd name="T9" fmla="*/ 65 h 101"/>
                  <a:gd name="T10" fmla="*/ 31 w 33"/>
                  <a:gd name="T11" fmla="*/ 69 h 101"/>
                  <a:gd name="T12" fmla="*/ 29 w 33"/>
                  <a:gd name="T13" fmla="*/ 70 h 101"/>
                  <a:gd name="T14" fmla="*/ 26 w 33"/>
                  <a:gd name="T15" fmla="*/ 62 h 101"/>
                  <a:gd name="T16" fmla="*/ 9 w 33"/>
                  <a:gd name="T17" fmla="*/ 18 h 101"/>
                  <a:gd name="T18" fmla="*/ 4 w 33"/>
                  <a:gd name="T19" fmla="*/ 5 h 101"/>
                  <a:gd name="T20" fmla="*/ 2 w 33"/>
                  <a:gd name="T21" fmla="*/ 0 h 101"/>
                  <a:gd name="T22" fmla="*/ 5 w 33"/>
                  <a:gd name="T23" fmla="*/ 4 h 101"/>
                  <a:gd name="T24" fmla="*/ 10 w 33"/>
                  <a:gd name="T25" fmla="*/ 17 h 101"/>
                  <a:gd name="T26" fmla="*/ 28 w 33"/>
                  <a:gd name="T27" fmla="*/ 61 h 101"/>
                  <a:gd name="T28" fmla="*/ 31 w 33"/>
                  <a:gd name="T29" fmla="*/ 70 h 101"/>
                  <a:gd name="T30" fmla="*/ 33 w 33"/>
                  <a:gd name="T31" fmla="*/ 75 h 101"/>
                  <a:gd name="T32" fmla="*/ 29 w 33"/>
                  <a:gd name="T33" fmla="*/ 71 h 101"/>
                  <a:gd name="T34" fmla="*/ 20 w 33"/>
                  <a:gd name="T35" fmla="*/ 66 h 101"/>
                  <a:gd name="T36" fmla="*/ 10 w 33"/>
                  <a:gd name="T37" fmla="*/ 70 h 101"/>
                  <a:gd name="T38" fmla="*/ 2 w 33"/>
                  <a:gd name="T39" fmla="*/ 84 h 101"/>
                  <a:gd name="T40" fmla="*/ 2 w 33"/>
                  <a:gd name="T41" fmla="*/ 96 h 101"/>
                  <a:gd name="T42" fmla="*/ 2 w 33"/>
                  <a:gd name="T43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3" h="101">
                    <a:moveTo>
                      <a:pt x="2" y="101"/>
                    </a:moveTo>
                    <a:cubicBezTo>
                      <a:pt x="2" y="101"/>
                      <a:pt x="2" y="99"/>
                      <a:pt x="1" y="96"/>
                    </a:cubicBezTo>
                    <a:cubicBezTo>
                      <a:pt x="1" y="94"/>
                      <a:pt x="0" y="90"/>
                      <a:pt x="1" y="84"/>
                    </a:cubicBezTo>
                    <a:cubicBezTo>
                      <a:pt x="1" y="79"/>
                      <a:pt x="4" y="73"/>
                      <a:pt x="9" y="68"/>
                    </a:cubicBezTo>
                    <a:cubicBezTo>
                      <a:pt x="12" y="66"/>
                      <a:pt x="16" y="64"/>
                      <a:pt x="20" y="65"/>
                    </a:cubicBezTo>
                    <a:cubicBezTo>
                      <a:pt x="24" y="64"/>
                      <a:pt x="28" y="66"/>
                      <a:pt x="31" y="69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8" y="68"/>
                      <a:pt x="27" y="65"/>
                      <a:pt x="26" y="62"/>
                    </a:cubicBezTo>
                    <a:cubicBezTo>
                      <a:pt x="19" y="45"/>
                      <a:pt x="13" y="29"/>
                      <a:pt x="9" y="18"/>
                    </a:cubicBezTo>
                    <a:cubicBezTo>
                      <a:pt x="7" y="13"/>
                      <a:pt x="5" y="8"/>
                      <a:pt x="4" y="5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0"/>
                      <a:pt x="3" y="1"/>
                      <a:pt x="5" y="4"/>
                    </a:cubicBezTo>
                    <a:cubicBezTo>
                      <a:pt x="6" y="8"/>
                      <a:pt x="8" y="12"/>
                      <a:pt x="10" y="17"/>
                    </a:cubicBezTo>
                    <a:cubicBezTo>
                      <a:pt x="15" y="29"/>
                      <a:pt x="21" y="44"/>
                      <a:pt x="28" y="61"/>
                    </a:cubicBezTo>
                    <a:cubicBezTo>
                      <a:pt x="29" y="64"/>
                      <a:pt x="30" y="67"/>
                      <a:pt x="31" y="70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29" y="71"/>
                      <a:pt x="29" y="71"/>
                      <a:pt x="29" y="71"/>
                    </a:cubicBezTo>
                    <a:cubicBezTo>
                      <a:pt x="27" y="68"/>
                      <a:pt x="23" y="66"/>
                      <a:pt x="20" y="66"/>
                    </a:cubicBezTo>
                    <a:cubicBezTo>
                      <a:pt x="16" y="66"/>
                      <a:pt x="13" y="68"/>
                      <a:pt x="10" y="70"/>
                    </a:cubicBezTo>
                    <a:cubicBezTo>
                      <a:pt x="5" y="74"/>
                      <a:pt x="3" y="80"/>
                      <a:pt x="2" y="84"/>
                    </a:cubicBezTo>
                    <a:cubicBezTo>
                      <a:pt x="1" y="89"/>
                      <a:pt x="2" y="94"/>
                      <a:pt x="2" y="96"/>
                    </a:cubicBezTo>
                    <a:cubicBezTo>
                      <a:pt x="2" y="99"/>
                      <a:pt x="2" y="101"/>
                      <a:pt x="2" y="10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383">
                <a:extLst>
                  <a:ext uri="{FF2B5EF4-FFF2-40B4-BE49-F238E27FC236}">
                    <a16:creationId xmlns:a16="http://schemas.microsoft.com/office/drawing/2014/main" id="{5AB62C93-A685-4A9F-879B-16B4B813A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8" y="1973"/>
                <a:ext cx="84" cy="572"/>
              </a:xfrm>
              <a:custGeom>
                <a:avLst/>
                <a:gdLst>
                  <a:gd name="T0" fmla="*/ 0 w 36"/>
                  <a:gd name="T1" fmla="*/ 0 h 246"/>
                  <a:gd name="T2" fmla="*/ 19 w 36"/>
                  <a:gd name="T3" fmla="*/ 123 h 246"/>
                  <a:gd name="T4" fmla="*/ 35 w 36"/>
                  <a:gd name="T5" fmla="*/ 246 h 246"/>
                  <a:gd name="T6" fmla="*/ 17 w 36"/>
                  <a:gd name="T7" fmla="*/ 123 h 246"/>
                  <a:gd name="T8" fmla="*/ 0 w 36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46">
                    <a:moveTo>
                      <a:pt x="0" y="0"/>
                    </a:moveTo>
                    <a:cubicBezTo>
                      <a:pt x="1" y="0"/>
                      <a:pt x="9" y="55"/>
                      <a:pt x="19" y="123"/>
                    </a:cubicBezTo>
                    <a:cubicBezTo>
                      <a:pt x="28" y="191"/>
                      <a:pt x="36" y="246"/>
                      <a:pt x="35" y="246"/>
                    </a:cubicBezTo>
                    <a:cubicBezTo>
                      <a:pt x="35" y="246"/>
                      <a:pt x="26" y="191"/>
                      <a:pt x="17" y="123"/>
                    </a:cubicBezTo>
                    <a:cubicBezTo>
                      <a:pt x="7" y="55"/>
                      <a:pt x="0" y="0"/>
                      <a:pt x="0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384">
                <a:extLst>
                  <a:ext uri="{FF2B5EF4-FFF2-40B4-BE49-F238E27FC236}">
                    <a16:creationId xmlns:a16="http://schemas.microsoft.com/office/drawing/2014/main" id="{891284E8-FEE1-416C-ADC4-D7DDEA0A04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45" y="1873"/>
                <a:ext cx="102" cy="93"/>
              </a:xfrm>
              <a:custGeom>
                <a:avLst/>
                <a:gdLst>
                  <a:gd name="T0" fmla="*/ 23 w 44"/>
                  <a:gd name="T1" fmla="*/ 14 h 40"/>
                  <a:gd name="T2" fmla="*/ 23 w 44"/>
                  <a:gd name="T3" fmla="*/ 14 h 40"/>
                  <a:gd name="T4" fmla="*/ 11 w 44"/>
                  <a:gd name="T5" fmla="*/ 24 h 40"/>
                  <a:gd name="T6" fmla="*/ 21 w 44"/>
                  <a:gd name="T7" fmla="*/ 15 h 40"/>
                  <a:gd name="T8" fmla="*/ 25 w 44"/>
                  <a:gd name="T9" fmla="*/ 15 h 40"/>
                  <a:gd name="T10" fmla="*/ 27 w 44"/>
                  <a:gd name="T11" fmla="*/ 15 h 40"/>
                  <a:gd name="T12" fmla="*/ 23 w 44"/>
                  <a:gd name="T13" fmla="*/ 14 h 40"/>
                  <a:gd name="T14" fmla="*/ 0 w 44"/>
                  <a:gd name="T15" fmla="*/ 5 h 40"/>
                  <a:gd name="T16" fmla="*/ 9 w 44"/>
                  <a:gd name="T17" fmla="*/ 40 h 40"/>
                  <a:gd name="T18" fmla="*/ 23 w 44"/>
                  <a:gd name="T19" fmla="*/ 29 h 40"/>
                  <a:gd name="T20" fmla="*/ 27 w 44"/>
                  <a:gd name="T21" fmla="*/ 28 h 40"/>
                  <a:gd name="T22" fmla="*/ 44 w 44"/>
                  <a:gd name="T23" fmla="*/ 37 h 40"/>
                  <a:gd name="T24" fmla="*/ 40 w 44"/>
                  <a:gd name="T25" fmla="*/ 26 h 40"/>
                  <a:gd name="T26" fmla="*/ 40 w 44"/>
                  <a:gd name="T27" fmla="*/ 26 h 40"/>
                  <a:gd name="T28" fmla="*/ 40 w 44"/>
                  <a:gd name="T29" fmla="*/ 26 h 40"/>
                  <a:gd name="T30" fmla="*/ 39 w 44"/>
                  <a:gd name="T31" fmla="*/ 25 h 40"/>
                  <a:gd name="T32" fmla="*/ 37 w 44"/>
                  <a:gd name="T33" fmla="*/ 22 h 40"/>
                  <a:gd name="T34" fmla="*/ 35 w 44"/>
                  <a:gd name="T35" fmla="*/ 19 h 40"/>
                  <a:gd name="T36" fmla="*/ 33 w 44"/>
                  <a:gd name="T37" fmla="*/ 18 h 40"/>
                  <a:gd name="T38" fmla="*/ 25 w 44"/>
                  <a:gd name="T39" fmla="*/ 16 h 40"/>
                  <a:gd name="T40" fmla="*/ 21 w 44"/>
                  <a:gd name="T41" fmla="*/ 16 h 40"/>
                  <a:gd name="T42" fmla="*/ 11 w 44"/>
                  <a:gd name="T43" fmla="*/ 27 h 40"/>
                  <a:gd name="T44" fmla="*/ 11 w 44"/>
                  <a:gd name="T45" fmla="*/ 29 h 40"/>
                  <a:gd name="T46" fmla="*/ 10 w 44"/>
                  <a:gd name="T47" fmla="*/ 27 h 40"/>
                  <a:gd name="T48" fmla="*/ 0 w 44"/>
                  <a:gd name="T49" fmla="*/ 5 h 40"/>
                  <a:gd name="T50" fmla="*/ 0 w 44"/>
                  <a:gd name="T51" fmla="*/ 0 h 40"/>
                  <a:gd name="T52" fmla="*/ 1 w 44"/>
                  <a:gd name="T53" fmla="*/ 1 h 40"/>
                  <a:gd name="T54" fmla="*/ 10 w 44"/>
                  <a:gd name="T55" fmla="*/ 24 h 40"/>
                  <a:gd name="T56" fmla="*/ 11 w 44"/>
                  <a:gd name="T57" fmla="*/ 24 h 40"/>
                  <a:gd name="T58" fmla="*/ 0 w 44"/>
                  <a:gd name="T59" fmla="*/ 0 h 40"/>
                  <a:gd name="T60" fmla="*/ 0 w 44"/>
                  <a:gd name="T6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4" h="40">
                    <a:moveTo>
                      <a:pt x="23" y="14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17" y="14"/>
                      <a:pt x="12" y="18"/>
                      <a:pt x="11" y="24"/>
                    </a:cubicBezTo>
                    <a:cubicBezTo>
                      <a:pt x="13" y="19"/>
                      <a:pt x="17" y="16"/>
                      <a:pt x="21" y="15"/>
                    </a:cubicBezTo>
                    <a:cubicBezTo>
                      <a:pt x="22" y="15"/>
                      <a:pt x="24" y="15"/>
                      <a:pt x="25" y="15"/>
                    </a:cubicBezTo>
                    <a:cubicBezTo>
                      <a:pt x="26" y="15"/>
                      <a:pt x="26" y="15"/>
                      <a:pt x="27" y="15"/>
                    </a:cubicBezTo>
                    <a:cubicBezTo>
                      <a:pt x="26" y="14"/>
                      <a:pt x="25" y="14"/>
                      <a:pt x="23" y="14"/>
                    </a:cubicBezTo>
                    <a:moveTo>
                      <a:pt x="0" y="5"/>
                    </a:moveTo>
                    <a:cubicBezTo>
                      <a:pt x="1" y="17"/>
                      <a:pt x="4" y="29"/>
                      <a:pt x="9" y="40"/>
                    </a:cubicBezTo>
                    <a:cubicBezTo>
                      <a:pt x="13" y="35"/>
                      <a:pt x="17" y="30"/>
                      <a:pt x="23" y="29"/>
                    </a:cubicBezTo>
                    <a:cubicBezTo>
                      <a:pt x="24" y="29"/>
                      <a:pt x="25" y="28"/>
                      <a:pt x="27" y="28"/>
                    </a:cubicBezTo>
                    <a:cubicBezTo>
                      <a:pt x="33" y="28"/>
                      <a:pt x="39" y="32"/>
                      <a:pt x="44" y="37"/>
                    </a:cubicBezTo>
                    <a:cubicBezTo>
                      <a:pt x="43" y="33"/>
                      <a:pt x="42" y="29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39" y="25"/>
                    </a:cubicBezTo>
                    <a:cubicBezTo>
                      <a:pt x="39" y="24"/>
                      <a:pt x="38" y="23"/>
                      <a:pt x="37" y="22"/>
                    </a:cubicBezTo>
                    <a:cubicBezTo>
                      <a:pt x="36" y="21"/>
                      <a:pt x="36" y="20"/>
                      <a:pt x="35" y="19"/>
                    </a:cubicBezTo>
                    <a:cubicBezTo>
                      <a:pt x="34" y="19"/>
                      <a:pt x="34" y="18"/>
                      <a:pt x="33" y="18"/>
                    </a:cubicBezTo>
                    <a:cubicBezTo>
                      <a:pt x="31" y="17"/>
                      <a:pt x="28" y="16"/>
                      <a:pt x="25" y="16"/>
                    </a:cubicBezTo>
                    <a:cubicBezTo>
                      <a:pt x="24" y="16"/>
                      <a:pt x="23" y="16"/>
                      <a:pt x="21" y="16"/>
                    </a:cubicBezTo>
                    <a:cubicBezTo>
                      <a:pt x="17" y="18"/>
                      <a:pt x="13" y="22"/>
                      <a:pt x="11" y="27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7" y="20"/>
                      <a:pt x="3" y="13"/>
                      <a:pt x="0" y="5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cubicBezTo>
                      <a:pt x="4" y="9"/>
                      <a:pt x="7" y="17"/>
                      <a:pt x="10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385">
                <a:extLst>
                  <a:ext uri="{FF2B5EF4-FFF2-40B4-BE49-F238E27FC236}">
                    <a16:creationId xmlns:a16="http://schemas.microsoft.com/office/drawing/2014/main" id="{8D20460A-C1F9-4B00-81BB-A4C67611ED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45" y="1871"/>
                <a:ext cx="93" cy="69"/>
              </a:xfrm>
              <a:custGeom>
                <a:avLst/>
                <a:gdLst>
                  <a:gd name="T0" fmla="*/ 39 w 40"/>
                  <a:gd name="T1" fmla="*/ 26 h 30"/>
                  <a:gd name="T2" fmla="*/ 40 w 40"/>
                  <a:gd name="T3" fmla="*/ 27 h 30"/>
                  <a:gd name="T4" fmla="*/ 40 w 40"/>
                  <a:gd name="T5" fmla="*/ 27 h 30"/>
                  <a:gd name="T6" fmla="*/ 40 w 40"/>
                  <a:gd name="T7" fmla="*/ 27 h 30"/>
                  <a:gd name="T8" fmla="*/ 39 w 40"/>
                  <a:gd name="T9" fmla="*/ 26 h 30"/>
                  <a:gd name="T10" fmla="*/ 0 w 40"/>
                  <a:gd name="T11" fmla="*/ 0 h 30"/>
                  <a:gd name="T12" fmla="*/ 0 w 40"/>
                  <a:gd name="T13" fmla="*/ 6 h 30"/>
                  <a:gd name="T14" fmla="*/ 10 w 40"/>
                  <a:gd name="T15" fmla="*/ 28 h 30"/>
                  <a:gd name="T16" fmla="*/ 11 w 40"/>
                  <a:gd name="T17" fmla="*/ 30 h 30"/>
                  <a:gd name="T18" fmla="*/ 11 w 40"/>
                  <a:gd name="T19" fmla="*/ 28 h 30"/>
                  <a:gd name="T20" fmla="*/ 21 w 40"/>
                  <a:gd name="T21" fmla="*/ 17 h 30"/>
                  <a:gd name="T22" fmla="*/ 25 w 40"/>
                  <a:gd name="T23" fmla="*/ 17 h 30"/>
                  <a:gd name="T24" fmla="*/ 33 w 40"/>
                  <a:gd name="T25" fmla="*/ 19 h 30"/>
                  <a:gd name="T26" fmla="*/ 35 w 40"/>
                  <a:gd name="T27" fmla="*/ 20 h 30"/>
                  <a:gd name="T28" fmla="*/ 27 w 40"/>
                  <a:gd name="T29" fmla="*/ 16 h 30"/>
                  <a:gd name="T30" fmla="*/ 25 w 40"/>
                  <a:gd name="T31" fmla="*/ 16 h 30"/>
                  <a:gd name="T32" fmla="*/ 21 w 40"/>
                  <a:gd name="T33" fmla="*/ 16 h 30"/>
                  <a:gd name="T34" fmla="*/ 11 w 40"/>
                  <a:gd name="T35" fmla="*/ 25 h 30"/>
                  <a:gd name="T36" fmla="*/ 11 w 40"/>
                  <a:gd name="T37" fmla="*/ 25 h 30"/>
                  <a:gd name="T38" fmla="*/ 11 w 40"/>
                  <a:gd name="T39" fmla="*/ 25 h 30"/>
                  <a:gd name="T40" fmla="*/ 10 w 40"/>
                  <a:gd name="T41" fmla="*/ 25 h 30"/>
                  <a:gd name="T42" fmla="*/ 1 w 40"/>
                  <a:gd name="T43" fmla="*/ 2 h 30"/>
                  <a:gd name="T44" fmla="*/ 0 w 40"/>
                  <a:gd name="T45" fmla="*/ 1 h 30"/>
                  <a:gd name="T46" fmla="*/ 0 w 40"/>
                  <a:gd name="T4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0" h="30">
                    <a:moveTo>
                      <a:pt x="39" y="26"/>
                    </a:move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6"/>
                      <a:pt x="39" y="26"/>
                    </a:cubicBezTo>
                    <a:moveTo>
                      <a:pt x="0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3" y="14"/>
                      <a:pt x="7" y="21"/>
                      <a:pt x="10" y="28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3" y="23"/>
                      <a:pt x="17" y="19"/>
                      <a:pt x="21" y="17"/>
                    </a:cubicBezTo>
                    <a:cubicBezTo>
                      <a:pt x="23" y="17"/>
                      <a:pt x="24" y="17"/>
                      <a:pt x="25" y="17"/>
                    </a:cubicBezTo>
                    <a:cubicBezTo>
                      <a:pt x="28" y="17"/>
                      <a:pt x="31" y="18"/>
                      <a:pt x="33" y="19"/>
                    </a:cubicBezTo>
                    <a:cubicBezTo>
                      <a:pt x="34" y="19"/>
                      <a:pt x="34" y="20"/>
                      <a:pt x="35" y="20"/>
                    </a:cubicBezTo>
                    <a:cubicBezTo>
                      <a:pt x="32" y="18"/>
                      <a:pt x="30" y="16"/>
                      <a:pt x="27" y="16"/>
                    </a:cubicBezTo>
                    <a:cubicBezTo>
                      <a:pt x="26" y="16"/>
                      <a:pt x="26" y="16"/>
                      <a:pt x="25" y="16"/>
                    </a:cubicBezTo>
                    <a:cubicBezTo>
                      <a:pt x="24" y="16"/>
                      <a:pt x="22" y="16"/>
                      <a:pt x="21" y="16"/>
                    </a:cubicBezTo>
                    <a:cubicBezTo>
                      <a:pt x="17" y="17"/>
                      <a:pt x="13" y="20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5"/>
                      <a:pt x="11" y="25"/>
                      <a:pt x="10" y="25"/>
                    </a:cubicBezTo>
                    <a:cubicBezTo>
                      <a:pt x="7" y="18"/>
                      <a:pt x="4" y="10"/>
                      <a:pt x="1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386">
                <a:extLst>
                  <a:ext uri="{FF2B5EF4-FFF2-40B4-BE49-F238E27FC236}">
                    <a16:creationId xmlns:a16="http://schemas.microsoft.com/office/drawing/2014/main" id="{932D7B56-09E2-42A6-A59C-50544455C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9" y="1843"/>
                <a:ext cx="84" cy="121"/>
              </a:xfrm>
              <a:custGeom>
                <a:avLst/>
                <a:gdLst>
                  <a:gd name="T0" fmla="*/ 36 w 36"/>
                  <a:gd name="T1" fmla="*/ 52 h 52"/>
                  <a:gd name="T2" fmla="*/ 34 w 36"/>
                  <a:gd name="T3" fmla="*/ 42 h 52"/>
                  <a:gd name="T4" fmla="*/ 26 w 36"/>
                  <a:gd name="T5" fmla="*/ 21 h 52"/>
                  <a:gd name="T6" fmla="*/ 17 w 36"/>
                  <a:gd name="T7" fmla="*/ 11 h 52"/>
                  <a:gd name="T8" fmla="*/ 9 w 36"/>
                  <a:gd name="T9" fmla="*/ 5 h 52"/>
                  <a:gd name="T10" fmla="*/ 0 w 36"/>
                  <a:gd name="T11" fmla="*/ 0 h 52"/>
                  <a:gd name="T12" fmla="*/ 3 w 36"/>
                  <a:gd name="T13" fmla="*/ 0 h 52"/>
                  <a:gd name="T14" fmla="*/ 6 w 36"/>
                  <a:gd name="T15" fmla="*/ 2 h 52"/>
                  <a:gd name="T16" fmla="*/ 10 w 36"/>
                  <a:gd name="T17" fmla="*/ 3 h 52"/>
                  <a:gd name="T18" fmla="*/ 18 w 36"/>
                  <a:gd name="T19" fmla="*/ 10 h 52"/>
                  <a:gd name="T20" fmla="*/ 27 w 36"/>
                  <a:gd name="T21" fmla="*/ 20 h 52"/>
                  <a:gd name="T22" fmla="*/ 36 w 36"/>
                  <a:gd name="T23" fmla="*/ 42 h 52"/>
                  <a:gd name="T24" fmla="*/ 36 w 36"/>
                  <a:gd name="T25" fmla="*/ 49 h 52"/>
                  <a:gd name="T26" fmla="*/ 36 w 36"/>
                  <a:gd name="T2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52">
                    <a:moveTo>
                      <a:pt x="36" y="52"/>
                    </a:moveTo>
                    <a:cubicBezTo>
                      <a:pt x="35" y="52"/>
                      <a:pt x="35" y="48"/>
                      <a:pt x="34" y="42"/>
                    </a:cubicBezTo>
                    <a:cubicBezTo>
                      <a:pt x="33" y="37"/>
                      <a:pt x="31" y="29"/>
                      <a:pt x="26" y="21"/>
                    </a:cubicBezTo>
                    <a:cubicBezTo>
                      <a:pt x="23" y="17"/>
                      <a:pt x="20" y="14"/>
                      <a:pt x="17" y="11"/>
                    </a:cubicBezTo>
                    <a:cubicBezTo>
                      <a:pt x="14" y="8"/>
                      <a:pt x="12" y="6"/>
                      <a:pt x="9" y="5"/>
                    </a:cubicBezTo>
                    <a:cubicBezTo>
                      <a:pt x="4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1"/>
                      <a:pt x="5" y="1"/>
                      <a:pt x="6" y="2"/>
                    </a:cubicBezTo>
                    <a:cubicBezTo>
                      <a:pt x="7" y="2"/>
                      <a:pt x="8" y="3"/>
                      <a:pt x="10" y="3"/>
                    </a:cubicBezTo>
                    <a:cubicBezTo>
                      <a:pt x="12" y="5"/>
                      <a:pt x="15" y="7"/>
                      <a:pt x="18" y="10"/>
                    </a:cubicBezTo>
                    <a:cubicBezTo>
                      <a:pt x="21" y="13"/>
                      <a:pt x="25" y="16"/>
                      <a:pt x="27" y="20"/>
                    </a:cubicBezTo>
                    <a:cubicBezTo>
                      <a:pt x="32" y="28"/>
                      <a:pt x="35" y="36"/>
                      <a:pt x="36" y="42"/>
                    </a:cubicBezTo>
                    <a:cubicBezTo>
                      <a:pt x="36" y="45"/>
                      <a:pt x="36" y="48"/>
                      <a:pt x="36" y="49"/>
                    </a:cubicBezTo>
                    <a:cubicBezTo>
                      <a:pt x="36" y="51"/>
                      <a:pt x="36" y="52"/>
                      <a:pt x="36" y="5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387">
                <a:extLst>
                  <a:ext uri="{FF2B5EF4-FFF2-40B4-BE49-F238E27FC236}">
                    <a16:creationId xmlns:a16="http://schemas.microsoft.com/office/drawing/2014/main" id="{E6CB3623-6EBD-462C-883A-9E3CE929C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1" y="1166"/>
                <a:ext cx="407" cy="679"/>
              </a:xfrm>
              <a:custGeom>
                <a:avLst/>
                <a:gdLst>
                  <a:gd name="T0" fmla="*/ 150 w 175"/>
                  <a:gd name="T1" fmla="*/ 65 h 292"/>
                  <a:gd name="T2" fmla="*/ 63 w 175"/>
                  <a:gd name="T3" fmla="*/ 6 h 292"/>
                  <a:gd name="T4" fmla="*/ 59 w 175"/>
                  <a:gd name="T5" fmla="*/ 6 h 292"/>
                  <a:gd name="T6" fmla="*/ 10 w 175"/>
                  <a:gd name="T7" fmla="*/ 98 h 292"/>
                  <a:gd name="T8" fmla="*/ 40 w 175"/>
                  <a:gd name="T9" fmla="*/ 248 h 292"/>
                  <a:gd name="T10" fmla="*/ 46 w 175"/>
                  <a:gd name="T11" fmla="*/ 263 h 292"/>
                  <a:gd name="T12" fmla="*/ 142 w 175"/>
                  <a:gd name="T13" fmla="*/ 273 h 292"/>
                  <a:gd name="T14" fmla="*/ 143 w 175"/>
                  <a:gd name="T15" fmla="*/ 264 h 292"/>
                  <a:gd name="T16" fmla="*/ 134 w 175"/>
                  <a:gd name="T17" fmla="*/ 216 h 292"/>
                  <a:gd name="T18" fmla="*/ 169 w 175"/>
                  <a:gd name="T19" fmla="*/ 163 h 292"/>
                  <a:gd name="T20" fmla="*/ 150 w 175"/>
                  <a:gd name="T21" fmla="*/ 65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5" h="292">
                    <a:moveTo>
                      <a:pt x="150" y="65"/>
                    </a:moveTo>
                    <a:cubicBezTo>
                      <a:pt x="141" y="26"/>
                      <a:pt x="103" y="0"/>
                      <a:pt x="63" y="6"/>
                    </a:cubicBezTo>
                    <a:cubicBezTo>
                      <a:pt x="59" y="6"/>
                      <a:pt x="59" y="6"/>
                      <a:pt x="59" y="6"/>
                    </a:cubicBezTo>
                    <a:cubicBezTo>
                      <a:pt x="16" y="15"/>
                      <a:pt x="0" y="56"/>
                      <a:pt x="10" y="98"/>
                    </a:cubicBezTo>
                    <a:cubicBezTo>
                      <a:pt x="40" y="248"/>
                      <a:pt x="40" y="248"/>
                      <a:pt x="40" y="248"/>
                    </a:cubicBezTo>
                    <a:cubicBezTo>
                      <a:pt x="46" y="263"/>
                      <a:pt x="46" y="263"/>
                      <a:pt x="46" y="263"/>
                    </a:cubicBezTo>
                    <a:cubicBezTo>
                      <a:pt x="72" y="289"/>
                      <a:pt x="111" y="292"/>
                      <a:pt x="142" y="273"/>
                    </a:cubicBezTo>
                    <a:cubicBezTo>
                      <a:pt x="143" y="264"/>
                      <a:pt x="143" y="264"/>
                      <a:pt x="143" y="264"/>
                    </a:cubicBezTo>
                    <a:cubicBezTo>
                      <a:pt x="134" y="216"/>
                      <a:pt x="134" y="216"/>
                      <a:pt x="134" y="216"/>
                    </a:cubicBezTo>
                    <a:cubicBezTo>
                      <a:pt x="134" y="216"/>
                      <a:pt x="175" y="204"/>
                      <a:pt x="169" y="163"/>
                    </a:cubicBezTo>
                    <a:cubicBezTo>
                      <a:pt x="167" y="143"/>
                      <a:pt x="158" y="102"/>
                      <a:pt x="150" y="65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388">
                <a:extLst>
                  <a:ext uri="{FF2B5EF4-FFF2-40B4-BE49-F238E27FC236}">
                    <a16:creationId xmlns:a16="http://schemas.microsoft.com/office/drawing/2014/main" id="{71426DCD-3C22-48B5-91BD-E3E0A18C8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2" y="1650"/>
                <a:ext cx="135" cy="65"/>
              </a:xfrm>
              <a:custGeom>
                <a:avLst/>
                <a:gdLst>
                  <a:gd name="T0" fmla="*/ 57 w 58"/>
                  <a:gd name="T1" fmla="*/ 8 h 28"/>
                  <a:gd name="T2" fmla="*/ 0 w 58"/>
                  <a:gd name="T3" fmla="*/ 0 h 28"/>
                  <a:gd name="T4" fmla="*/ 58 w 58"/>
                  <a:gd name="T5" fmla="*/ 18 h 28"/>
                  <a:gd name="T6" fmla="*/ 57 w 58"/>
                  <a:gd name="T7" fmla="*/ 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28">
                    <a:moveTo>
                      <a:pt x="57" y="8"/>
                    </a:moveTo>
                    <a:cubicBezTo>
                      <a:pt x="57" y="8"/>
                      <a:pt x="31" y="14"/>
                      <a:pt x="0" y="0"/>
                    </a:cubicBezTo>
                    <a:cubicBezTo>
                      <a:pt x="0" y="0"/>
                      <a:pt x="17" y="28"/>
                      <a:pt x="58" y="18"/>
                    </a:cubicBezTo>
                    <a:lnTo>
                      <a:pt x="57" y="8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389">
                <a:extLst>
                  <a:ext uri="{FF2B5EF4-FFF2-40B4-BE49-F238E27FC236}">
                    <a16:creationId xmlns:a16="http://schemas.microsoft.com/office/drawing/2014/main" id="{97E2B84F-CEAB-492E-B587-69BC43A63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6" y="1380"/>
                <a:ext cx="28" cy="28"/>
              </a:xfrm>
              <a:custGeom>
                <a:avLst/>
                <a:gdLst>
                  <a:gd name="T0" fmla="*/ 12 w 12"/>
                  <a:gd name="T1" fmla="*/ 5 h 12"/>
                  <a:gd name="T2" fmla="*/ 7 w 12"/>
                  <a:gd name="T3" fmla="*/ 12 h 12"/>
                  <a:gd name="T4" fmla="*/ 0 w 12"/>
                  <a:gd name="T5" fmla="*/ 7 h 12"/>
                  <a:gd name="T6" fmla="*/ 5 w 12"/>
                  <a:gd name="T7" fmla="*/ 0 h 12"/>
                  <a:gd name="T8" fmla="*/ 12 w 12"/>
                  <a:gd name="T9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5"/>
                    </a:moveTo>
                    <a:cubicBezTo>
                      <a:pt x="12" y="8"/>
                      <a:pt x="10" y="11"/>
                      <a:pt x="7" y="12"/>
                    </a:cubicBezTo>
                    <a:cubicBezTo>
                      <a:pt x="4" y="12"/>
                      <a:pt x="1" y="10"/>
                      <a:pt x="0" y="7"/>
                    </a:cubicBezTo>
                    <a:cubicBezTo>
                      <a:pt x="0" y="4"/>
                      <a:pt x="2" y="1"/>
                      <a:pt x="5" y="0"/>
                    </a:cubicBezTo>
                    <a:cubicBezTo>
                      <a:pt x="8" y="0"/>
                      <a:pt x="11" y="2"/>
                      <a:pt x="12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390">
                <a:extLst>
                  <a:ext uri="{FF2B5EF4-FFF2-40B4-BE49-F238E27FC236}">
                    <a16:creationId xmlns:a16="http://schemas.microsoft.com/office/drawing/2014/main" id="{D27A6874-61B3-498E-8905-A91E7A591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2" y="1398"/>
                <a:ext cx="27" cy="28"/>
              </a:xfrm>
              <a:custGeom>
                <a:avLst/>
                <a:gdLst>
                  <a:gd name="T0" fmla="*/ 12 w 12"/>
                  <a:gd name="T1" fmla="*/ 5 h 12"/>
                  <a:gd name="T2" fmla="*/ 7 w 12"/>
                  <a:gd name="T3" fmla="*/ 11 h 12"/>
                  <a:gd name="T4" fmla="*/ 0 w 12"/>
                  <a:gd name="T5" fmla="*/ 7 h 12"/>
                  <a:gd name="T6" fmla="*/ 5 w 12"/>
                  <a:gd name="T7" fmla="*/ 0 h 12"/>
                  <a:gd name="T8" fmla="*/ 12 w 12"/>
                  <a:gd name="T9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5"/>
                    </a:moveTo>
                    <a:cubicBezTo>
                      <a:pt x="12" y="8"/>
                      <a:pt x="10" y="11"/>
                      <a:pt x="7" y="11"/>
                    </a:cubicBezTo>
                    <a:cubicBezTo>
                      <a:pt x="4" y="12"/>
                      <a:pt x="1" y="10"/>
                      <a:pt x="0" y="7"/>
                    </a:cubicBezTo>
                    <a:cubicBezTo>
                      <a:pt x="0" y="4"/>
                      <a:pt x="2" y="1"/>
                      <a:pt x="5" y="0"/>
                    </a:cubicBezTo>
                    <a:cubicBezTo>
                      <a:pt x="8" y="0"/>
                      <a:pt x="11" y="2"/>
                      <a:pt x="12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391">
                <a:extLst>
                  <a:ext uri="{FF2B5EF4-FFF2-40B4-BE49-F238E27FC236}">
                    <a16:creationId xmlns:a16="http://schemas.microsoft.com/office/drawing/2014/main" id="{783918BA-9A9B-4A95-8A32-479886F28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" y="1373"/>
                <a:ext cx="56" cy="23"/>
              </a:xfrm>
              <a:custGeom>
                <a:avLst/>
                <a:gdLst>
                  <a:gd name="T0" fmla="*/ 24 w 24"/>
                  <a:gd name="T1" fmla="*/ 5 h 10"/>
                  <a:gd name="T2" fmla="*/ 12 w 24"/>
                  <a:gd name="T3" fmla="*/ 5 h 10"/>
                  <a:gd name="T4" fmla="*/ 0 w 24"/>
                  <a:gd name="T5" fmla="*/ 9 h 10"/>
                  <a:gd name="T6" fmla="*/ 2 w 24"/>
                  <a:gd name="T7" fmla="*/ 5 h 10"/>
                  <a:gd name="T8" fmla="*/ 11 w 24"/>
                  <a:gd name="T9" fmla="*/ 1 h 10"/>
                  <a:gd name="T10" fmla="*/ 21 w 24"/>
                  <a:gd name="T11" fmla="*/ 3 h 10"/>
                  <a:gd name="T12" fmla="*/ 24 w 24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0">
                    <a:moveTo>
                      <a:pt x="24" y="5"/>
                    </a:moveTo>
                    <a:cubicBezTo>
                      <a:pt x="23" y="6"/>
                      <a:pt x="18" y="4"/>
                      <a:pt x="12" y="5"/>
                    </a:cubicBezTo>
                    <a:cubicBezTo>
                      <a:pt x="5" y="6"/>
                      <a:pt x="1" y="10"/>
                      <a:pt x="0" y="9"/>
                    </a:cubicBezTo>
                    <a:cubicBezTo>
                      <a:pt x="0" y="9"/>
                      <a:pt x="0" y="7"/>
                      <a:pt x="2" y="5"/>
                    </a:cubicBezTo>
                    <a:cubicBezTo>
                      <a:pt x="4" y="4"/>
                      <a:pt x="7" y="2"/>
                      <a:pt x="11" y="1"/>
                    </a:cubicBezTo>
                    <a:cubicBezTo>
                      <a:pt x="15" y="0"/>
                      <a:pt x="19" y="1"/>
                      <a:pt x="21" y="3"/>
                    </a:cubicBezTo>
                    <a:cubicBezTo>
                      <a:pt x="23" y="4"/>
                      <a:pt x="24" y="5"/>
                      <a:pt x="24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392">
                <a:extLst>
                  <a:ext uri="{FF2B5EF4-FFF2-40B4-BE49-F238E27FC236}">
                    <a16:creationId xmlns:a16="http://schemas.microsoft.com/office/drawing/2014/main" id="{9D115035-E12B-4FA8-8B06-04EA614CB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1" y="1354"/>
                <a:ext cx="56" cy="24"/>
              </a:xfrm>
              <a:custGeom>
                <a:avLst/>
                <a:gdLst>
                  <a:gd name="T0" fmla="*/ 24 w 24"/>
                  <a:gd name="T1" fmla="*/ 5 h 10"/>
                  <a:gd name="T2" fmla="*/ 12 w 24"/>
                  <a:gd name="T3" fmla="*/ 5 h 10"/>
                  <a:gd name="T4" fmla="*/ 0 w 24"/>
                  <a:gd name="T5" fmla="*/ 9 h 10"/>
                  <a:gd name="T6" fmla="*/ 2 w 24"/>
                  <a:gd name="T7" fmla="*/ 5 h 10"/>
                  <a:gd name="T8" fmla="*/ 11 w 24"/>
                  <a:gd name="T9" fmla="*/ 1 h 10"/>
                  <a:gd name="T10" fmla="*/ 21 w 24"/>
                  <a:gd name="T11" fmla="*/ 3 h 10"/>
                  <a:gd name="T12" fmla="*/ 24 w 24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0">
                    <a:moveTo>
                      <a:pt x="24" y="5"/>
                    </a:moveTo>
                    <a:cubicBezTo>
                      <a:pt x="23" y="6"/>
                      <a:pt x="18" y="4"/>
                      <a:pt x="12" y="5"/>
                    </a:cubicBezTo>
                    <a:cubicBezTo>
                      <a:pt x="5" y="6"/>
                      <a:pt x="1" y="10"/>
                      <a:pt x="0" y="9"/>
                    </a:cubicBezTo>
                    <a:cubicBezTo>
                      <a:pt x="0" y="9"/>
                      <a:pt x="0" y="7"/>
                      <a:pt x="2" y="5"/>
                    </a:cubicBezTo>
                    <a:cubicBezTo>
                      <a:pt x="4" y="4"/>
                      <a:pt x="7" y="2"/>
                      <a:pt x="11" y="1"/>
                    </a:cubicBezTo>
                    <a:cubicBezTo>
                      <a:pt x="15" y="0"/>
                      <a:pt x="19" y="1"/>
                      <a:pt x="21" y="3"/>
                    </a:cubicBezTo>
                    <a:cubicBezTo>
                      <a:pt x="23" y="4"/>
                      <a:pt x="24" y="5"/>
                      <a:pt x="24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393">
                <a:extLst>
                  <a:ext uri="{FF2B5EF4-FFF2-40B4-BE49-F238E27FC236}">
                    <a16:creationId xmlns:a16="http://schemas.microsoft.com/office/drawing/2014/main" id="{1D211722-93AE-4D09-9933-8B692FCFB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9" y="1371"/>
                <a:ext cx="63" cy="123"/>
              </a:xfrm>
              <a:custGeom>
                <a:avLst/>
                <a:gdLst>
                  <a:gd name="T0" fmla="*/ 11 w 27"/>
                  <a:gd name="T1" fmla="*/ 53 h 53"/>
                  <a:gd name="T2" fmla="*/ 21 w 27"/>
                  <a:gd name="T3" fmla="*/ 50 h 53"/>
                  <a:gd name="T4" fmla="*/ 24 w 27"/>
                  <a:gd name="T5" fmla="*/ 48 h 53"/>
                  <a:gd name="T6" fmla="*/ 22 w 27"/>
                  <a:gd name="T7" fmla="*/ 43 h 53"/>
                  <a:gd name="T8" fmla="*/ 16 w 27"/>
                  <a:gd name="T9" fmla="*/ 31 h 53"/>
                  <a:gd name="T10" fmla="*/ 1 w 27"/>
                  <a:gd name="T11" fmla="*/ 1 h 53"/>
                  <a:gd name="T12" fmla="*/ 18 w 27"/>
                  <a:gd name="T13" fmla="*/ 30 h 53"/>
                  <a:gd name="T14" fmla="*/ 25 w 27"/>
                  <a:gd name="T15" fmla="*/ 42 h 53"/>
                  <a:gd name="T16" fmla="*/ 26 w 27"/>
                  <a:gd name="T17" fmla="*/ 48 h 53"/>
                  <a:gd name="T18" fmla="*/ 24 w 27"/>
                  <a:gd name="T19" fmla="*/ 51 h 53"/>
                  <a:gd name="T20" fmla="*/ 21 w 27"/>
                  <a:gd name="T21" fmla="*/ 51 h 53"/>
                  <a:gd name="T22" fmla="*/ 11 w 27"/>
                  <a:gd name="T2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53">
                    <a:moveTo>
                      <a:pt x="11" y="53"/>
                    </a:moveTo>
                    <a:cubicBezTo>
                      <a:pt x="11" y="53"/>
                      <a:pt x="15" y="51"/>
                      <a:pt x="21" y="50"/>
                    </a:cubicBezTo>
                    <a:cubicBezTo>
                      <a:pt x="23" y="49"/>
                      <a:pt x="24" y="49"/>
                      <a:pt x="24" y="48"/>
                    </a:cubicBezTo>
                    <a:cubicBezTo>
                      <a:pt x="24" y="46"/>
                      <a:pt x="24" y="45"/>
                      <a:pt x="22" y="43"/>
                    </a:cubicBezTo>
                    <a:cubicBezTo>
                      <a:pt x="20" y="39"/>
                      <a:pt x="18" y="35"/>
                      <a:pt x="16" y="31"/>
                    </a:cubicBezTo>
                    <a:cubicBezTo>
                      <a:pt x="7" y="15"/>
                      <a:pt x="0" y="1"/>
                      <a:pt x="1" y="1"/>
                    </a:cubicBezTo>
                    <a:cubicBezTo>
                      <a:pt x="1" y="0"/>
                      <a:pt x="9" y="13"/>
                      <a:pt x="18" y="30"/>
                    </a:cubicBezTo>
                    <a:cubicBezTo>
                      <a:pt x="21" y="34"/>
                      <a:pt x="23" y="38"/>
                      <a:pt x="25" y="42"/>
                    </a:cubicBezTo>
                    <a:cubicBezTo>
                      <a:pt x="26" y="43"/>
                      <a:pt x="27" y="45"/>
                      <a:pt x="26" y="48"/>
                    </a:cubicBezTo>
                    <a:cubicBezTo>
                      <a:pt x="26" y="49"/>
                      <a:pt x="25" y="50"/>
                      <a:pt x="24" y="51"/>
                    </a:cubicBezTo>
                    <a:cubicBezTo>
                      <a:pt x="23" y="51"/>
                      <a:pt x="22" y="51"/>
                      <a:pt x="21" y="51"/>
                    </a:cubicBezTo>
                    <a:cubicBezTo>
                      <a:pt x="15" y="53"/>
                      <a:pt x="11" y="53"/>
                      <a:pt x="11" y="5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394">
                <a:extLst>
                  <a:ext uri="{FF2B5EF4-FFF2-40B4-BE49-F238E27FC236}">
                    <a16:creationId xmlns:a16="http://schemas.microsoft.com/office/drawing/2014/main" id="{E979F235-FCFF-4C5D-B6EA-9D38A4912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1319"/>
                <a:ext cx="70" cy="26"/>
              </a:xfrm>
              <a:custGeom>
                <a:avLst/>
                <a:gdLst>
                  <a:gd name="T0" fmla="*/ 29 w 30"/>
                  <a:gd name="T1" fmla="*/ 4 h 11"/>
                  <a:gd name="T2" fmla="*/ 15 w 30"/>
                  <a:gd name="T3" fmla="*/ 7 h 11"/>
                  <a:gd name="T4" fmla="*/ 1 w 30"/>
                  <a:gd name="T5" fmla="*/ 9 h 11"/>
                  <a:gd name="T6" fmla="*/ 3 w 30"/>
                  <a:gd name="T7" fmla="*/ 5 h 11"/>
                  <a:gd name="T8" fmla="*/ 14 w 30"/>
                  <a:gd name="T9" fmla="*/ 0 h 11"/>
                  <a:gd name="T10" fmla="*/ 25 w 30"/>
                  <a:gd name="T11" fmla="*/ 1 h 11"/>
                  <a:gd name="T12" fmla="*/ 29 w 30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9" y="4"/>
                    </a:moveTo>
                    <a:cubicBezTo>
                      <a:pt x="29" y="6"/>
                      <a:pt x="23" y="5"/>
                      <a:pt x="15" y="7"/>
                    </a:cubicBezTo>
                    <a:cubicBezTo>
                      <a:pt x="8" y="8"/>
                      <a:pt x="2" y="11"/>
                      <a:pt x="1" y="9"/>
                    </a:cubicBezTo>
                    <a:cubicBezTo>
                      <a:pt x="0" y="8"/>
                      <a:pt x="1" y="7"/>
                      <a:pt x="3" y="5"/>
                    </a:cubicBezTo>
                    <a:cubicBezTo>
                      <a:pt x="6" y="3"/>
                      <a:pt x="9" y="1"/>
                      <a:pt x="14" y="0"/>
                    </a:cubicBezTo>
                    <a:cubicBezTo>
                      <a:pt x="18" y="0"/>
                      <a:pt x="23" y="0"/>
                      <a:pt x="25" y="1"/>
                    </a:cubicBezTo>
                    <a:cubicBezTo>
                      <a:pt x="28" y="2"/>
                      <a:pt x="30" y="3"/>
                      <a:pt x="29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395">
                <a:extLst>
                  <a:ext uri="{FF2B5EF4-FFF2-40B4-BE49-F238E27FC236}">
                    <a16:creationId xmlns:a16="http://schemas.microsoft.com/office/drawing/2014/main" id="{FFB17B27-B498-4BA6-AC2C-87B726E69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9" y="1303"/>
                <a:ext cx="65" cy="21"/>
              </a:xfrm>
              <a:custGeom>
                <a:avLst/>
                <a:gdLst>
                  <a:gd name="T0" fmla="*/ 28 w 28"/>
                  <a:gd name="T1" fmla="*/ 5 h 9"/>
                  <a:gd name="T2" fmla="*/ 14 w 28"/>
                  <a:gd name="T3" fmla="*/ 7 h 9"/>
                  <a:gd name="T4" fmla="*/ 1 w 28"/>
                  <a:gd name="T5" fmla="*/ 8 h 9"/>
                  <a:gd name="T6" fmla="*/ 3 w 28"/>
                  <a:gd name="T7" fmla="*/ 4 h 9"/>
                  <a:gd name="T8" fmla="*/ 14 w 28"/>
                  <a:gd name="T9" fmla="*/ 0 h 9"/>
                  <a:gd name="T10" fmla="*/ 25 w 28"/>
                  <a:gd name="T11" fmla="*/ 2 h 9"/>
                  <a:gd name="T12" fmla="*/ 28 w 28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9">
                    <a:moveTo>
                      <a:pt x="28" y="5"/>
                    </a:moveTo>
                    <a:cubicBezTo>
                      <a:pt x="26" y="7"/>
                      <a:pt x="21" y="6"/>
                      <a:pt x="14" y="7"/>
                    </a:cubicBezTo>
                    <a:cubicBezTo>
                      <a:pt x="8" y="7"/>
                      <a:pt x="2" y="9"/>
                      <a:pt x="1" y="8"/>
                    </a:cubicBezTo>
                    <a:cubicBezTo>
                      <a:pt x="0" y="7"/>
                      <a:pt x="1" y="5"/>
                      <a:pt x="3" y="4"/>
                    </a:cubicBezTo>
                    <a:cubicBezTo>
                      <a:pt x="5" y="2"/>
                      <a:pt x="9" y="1"/>
                      <a:pt x="14" y="0"/>
                    </a:cubicBezTo>
                    <a:cubicBezTo>
                      <a:pt x="18" y="0"/>
                      <a:pt x="22" y="0"/>
                      <a:pt x="25" y="2"/>
                    </a:cubicBezTo>
                    <a:cubicBezTo>
                      <a:pt x="27" y="3"/>
                      <a:pt x="28" y="4"/>
                      <a:pt x="28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396">
                <a:extLst>
                  <a:ext uri="{FF2B5EF4-FFF2-40B4-BE49-F238E27FC236}">
                    <a16:creationId xmlns:a16="http://schemas.microsoft.com/office/drawing/2014/main" id="{3901F8FC-60F6-4A31-8A21-4C4809270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1112"/>
                <a:ext cx="393" cy="179"/>
              </a:xfrm>
              <a:custGeom>
                <a:avLst/>
                <a:gdLst>
                  <a:gd name="T0" fmla="*/ 167 w 169"/>
                  <a:gd name="T1" fmla="*/ 50 h 77"/>
                  <a:gd name="T2" fmla="*/ 158 w 169"/>
                  <a:gd name="T3" fmla="*/ 45 h 77"/>
                  <a:gd name="T4" fmla="*/ 164 w 169"/>
                  <a:gd name="T5" fmla="*/ 41 h 77"/>
                  <a:gd name="T6" fmla="*/ 165 w 169"/>
                  <a:gd name="T7" fmla="*/ 35 h 77"/>
                  <a:gd name="T8" fmla="*/ 156 w 169"/>
                  <a:gd name="T9" fmla="*/ 32 h 77"/>
                  <a:gd name="T10" fmla="*/ 144 w 169"/>
                  <a:gd name="T11" fmla="*/ 26 h 77"/>
                  <a:gd name="T12" fmla="*/ 133 w 169"/>
                  <a:gd name="T13" fmla="*/ 10 h 77"/>
                  <a:gd name="T14" fmla="*/ 112 w 169"/>
                  <a:gd name="T15" fmla="*/ 0 h 77"/>
                  <a:gd name="T16" fmla="*/ 90 w 169"/>
                  <a:gd name="T17" fmla="*/ 10 h 77"/>
                  <a:gd name="T18" fmla="*/ 65 w 169"/>
                  <a:gd name="T19" fmla="*/ 5 h 77"/>
                  <a:gd name="T20" fmla="*/ 45 w 169"/>
                  <a:gd name="T21" fmla="*/ 23 h 77"/>
                  <a:gd name="T22" fmla="*/ 12 w 169"/>
                  <a:gd name="T23" fmla="*/ 31 h 77"/>
                  <a:gd name="T24" fmla="*/ 4 w 169"/>
                  <a:gd name="T25" fmla="*/ 65 h 77"/>
                  <a:gd name="T26" fmla="*/ 31 w 169"/>
                  <a:gd name="T27" fmla="*/ 77 h 77"/>
                  <a:gd name="T28" fmla="*/ 47 w 169"/>
                  <a:gd name="T29" fmla="*/ 63 h 77"/>
                  <a:gd name="T30" fmla="*/ 69 w 169"/>
                  <a:gd name="T31" fmla="*/ 73 h 77"/>
                  <a:gd name="T32" fmla="*/ 86 w 169"/>
                  <a:gd name="T33" fmla="*/ 65 h 77"/>
                  <a:gd name="T34" fmla="*/ 109 w 169"/>
                  <a:gd name="T35" fmla="*/ 67 h 77"/>
                  <a:gd name="T36" fmla="*/ 130 w 169"/>
                  <a:gd name="T37" fmla="*/ 75 h 77"/>
                  <a:gd name="T38" fmla="*/ 156 w 169"/>
                  <a:gd name="T39" fmla="*/ 68 h 77"/>
                  <a:gd name="T40" fmla="*/ 165 w 169"/>
                  <a:gd name="T41" fmla="*/ 61 h 77"/>
                  <a:gd name="T42" fmla="*/ 167 w 169"/>
                  <a:gd name="T43" fmla="*/ 5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9" h="77">
                    <a:moveTo>
                      <a:pt x="167" y="50"/>
                    </a:moveTo>
                    <a:cubicBezTo>
                      <a:pt x="166" y="47"/>
                      <a:pt x="162" y="44"/>
                      <a:pt x="158" y="45"/>
                    </a:cubicBezTo>
                    <a:cubicBezTo>
                      <a:pt x="160" y="44"/>
                      <a:pt x="162" y="43"/>
                      <a:pt x="164" y="41"/>
                    </a:cubicBezTo>
                    <a:cubicBezTo>
                      <a:pt x="165" y="40"/>
                      <a:pt x="166" y="37"/>
                      <a:pt x="165" y="35"/>
                    </a:cubicBezTo>
                    <a:cubicBezTo>
                      <a:pt x="163" y="32"/>
                      <a:pt x="159" y="32"/>
                      <a:pt x="156" y="32"/>
                    </a:cubicBezTo>
                    <a:cubicBezTo>
                      <a:pt x="152" y="31"/>
                      <a:pt x="147" y="29"/>
                      <a:pt x="144" y="26"/>
                    </a:cubicBezTo>
                    <a:cubicBezTo>
                      <a:pt x="140" y="21"/>
                      <a:pt x="138" y="15"/>
                      <a:pt x="133" y="10"/>
                    </a:cubicBezTo>
                    <a:cubicBezTo>
                      <a:pt x="128" y="4"/>
                      <a:pt x="120" y="0"/>
                      <a:pt x="112" y="0"/>
                    </a:cubicBezTo>
                    <a:cubicBezTo>
                      <a:pt x="104" y="0"/>
                      <a:pt x="95" y="4"/>
                      <a:pt x="90" y="10"/>
                    </a:cubicBezTo>
                    <a:cubicBezTo>
                      <a:pt x="83" y="5"/>
                      <a:pt x="73" y="2"/>
                      <a:pt x="65" y="5"/>
                    </a:cubicBezTo>
                    <a:cubicBezTo>
                      <a:pt x="56" y="7"/>
                      <a:pt x="48" y="14"/>
                      <a:pt x="45" y="23"/>
                    </a:cubicBezTo>
                    <a:cubicBezTo>
                      <a:pt x="34" y="19"/>
                      <a:pt x="20" y="23"/>
                      <a:pt x="12" y="31"/>
                    </a:cubicBezTo>
                    <a:cubicBezTo>
                      <a:pt x="4" y="40"/>
                      <a:pt x="0" y="53"/>
                      <a:pt x="4" y="6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69"/>
                      <a:pt x="39" y="62"/>
                      <a:pt x="47" y="63"/>
                    </a:cubicBezTo>
                    <a:cubicBezTo>
                      <a:pt x="55" y="65"/>
                      <a:pt x="61" y="73"/>
                      <a:pt x="69" y="73"/>
                    </a:cubicBezTo>
                    <a:cubicBezTo>
                      <a:pt x="75" y="72"/>
                      <a:pt x="80" y="67"/>
                      <a:pt x="86" y="65"/>
                    </a:cubicBezTo>
                    <a:cubicBezTo>
                      <a:pt x="93" y="62"/>
                      <a:pt x="101" y="64"/>
                      <a:pt x="109" y="67"/>
                    </a:cubicBezTo>
                    <a:cubicBezTo>
                      <a:pt x="116" y="70"/>
                      <a:pt x="123" y="74"/>
                      <a:pt x="130" y="75"/>
                    </a:cubicBezTo>
                    <a:cubicBezTo>
                      <a:pt x="139" y="76"/>
                      <a:pt x="148" y="73"/>
                      <a:pt x="156" y="68"/>
                    </a:cubicBezTo>
                    <a:cubicBezTo>
                      <a:pt x="159" y="67"/>
                      <a:pt x="163" y="64"/>
                      <a:pt x="165" y="61"/>
                    </a:cubicBezTo>
                    <a:cubicBezTo>
                      <a:pt x="167" y="58"/>
                      <a:pt x="169" y="54"/>
                      <a:pt x="167" y="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397">
                <a:extLst>
                  <a:ext uri="{FF2B5EF4-FFF2-40B4-BE49-F238E27FC236}">
                    <a16:creationId xmlns:a16="http://schemas.microsoft.com/office/drawing/2014/main" id="{5D9D7738-DF25-4B8C-A527-6FD833787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1157"/>
                <a:ext cx="353" cy="341"/>
              </a:xfrm>
              <a:custGeom>
                <a:avLst/>
                <a:gdLst>
                  <a:gd name="T0" fmla="*/ 34 w 152"/>
                  <a:gd name="T1" fmla="*/ 46 h 147"/>
                  <a:gd name="T2" fmla="*/ 152 w 152"/>
                  <a:gd name="T3" fmla="*/ 31 h 147"/>
                  <a:gd name="T4" fmla="*/ 132 w 152"/>
                  <a:gd name="T5" fmla="*/ 14 h 147"/>
                  <a:gd name="T6" fmla="*/ 76 w 152"/>
                  <a:gd name="T7" fmla="*/ 2 h 147"/>
                  <a:gd name="T8" fmla="*/ 9 w 152"/>
                  <a:gd name="T9" fmla="*/ 49 h 147"/>
                  <a:gd name="T10" fmla="*/ 1 w 152"/>
                  <a:gd name="T11" fmla="*/ 70 h 147"/>
                  <a:gd name="T12" fmla="*/ 18 w 152"/>
                  <a:gd name="T13" fmla="*/ 116 h 147"/>
                  <a:gd name="T14" fmla="*/ 28 w 152"/>
                  <a:gd name="T15" fmla="*/ 147 h 147"/>
                  <a:gd name="T16" fmla="*/ 28 w 152"/>
                  <a:gd name="T17" fmla="*/ 147 h 147"/>
                  <a:gd name="T18" fmla="*/ 34 w 152"/>
                  <a:gd name="T19" fmla="*/ 134 h 147"/>
                  <a:gd name="T20" fmla="*/ 29 w 152"/>
                  <a:gd name="T21" fmla="*/ 109 h 147"/>
                  <a:gd name="T22" fmla="*/ 34 w 152"/>
                  <a:gd name="T23" fmla="*/ 63 h 147"/>
                  <a:gd name="T24" fmla="*/ 34 w 152"/>
                  <a:gd name="T25" fmla="*/ 4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2" h="147">
                    <a:moveTo>
                      <a:pt x="34" y="46"/>
                    </a:moveTo>
                    <a:cubicBezTo>
                      <a:pt x="152" y="31"/>
                      <a:pt x="152" y="31"/>
                      <a:pt x="152" y="31"/>
                    </a:cubicBezTo>
                    <a:cubicBezTo>
                      <a:pt x="147" y="24"/>
                      <a:pt x="140" y="18"/>
                      <a:pt x="132" y="14"/>
                    </a:cubicBezTo>
                    <a:cubicBezTo>
                      <a:pt x="115" y="4"/>
                      <a:pt x="95" y="0"/>
                      <a:pt x="76" y="2"/>
                    </a:cubicBezTo>
                    <a:cubicBezTo>
                      <a:pt x="57" y="5"/>
                      <a:pt x="21" y="34"/>
                      <a:pt x="9" y="49"/>
                    </a:cubicBezTo>
                    <a:cubicBezTo>
                      <a:pt x="0" y="61"/>
                      <a:pt x="1" y="70"/>
                      <a:pt x="1" y="70"/>
                    </a:cubicBezTo>
                    <a:cubicBezTo>
                      <a:pt x="2" y="86"/>
                      <a:pt x="13" y="102"/>
                      <a:pt x="18" y="116"/>
                    </a:cubicBezTo>
                    <a:cubicBezTo>
                      <a:pt x="21" y="124"/>
                      <a:pt x="28" y="147"/>
                      <a:pt x="28" y="147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34" y="146"/>
                      <a:pt x="36" y="140"/>
                      <a:pt x="34" y="134"/>
                    </a:cubicBezTo>
                    <a:cubicBezTo>
                      <a:pt x="29" y="109"/>
                      <a:pt x="29" y="109"/>
                      <a:pt x="29" y="109"/>
                    </a:cubicBezTo>
                    <a:cubicBezTo>
                      <a:pt x="29" y="109"/>
                      <a:pt x="49" y="90"/>
                      <a:pt x="34" y="63"/>
                    </a:cubicBezTo>
                    <a:cubicBezTo>
                      <a:pt x="32" y="61"/>
                      <a:pt x="27" y="51"/>
                      <a:pt x="34" y="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398">
                <a:extLst>
                  <a:ext uri="{FF2B5EF4-FFF2-40B4-BE49-F238E27FC236}">
                    <a16:creationId xmlns:a16="http://schemas.microsoft.com/office/drawing/2014/main" id="{0E10A095-0CF4-4FFD-8791-926DCFC37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4" y="1259"/>
                <a:ext cx="118" cy="237"/>
              </a:xfrm>
              <a:custGeom>
                <a:avLst/>
                <a:gdLst>
                  <a:gd name="T0" fmla="*/ 46 w 51"/>
                  <a:gd name="T1" fmla="*/ 64 h 102"/>
                  <a:gd name="T2" fmla="*/ 34 w 51"/>
                  <a:gd name="T3" fmla="*/ 0 h 102"/>
                  <a:gd name="T4" fmla="*/ 30 w 51"/>
                  <a:gd name="T5" fmla="*/ 0 h 102"/>
                  <a:gd name="T6" fmla="*/ 29 w 51"/>
                  <a:gd name="T7" fmla="*/ 2 h 102"/>
                  <a:gd name="T8" fmla="*/ 11 w 51"/>
                  <a:gd name="T9" fmla="*/ 10 h 102"/>
                  <a:gd name="T10" fmla="*/ 13 w 51"/>
                  <a:gd name="T11" fmla="*/ 29 h 102"/>
                  <a:gd name="T12" fmla="*/ 0 w 51"/>
                  <a:gd name="T13" fmla="*/ 43 h 102"/>
                  <a:gd name="T14" fmla="*/ 6 w 51"/>
                  <a:gd name="T15" fmla="*/ 57 h 102"/>
                  <a:gd name="T16" fmla="*/ 12 w 51"/>
                  <a:gd name="T17" fmla="*/ 70 h 102"/>
                  <a:gd name="T18" fmla="*/ 5 w 51"/>
                  <a:gd name="T19" fmla="*/ 81 h 102"/>
                  <a:gd name="T20" fmla="*/ 19 w 51"/>
                  <a:gd name="T21" fmla="*/ 86 h 102"/>
                  <a:gd name="T22" fmla="*/ 12 w 51"/>
                  <a:gd name="T23" fmla="*/ 98 h 102"/>
                  <a:gd name="T24" fmla="*/ 39 w 51"/>
                  <a:gd name="T25" fmla="*/ 94 h 102"/>
                  <a:gd name="T26" fmla="*/ 50 w 51"/>
                  <a:gd name="T27" fmla="*/ 81 h 102"/>
                  <a:gd name="T28" fmla="*/ 46 w 51"/>
                  <a:gd name="T2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102">
                    <a:moveTo>
                      <a:pt x="46" y="64"/>
                    </a:moveTo>
                    <a:cubicBezTo>
                      <a:pt x="38" y="43"/>
                      <a:pt x="30" y="22"/>
                      <a:pt x="34" y="0"/>
                    </a:cubicBezTo>
                    <a:cubicBezTo>
                      <a:pt x="32" y="0"/>
                      <a:pt x="31" y="0"/>
                      <a:pt x="30" y="0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2" y="0"/>
                      <a:pt x="14" y="4"/>
                      <a:pt x="11" y="10"/>
                    </a:cubicBezTo>
                    <a:cubicBezTo>
                      <a:pt x="7" y="16"/>
                      <a:pt x="8" y="24"/>
                      <a:pt x="13" y="29"/>
                    </a:cubicBezTo>
                    <a:cubicBezTo>
                      <a:pt x="6" y="30"/>
                      <a:pt x="0" y="36"/>
                      <a:pt x="0" y="43"/>
                    </a:cubicBezTo>
                    <a:cubicBezTo>
                      <a:pt x="0" y="48"/>
                      <a:pt x="3" y="53"/>
                      <a:pt x="6" y="57"/>
                    </a:cubicBezTo>
                    <a:cubicBezTo>
                      <a:pt x="8" y="61"/>
                      <a:pt x="11" y="65"/>
                      <a:pt x="12" y="70"/>
                    </a:cubicBezTo>
                    <a:cubicBezTo>
                      <a:pt x="12" y="75"/>
                      <a:pt x="10" y="80"/>
                      <a:pt x="5" y="81"/>
                    </a:cubicBezTo>
                    <a:cubicBezTo>
                      <a:pt x="8" y="86"/>
                      <a:pt x="14" y="88"/>
                      <a:pt x="19" y="86"/>
                    </a:cubicBezTo>
                    <a:cubicBezTo>
                      <a:pt x="18" y="91"/>
                      <a:pt x="16" y="95"/>
                      <a:pt x="12" y="98"/>
                    </a:cubicBezTo>
                    <a:cubicBezTo>
                      <a:pt x="21" y="102"/>
                      <a:pt x="31" y="99"/>
                      <a:pt x="39" y="94"/>
                    </a:cubicBezTo>
                    <a:cubicBezTo>
                      <a:pt x="44" y="91"/>
                      <a:pt x="48" y="87"/>
                      <a:pt x="50" y="81"/>
                    </a:cubicBezTo>
                    <a:cubicBezTo>
                      <a:pt x="51" y="75"/>
                      <a:pt x="49" y="69"/>
                      <a:pt x="46" y="6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399">
                <a:extLst>
                  <a:ext uri="{FF2B5EF4-FFF2-40B4-BE49-F238E27FC236}">
                    <a16:creationId xmlns:a16="http://schemas.microsoft.com/office/drawing/2014/main" id="{4C6D02A6-E6D7-4867-8ECF-B914B154C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5" y="1454"/>
                <a:ext cx="86" cy="131"/>
              </a:xfrm>
              <a:custGeom>
                <a:avLst/>
                <a:gdLst>
                  <a:gd name="T0" fmla="*/ 29 w 37"/>
                  <a:gd name="T1" fmla="*/ 4 h 56"/>
                  <a:gd name="T2" fmla="*/ 5 w 37"/>
                  <a:gd name="T3" fmla="*/ 28 h 56"/>
                  <a:gd name="T4" fmla="*/ 37 w 37"/>
                  <a:gd name="T5" fmla="*/ 44 h 56"/>
                  <a:gd name="T6" fmla="*/ 29 w 37"/>
                  <a:gd name="T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56">
                    <a:moveTo>
                      <a:pt x="29" y="4"/>
                    </a:moveTo>
                    <a:cubicBezTo>
                      <a:pt x="28" y="4"/>
                      <a:pt x="0" y="0"/>
                      <a:pt x="5" y="28"/>
                    </a:cubicBezTo>
                    <a:cubicBezTo>
                      <a:pt x="10" y="56"/>
                      <a:pt x="37" y="45"/>
                      <a:pt x="37" y="44"/>
                    </a:cubicBezTo>
                    <a:cubicBezTo>
                      <a:pt x="37" y="44"/>
                      <a:pt x="29" y="4"/>
                      <a:pt x="29" y="4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400">
                <a:extLst>
                  <a:ext uri="{FF2B5EF4-FFF2-40B4-BE49-F238E27FC236}">
                    <a16:creationId xmlns:a16="http://schemas.microsoft.com/office/drawing/2014/main" id="{60CA2CD0-501E-4100-86B5-32FF8A601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8" y="1485"/>
                <a:ext cx="35" cy="58"/>
              </a:xfrm>
              <a:custGeom>
                <a:avLst/>
                <a:gdLst>
                  <a:gd name="T0" fmla="*/ 15 w 15"/>
                  <a:gd name="T1" fmla="*/ 22 h 25"/>
                  <a:gd name="T2" fmla="*/ 13 w 15"/>
                  <a:gd name="T3" fmla="*/ 23 h 25"/>
                  <a:gd name="T4" fmla="*/ 10 w 15"/>
                  <a:gd name="T5" fmla="*/ 24 h 25"/>
                  <a:gd name="T6" fmla="*/ 2 w 15"/>
                  <a:gd name="T7" fmla="*/ 14 h 25"/>
                  <a:gd name="T8" fmla="*/ 2 w 15"/>
                  <a:gd name="T9" fmla="*/ 7 h 25"/>
                  <a:gd name="T10" fmla="*/ 5 w 15"/>
                  <a:gd name="T11" fmla="*/ 2 h 25"/>
                  <a:gd name="T12" fmla="*/ 9 w 15"/>
                  <a:gd name="T13" fmla="*/ 3 h 25"/>
                  <a:gd name="T14" fmla="*/ 9 w 15"/>
                  <a:gd name="T15" fmla="*/ 4 h 25"/>
                  <a:gd name="T16" fmla="*/ 9 w 15"/>
                  <a:gd name="T17" fmla="*/ 3 h 25"/>
                  <a:gd name="T18" fmla="*/ 8 w 15"/>
                  <a:gd name="T19" fmla="*/ 1 h 25"/>
                  <a:gd name="T20" fmla="*/ 5 w 15"/>
                  <a:gd name="T21" fmla="*/ 1 h 25"/>
                  <a:gd name="T22" fmla="*/ 1 w 15"/>
                  <a:gd name="T23" fmla="*/ 6 h 25"/>
                  <a:gd name="T24" fmla="*/ 0 w 15"/>
                  <a:gd name="T25" fmla="*/ 14 h 25"/>
                  <a:gd name="T26" fmla="*/ 10 w 15"/>
                  <a:gd name="T27" fmla="*/ 25 h 25"/>
                  <a:gd name="T28" fmla="*/ 14 w 15"/>
                  <a:gd name="T29" fmla="*/ 23 h 25"/>
                  <a:gd name="T30" fmla="*/ 15 w 15"/>
                  <a:gd name="T31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25">
                    <a:moveTo>
                      <a:pt x="15" y="22"/>
                    </a:moveTo>
                    <a:cubicBezTo>
                      <a:pt x="15" y="22"/>
                      <a:pt x="14" y="22"/>
                      <a:pt x="13" y="23"/>
                    </a:cubicBezTo>
                    <a:cubicBezTo>
                      <a:pt x="13" y="23"/>
                      <a:pt x="11" y="24"/>
                      <a:pt x="10" y="24"/>
                    </a:cubicBezTo>
                    <a:cubicBezTo>
                      <a:pt x="7" y="23"/>
                      <a:pt x="3" y="19"/>
                      <a:pt x="2" y="14"/>
                    </a:cubicBezTo>
                    <a:cubicBezTo>
                      <a:pt x="2" y="11"/>
                      <a:pt x="2" y="9"/>
                      <a:pt x="2" y="7"/>
                    </a:cubicBezTo>
                    <a:cubicBezTo>
                      <a:pt x="3" y="4"/>
                      <a:pt x="4" y="3"/>
                      <a:pt x="5" y="2"/>
                    </a:cubicBezTo>
                    <a:cubicBezTo>
                      <a:pt x="7" y="2"/>
                      <a:pt x="8" y="2"/>
                      <a:pt x="9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10" y="4"/>
                      <a:pt x="9" y="3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7" y="1"/>
                      <a:pt x="6" y="0"/>
                      <a:pt x="5" y="1"/>
                    </a:cubicBezTo>
                    <a:cubicBezTo>
                      <a:pt x="3" y="1"/>
                      <a:pt x="1" y="4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0"/>
                      <a:pt x="5" y="25"/>
                      <a:pt x="10" y="25"/>
                    </a:cubicBezTo>
                    <a:cubicBezTo>
                      <a:pt x="12" y="25"/>
                      <a:pt x="13" y="24"/>
                      <a:pt x="14" y="23"/>
                    </a:cubicBezTo>
                    <a:cubicBezTo>
                      <a:pt x="15" y="23"/>
                      <a:pt x="15" y="22"/>
                      <a:pt x="15" y="22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401">
                <a:extLst>
                  <a:ext uri="{FF2B5EF4-FFF2-40B4-BE49-F238E27FC236}">
                    <a16:creationId xmlns:a16="http://schemas.microsoft.com/office/drawing/2014/main" id="{08562CDD-F998-4A06-931E-0E1F91D0A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6" y="1271"/>
                <a:ext cx="79" cy="146"/>
              </a:xfrm>
              <a:custGeom>
                <a:avLst/>
                <a:gdLst>
                  <a:gd name="T0" fmla="*/ 1 w 34"/>
                  <a:gd name="T1" fmla="*/ 63 h 63"/>
                  <a:gd name="T2" fmla="*/ 0 w 34"/>
                  <a:gd name="T3" fmla="*/ 60 h 63"/>
                  <a:gd name="T4" fmla="*/ 5 w 34"/>
                  <a:gd name="T5" fmla="*/ 52 h 63"/>
                  <a:gd name="T6" fmla="*/ 17 w 34"/>
                  <a:gd name="T7" fmla="*/ 47 h 63"/>
                  <a:gd name="T8" fmla="*/ 29 w 34"/>
                  <a:gd name="T9" fmla="*/ 39 h 63"/>
                  <a:gd name="T10" fmla="*/ 30 w 34"/>
                  <a:gd name="T11" fmla="*/ 24 h 63"/>
                  <a:gd name="T12" fmla="*/ 26 w 34"/>
                  <a:gd name="T13" fmla="*/ 12 h 63"/>
                  <a:gd name="T14" fmla="*/ 24 w 34"/>
                  <a:gd name="T15" fmla="*/ 0 h 63"/>
                  <a:gd name="T16" fmla="*/ 27 w 34"/>
                  <a:gd name="T17" fmla="*/ 11 h 63"/>
                  <a:gd name="T18" fmla="*/ 32 w 34"/>
                  <a:gd name="T19" fmla="*/ 24 h 63"/>
                  <a:gd name="T20" fmla="*/ 31 w 34"/>
                  <a:gd name="T21" fmla="*/ 40 h 63"/>
                  <a:gd name="T22" fmla="*/ 25 w 34"/>
                  <a:gd name="T23" fmla="*/ 47 h 63"/>
                  <a:gd name="T24" fmla="*/ 18 w 34"/>
                  <a:gd name="T25" fmla="*/ 49 h 63"/>
                  <a:gd name="T26" fmla="*/ 6 w 34"/>
                  <a:gd name="T27" fmla="*/ 53 h 63"/>
                  <a:gd name="T28" fmla="*/ 1 w 34"/>
                  <a:gd name="T29" fmla="*/ 60 h 63"/>
                  <a:gd name="T30" fmla="*/ 1 w 34"/>
                  <a:gd name="T31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" h="63">
                    <a:moveTo>
                      <a:pt x="1" y="63"/>
                    </a:moveTo>
                    <a:cubicBezTo>
                      <a:pt x="1" y="63"/>
                      <a:pt x="0" y="62"/>
                      <a:pt x="0" y="60"/>
                    </a:cubicBezTo>
                    <a:cubicBezTo>
                      <a:pt x="0" y="58"/>
                      <a:pt x="1" y="54"/>
                      <a:pt x="5" y="52"/>
                    </a:cubicBezTo>
                    <a:cubicBezTo>
                      <a:pt x="8" y="50"/>
                      <a:pt x="12" y="48"/>
                      <a:pt x="17" y="47"/>
                    </a:cubicBezTo>
                    <a:cubicBezTo>
                      <a:pt x="22" y="46"/>
                      <a:pt x="27" y="44"/>
                      <a:pt x="29" y="39"/>
                    </a:cubicBezTo>
                    <a:cubicBezTo>
                      <a:pt x="31" y="34"/>
                      <a:pt x="31" y="29"/>
                      <a:pt x="30" y="24"/>
                    </a:cubicBezTo>
                    <a:cubicBezTo>
                      <a:pt x="29" y="20"/>
                      <a:pt x="27" y="15"/>
                      <a:pt x="26" y="12"/>
                    </a:cubicBezTo>
                    <a:cubicBezTo>
                      <a:pt x="23" y="4"/>
                      <a:pt x="24" y="0"/>
                      <a:pt x="24" y="0"/>
                    </a:cubicBezTo>
                    <a:cubicBezTo>
                      <a:pt x="25" y="0"/>
                      <a:pt x="25" y="4"/>
                      <a:pt x="27" y="11"/>
                    </a:cubicBezTo>
                    <a:cubicBezTo>
                      <a:pt x="28" y="15"/>
                      <a:pt x="30" y="19"/>
                      <a:pt x="32" y="24"/>
                    </a:cubicBezTo>
                    <a:cubicBezTo>
                      <a:pt x="33" y="29"/>
                      <a:pt x="34" y="34"/>
                      <a:pt x="31" y="40"/>
                    </a:cubicBezTo>
                    <a:cubicBezTo>
                      <a:pt x="30" y="43"/>
                      <a:pt x="28" y="45"/>
                      <a:pt x="25" y="47"/>
                    </a:cubicBezTo>
                    <a:cubicBezTo>
                      <a:pt x="23" y="48"/>
                      <a:pt x="20" y="49"/>
                      <a:pt x="18" y="49"/>
                    </a:cubicBezTo>
                    <a:cubicBezTo>
                      <a:pt x="13" y="50"/>
                      <a:pt x="8" y="51"/>
                      <a:pt x="6" y="53"/>
                    </a:cubicBezTo>
                    <a:cubicBezTo>
                      <a:pt x="3" y="55"/>
                      <a:pt x="1" y="58"/>
                      <a:pt x="1" y="60"/>
                    </a:cubicBezTo>
                    <a:cubicBezTo>
                      <a:pt x="1" y="62"/>
                      <a:pt x="1" y="63"/>
                      <a:pt x="1" y="63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402">
                <a:extLst>
                  <a:ext uri="{FF2B5EF4-FFF2-40B4-BE49-F238E27FC236}">
                    <a16:creationId xmlns:a16="http://schemas.microsoft.com/office/drawing/2014/main" id="{A7D2F35B-0D3D-48BF-BF0F-625224D52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" y="1264"/>
                <a:ext cx="61" cy="127"/>
              </a:xfrm>
              <a:custGeom>
                <a:avLst/>
                <a:gdLst>
                  <a:gd name="T0" fmla="*/ 2 w 26"/>
                  <a:gd name="T1" fmla="*/ 55 h 55"/>
                  <a:gd name="T2" fmla="*/ 1 w 26"/>
                  <a:gd name="T3" fmla="*/ 52 h 55"/>
                  <a:gd name="T4" fmla="*/ 1 w 26"/>
                  <a:gd name="T5" fmla="*/ 45 h 55"/>
                  <a:gd name="T6" fmla="*/ 4 w 26"/>
                  <a:gd name="T7" fmla="*/ 40 h 55"/>
                  <a:gd name="T8" fmla="*/ 9 w 26"/>
                  <a:gd name="T9" fmla="*/ 37 h 55"/>
                  <a:gd name="T10" fmla="*/ 14 w 26"/>
                  <a:gd name="T11" fmla="*/ 34 h 55"/>
                  <a:gd name="T12" fmla="*/ 16 w 26"/>
                  <a:gd name="T13" fmla="*/ 29 h 55"/>
                  <a:gd name="T14" fmla="*/ 15 w 26"/>
                  <a:gd name="T15" fmla="*/ 22 h 55"/>
                  <a:gd name="T16" fmla="*/ 15 w 26"/>
                  <a:gd name="T17" fmla="*/ 16 h 55"/>
                  <a:gd name="T18" fmla="*/ 18 w 26"/>
                  <a:gd name="T19" fmla="*/ 5 h 55"/>
                  <a:gd name="T20" fmla="*/ 23 w 26"/>
                  <a:gd name="T21" fmla="*/ 1 h 55"/>
                  <a:gd name="T22" fmla="*/ 26 w 26"/>
                  <a:gd name="T23" fmla="*/ 1 h 55"/>
                  <a:gd name="T24" fmla="*/ 24 w 26"/>
                  <a:gd name="T25" fmla="*/ 1 h 55"/>
                  <a:gd name="T26" fmla="*/ 19 w 26"/>
                  <a:gd name="T27" fmla="*/ 6 h 55"/>
                  <a:gd name="T28" fmla="*/ 17 w 26"/>
                  <a:gd name="T29" fmla="*/ 16 h 55"/>
                  <a:gd name="T30" fmla="*/ 17 w 26"/>
                  <a:gd name="T31" fmla="*/ 22 h 55"/>
                  <a:gd name="T32" fmla="*/ 18 w 26"/>
                  <a:gd name="T33" fmla="*/ 29 h 55"/>
                  <a:gd name="T34" fmla="*/ 16 w 26"/>
                  <a:gd name="T35" fmla="*/ 36 h 55"/>
                  <a:gd name="T36" fmla="*/ 10 w 26"/>
                  <a:gd name="T37" fmla="*/ 39 h 55"/>
                  <a:gd name="T38" fmla="*/ 3 w 26"/>
                  <a:gd name="T39" fmla="*/ 45 h 55"/>
                  <a:gd name="T40" fmla="*/ 2 w 26"/>
                  <a:gd name="T41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55">
                    <a:moveTo>
                      <a:pt x="2" y="55"/>
                    </a:moveTo>
                    <a:cubicBezTo>
                      <a:pt x="2" y="55"/>
                      <a:pt x="1" y="54"/>
                      <a:pt x="1" y="52"/>
                    </a:cubicBezTo>
                    <a:cubicBezTo>
                      <a:pt x="0" y="51"/>
                      <a:pt x="0" y="48"/>
                      <a:pt x="1" y="45"/>
                    </a:cubicBezTo>
                    <a:cubicBezTo>
                      <a:pt x="2" y="43"/>
                      <a:pt x="3" y="42"/>
                      <a:pt x="4" y="40"/>
                    </a:cubicBezTo>
                    <a:cubicBezTo>
                      <a:pt x="5" y="39"/>
                      <a:pt x="7" y="38"/>
                      <a:pt x="9" y="37"/>
                    </a:cubicBezTo>
                    <a:cubicBezTo>
                      <a:pt x="11" y="36"/>
                      <a:pt x="13" y="36"/>
                      <a:pt x="14" y="34"/>
                    </a:cubicBezTo>
                    <a:cubicBezTo>
                      <a:pt x="16" y="33"/>
                      <a:pt x="16" y="31"/>
                      <a:pt x="16" y="29"/>
                    </a:cubicBezTo>
                    <a:cubicBezTo>
                      <a:pt x="16" y="27"/>
                      <a:pt x="15" y="25"/>
                      <a:pt x="15" y="22"/>
                    </a:cubicBezTo>
                    <a:cubicBezTo>
                      <a:pt x="15" y="20"/>
                      <a:pt x="15" y="18"/>
                      <a:pt x="15" y="16"/>
                    </a:cubicBezTo>
                    <a:cubicBezTo>
                      <a:pt x="15" y="12"/>
                      <a:pt x="16" y="8"/>
                      <a:pt x="18" y="5"/>
                    </a:cubicBezTo>
                    <a:cubicBezTo>
                      <a:pt x="19" y="2"/>
                      <a:pt x="22" y="1"/>
                      <a:pt x="23" y="1"/>
                    </a:cubicBezTo>
                    <a:cubicBezTo>
                      <a:pt x="25" y="0"/>
                      <a:pt x="26" y="1"/>
                      <a:pt x="26" y="1"/>
                    </a:cubicBezTo>
                    <a:cubicBezTo>
                      <a:pt x="26" y="1"/>
                      <a:pt x="25" y="1"/>
                      <a:pt x="24" y="1"/>
                    </a:cubicBezTo>
                    <a:cubicBezTo>
                      <a:pt x="22" y="2"/>
                      <a:pt x="20" y="3"/>
                      <a:pt x="19" y="6"/>
                    </a:cubicBezTo>
                    <a:cubicBezTo>
                      <a:pt x="18" y="9"/>
                      <a:pt x="17" y="12"/>
                      <a:pt x="17" y="16"/>
                    </a:cubicBezTo>
                    <a:cubicBezTo>
                      <a:pt x="17" y="18"/>
                      <a:pt x="17" y="20"/>
                      <a:pt x="17" y="22"/>
                    </a:cubicBezTo>
                    <a:cubicBezTo>
                      <a:pt x="17" y="24"/>
                      <a:pt x="18" y="26"/>
                      <a:pt x="18" y="29"/>
                    </a:cubicBezTo>
                    <a:cubicBezTo>
                      <a:pt x="18" y="31"/>
                      <a:pt x="18" y="34"/>
                      <a:pt x="16" y="36"/>
                    </a:cubicBezTo>
                    <a:cubicBezTo>
                      <a:pt x="14" y="38"/>
                      <a:pt x="12" y="38"/>
                      <a:pt x="10" y="39"/>
                    </a:cubicBezTo>
                    <a:cubicBezTo>
                      <a:pt x="6" y="40"/>
                      <a:pt x="4" y="43"/>
                      <a:pt x="3" y="45"/>
                    </a:cubicBezTo>
                    <a:cubicBezTo>
                      <a:pt x="0" y="51"/>
                      <a:pt x="2" y="55"/>
                      <a:pt x="2" y="55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403">
                <a:extLst>
                  <a:ext uri="{FF2B5EF4-FFF2-40B4-BE49-F238E27FC236}">
                    <a16:creationId xmlns:a16="http://schemas.microsoft.com/office/drawing/2014/main" id="{A1AC14E7-1321-4127-A821-023C5D0DE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145"/>
                <a:ext cx="288" cy="102"/>
              </a:xfrm>
              <a:custGeom>
                <a:avLst/>
                <a:gdLst>
                  <a:gd name="T0" fmla="*/ 123 w 124"/>
                  <a:gd name="T1" fmla="*/ 12 h 44"/>
                  <a:gd name="T2" fmla="*/ 117 w 124"/>
                  <a:gd name="T3" fmla="*/ 12 h 44"/>
                  <a:gd name="T4" fmla="*/ 112 w 124"/>
                  <a:gd name="T5" fmla="*/ 8 h 44"/>
                  <a:gd name="T6" fmla="*/ 104 w 124"/>
                  <a:gd name="T7" fmla="*/ 3 h 44"/>
                  <a:gd name="T8" fmla="*/ 83 w 124"/>
                  <a:gd name="T9" fmla="*/ 7 h 44"/>
                  <a:gd name="T10" fmla="*/ 74 w 124"/>
                  <a:gd name="T11" fmla="*/ 17 h 44"/>
                  <a:gd name="T12" fmla="*/ 67 w 124"/>
                  <a:gd name="T13" fmla="*/ 22 h 44"/>
                  <a:gd name="T14" fmla="*/ 59 w 124"/>
                  <a:gd name="T15" fmla="*/ 22 h 44"/>
                  <a:gd name="T16" fmla="*/ 45 w 124"/>
                  <a:gd name="T17" fmla="*/ 17 h 44"/>
                  <a:gd name="T18" fmla="*/ 31 w 124"/>
                  <a:gd name="T19" fmla="*/ 16 h 44"/>
                  <a:gd name="T20" fmla="*/ 10 w 124"/>
                  <a:gd name="T21" fmla="*/ 26 h 44"/>
                  <a:gd name="T22" fmla="*/ 2 w 124"/>
                  <a:gd name="T23" fmla="*/ 39 h 44"/>
                  <a:gd name="T24" fmla="*/ 0 w 124"/>
                  <a:gd name="T25" fmla="*/ 44 h 44"/>
                  <a:gd name="T26" fmla="*/ 0 w 124"/>
                  <a:gd name="T27" fmla="*/ 43 h 44"/>
                  <a:gd name="T28" fmla="*/ 1 w 124"/>
                  <a:gd name="T29" fmla="*/ 39 h 44"/>
                  <a:gd name="T30" fmla="*/ 9 w 124"/>
                  <a:gd name="T31" fmla="*/ 25 h 44"/>
                  <a:gd name="T32" fmla="*/ 31 w 124"/>
                  <a:gd name="T33" fmla="*/ 14 h 44"/>
                  <a:gd name="T34" fmla="*/ 45 w 124"/>
                  <a:gd name="T35" fmla="*/ 15 h 44"/>
                  <a:gd name="T36" fmla="*/ 59 w 124"/>
                  <a:gd name="T37" fmla="*/ 20 h 44"/>
                  <a:gd name="T38" fmla="*/ 66 w 124"/>
                  <a:gd name="T39" fmla="*/ 19 h 44"/>
                  <a:gd name="T40" fmla="*/ 72 w 124"/>
                  <a:gd name="T41" fmla="*/ 16 h 44"/>
                  <a:gd name="T42" fmla="*/ 82 w 124"/>
                  <a:gd name="T43" fmla="*/ 6 h 44"/>
                  <a:gd name="T44" fmla="*/ 94 w 124"/>
                  <a:gd name="T45" fmla="*/ 0 h 44"/>
                  <a:gd name="T46" fmla="*/ 105 w 124"/>
                  <a:gd name="T47" fmla="*/ 2 h 44"/>
                  <a:gd name="T48" fmla="*/ 112 w 124"/>
                  <a:gd name="T49" fmla="*/ 7 h 44"/>
                  <a:gd name="T50" fmla="*/ 118 w 124"/>
                  <a:gd name="T51" fmla="*/ 11 h 44"/>
                  <a:gd name="T52" fmla="*/ 123 w 124"/>
                  <a:gd name="T53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4" h="44">
                    <a:moveTo>
                      <a:pt x="123" y="12"/>
                    </a:moveTo>
                    <a:cubicBezTo>
                      <a:pt x="124" y="12"/>
                      <a:pt x="121" y="14"/>
                      <a:pt x="117" y="12"/>
                    </a:cubicBezTo>
                    <a:cubicBezTo>
                      <a:pt x="116" y="12"/>
                      <a:pt x="114" y="10"/>
                      <a:pt x="112" y="8"/>
                    </a:cubicBezTo>
                    <a:cubicBezTo>
                      <a:pt x="110" y="6"/>
                      <a:pt x="107" y="4"/>
                      <a:pt x="104" y="3"/>
                    </a:cubicBezTo>
                    <a:cubicBezTo>
                      <a:pt x="98" y="1"/>
                      <a:pt x="89" y="1"/>
                      <a:pt x="83" y="7"/>
                    </a:cubicBezTo>
                    <a:cubicBezTo>
                      <a:pt x="80" y="10"/>
                      <a:pt x="77" y="14"/>
                      <a:pt x="74" y="17"/>
                    </a:cubicBezTo>
                    <a:cubicBezTo>
                      <a:pt x="72" y="19"/>
                      <a:pt x="70" y="21"/>
                      <a:pt x="67" y="22"/>
                    </a:cubicBezTo>
                    <a:cubicBezTo>
                      <a:pt x="64" y="22"/>
                      <a:pt x="61" y="22"/>
                      <a:pt x="59" y="22"/>
                    </a:cubicBezTo>
                    <a:cubicBezTo>
                      <a:pt x="54" y="21"/>
                      <a:pt x="49" y="18"/>
                      <a:pt x="45" y="17"/>
                    </a:cubicBezTo>
                    <a:cubicBezTo>
                      <a:pt x="40" y="16"/>
                      <a:pt x="35" y="15"/>
                      <a:pt x="31" y="16"/>
                    </a:cubicBezTo>
                    <a:cubicBezTo>
                      <a:pt x="22" y="17"/>
                      <a:pt x="15" y="21"/>
                      <a:pt x="10" y="26"/>
                    </a:cubicBezTo>
                    <a:cubicBezTo>
                      <a:pt x="6" y="31"/>
                      <a:pt x="3" y="35"/>
                      <a:pt x="2" y="39"/>
                    </a:cubicBezTo>
                    <a:cubicBezTo>
                      <a:pt x="0" y="42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0"/>
                      <a:pt x="1" y="39"/>
                    </a:cubicBezTo>
                    <a:cubicBezTo>
                      <a:pt x="2" y="35"/>
                      <a:pt x="5" y="30"/>
                      <a:pt x="9" y="25"/>
                    </a:cubicBezTo>
                    <a:cubicBezTo>
                      <a:pt x="14" y="20"/>
                      <a:pt x="22" y="15"/>
                      <a:pt x="31" y="14"/>
                    </a:cubicBezTo>
                    <a:cubicBezTo>
                      <a:pt x="35" y="13"/>
                      <a:pt x="40" y="13"/>
                      <a:pt x="45" y="15"/>
                    </a:cubicBezTo>
                    <a:cubicBezTo>
                      <a:pt x="50" y="16"/>
                      <a:pt x="54" y="19"/>
                      <a:pt x="59" y="20"/>
                    </a:cubicBezTo>
                    <a:cubicBezTo>
                      <a:pt x="62" y="20"/>
                      <a:pt x="64" y="20"/>
                      <a:pt x="66" y="19"/>
                    </a:cubicBezTo>
                    <a:cubicBezTo>
                      <a:pt x="69" y="19"/>
                      <a:pt x="70" y="17"/>
                      <a:pt x="72" y="16"/>
                    </a:cubicBezTo>
                    <a:cubicBezTo>
                      <a:pt x="76" y="13"/>
                      <a:pt x="78" y="9"/>
                      <a:pt x="82" y="6"/>
                    </a:cubicBezTo>
                    <a:cubicBezTo>
                      <a:pt x="85" y="2"/>
                      <a:pt x="90" y="1"/>
                      <a:pt x="94" y="0"/>
                    </a:cubicBezTo>
                    <a:cubicBezTo>
                      <a:pt x="98" y="0"/>
                      <a:pt x="102" y="0"/>
                      <a:pt x="105" y="2"/>
                    </a:cubicBezTo>
                    <a:cubicBezTo>
                      <a:pt x="108" y="3"/>
                      <a:pt x="111" y="6"/>
                      <a:pt x="112" y="7"/>
                    </a:cubicBezTo>
                    <a:cubicBezTo>
                      <a:pt x="114" y="9"/>
                      <a:pt x="116" y="11"/>
                      <a:pt x="118" y="11"/>
                    </a:cubicBezTo>
                    <a:cubicBezTo>
                      <a:pt x="121" y="13"/>
                      <a:pt x="123" y="12"/>
                      <a:pt x="123" y="12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404">
                <a:extLst>
                  <a:ext uri="{FF2B5EF4-FFF2-40B4-BE49-F238E27FC236}">
                    <a16:creationId xmlns:a16="http://schemas.microsoft.com/office/drawing/2014/main" id="{9FB30DD8-CE91-4B72-82C8-ADCDFC2D1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0" y="1515"/>
                <a:ext cx="51" cy="30"/>
              </a:xfrm>
              <a:custGeom>
                <a:avLst/>
                <a:gdLst>
                  <a:gd name="T0" fmla="*/ 0 w 22"/>
                  <a:gd name="T1" fmla="*/ 0 h 13"/>
                  <a:gd name="T2" fmla="*/ 9 w 22"/>
                  <a:gd name="T3" fmla="*/ 9 h 13"/>
                  <a:gd name="T4" fmla="*/ 22 w 22"/>
                  <a:gd name="T5" fmla="*/ 10 h 13"/>
                  <a:gd name="T6" fmla="*/ 18 w 22"/>
                  <a:gd name="T7" fmla="*/ 12 h 13"/>
                  <a:gd name="T8" fmla="*/ 8 w 22"/>
                  <a:gd name="T9" fmla="*/ 11 h 13"/>
                  <a:gd name="T10" fmla="*/ 1 w 22"/>
                  <a:gd name="T11" fmla="*/ 4 h 13"/>
                  <a:gd name="T12" fmla="*/ 0 w 22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13">
                    <a:moveTo>
                      <a:pt x="0" y="0"/>
                    </a:moveTo>
                    <a:cubicBezTo>
                      <a:pt x="1" y="0"/>
                      <a:pt x="3" y="6"/>
                      <a:pt x="9" y="9"/>
                    </a:cubicBezTo>
                    <a:cubicBezTo>
                      <a:pt x="15" y="11"/>
                      <a:pt x="22" y="9"/>
                      <a:pt x="22" y="10"/>
                    </a:cubicBezTo>
                    <a:cubicBezTo>
                      <a:pt x="22" y="10"/>
                      <a:pt x="21" y="11"/>
                      <a:pt x="18" y="12"/>
                    </a:cubicBezTo>
                    <a:cubicBezTo>
                      <a:pt x="16" y="13"/>
                      <a:pt x="11" y="13"/>
                      <a:pt x="8" y="11"/>
                    </a:cubicBezTo>
                    <a:cubicBezTo>
                      <a:pt x="4" y="10"/>
                      <a:pt x="1" y="7"/>
                      <a:pt x="1" y="4"/>
                    </a:cubicBezTo>
                    <a:cubicBezTo>
                      <a:pt x="0" y="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405">
                <a:extLst>
                  <a:ext uri="{FF2B5EF4-FFF2-40B4-BE49-F238E27FC236}">
                    <a16:creationId xmlns:a16="http://schemas.microsoft.com/office/drawing/2014/main" id="{4E338131-CC30-4E00-9D7D-040902A7C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9" y="2913"/>
                <a:ext cx="189" cy="205"/>
              </a:xfrm>
              <a:custGeom>
                <a:avLst/>
                <a:gdLst>
                  <a:gd name="T0" fmla="*/ 64 w 81"/>
                  <a:gd name="T1" fmla="*/ 14 h 88"/>
                  <a:gd name="T2" fmla="*/ 24 w 81"/>
                  <a:gd name="T3" fmla="*/ 1 h 88"/>
                  <a:gd name="T4" fmla="*/ 0 w 81"/>
                  <a:gd name="T5" fmla="*/ 78 h 88"/>
                  <a:gd name="T6" fmla="*/ 53 w 81"/>
                  <a:gd name="T7" fmla="*/ 84 h 88"/>
                  <a:gd name="T8" fmla="*/ 79 w 81"/>
                  <a:gd name="T9" fmla="*/ 53 h 88"/>
                  <a:gd name="T10" fmla="*/ 64 w 81"/>
                  <a:gd name="T11" fmla="*/ 1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88">
                    <a:moveTo>
                      <a:pt x="64" y="14"/>
                    </a:moveTo>
                    <a:cubicBezTo>
                      <a:pt x="53" y="4"/>
                      <a:pt x="38" y="0"/>
                      <a:pt x="24" y="1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8" y="79"/>
                      <a:pt x="35" y="88"/>
                      <a:pt x="53" y="84"/>
                    </a:cubicBezTo>
                    <a:cubicBezTo>
                      <a:pt x="67" y="80"/>
                      <a:pt x="77" y="67"/>
                      <a:pt x="79" y="53"/>
                    </a:cubicBezTo>
                    <a:cubicBezTo>
                      <a:pt x="81" y="38"/>
                      <a:pt x="75" y="23"/>
                      <a:pt x="64" y="14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" name="Freeform 407">
              <a:extLst>
                <a:ext uri="{FF2B5EF4-FFF2-40B4-BE49-F238E27FC236}">
                  <a16:creationId xmlns:a16="http://schemas.microsoft.com/office/drawing/2014/main" id="{00F1E30D-FF65-484A-AF57-74654595F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" y="2908"/>
              <a:ext cx="191" cy="217"/>
            </a:xfrm>
            <a:custGeom>
              <a:avLst/>
              <a:gdLst>
                <a:gd name="T0" fmla="*/ 20 w 82"/>
                <a:gd name="T1" fmla="*/ 1 h 93"/>
                <a:gd name="T2" fmla="*/ 28 w 82"/>
                <a:gd name="T3" fmla="*/ 0 h 93"/>
                <a:gd name="T4" fmla="*/ 48 w 82"/>
                <a:gd name="T5" fmla="*/ 3 h 93"/>
                <a:gd name="T6" fmla="*/ 72 w 82"/>
                <a:gd name="T7" fmla="*/ 22 h 93"/>
                <a:gd name="T8" fmla="*/ 80 w 82"/>
                <a:gd name="T9" fmla="*/ 39 h 93"/>
                <a:gd name="T10" fmla="*/ 81 w 82"/>
                <a:gd name="T11" fmla="*/ 60 h 93"/>
                <a:gd name="T12" fmla="*/ 72 w 82"/>
                <a:gd name="T13" fmla="*/ 78 h 93"/>
                <a:gd name="T14" fmla="*/ 56 w 82"/>
                <a:gd name="T15" fmla="*/ 89 h 93"/>
                <a:gd name="T16" fmla="*/ 26 w 82"/>
                <a:gd name="T17" fmla="*/ 91 h 93"/>
                <a:gd name="T18" fmla="*/ 6 w 82"/>
                <a:gd name="T19" fmla="*/ 85 h 93"/>
                <a:gd name="T20" fmla="*/ 0 w 82"/>
                <a:gd name="T21" fmla="*/ 81 h 93"/>
                <a:gd name="T22" fmla="*/ 7 w 82"/>
                <a:gd name="T23" fmla="*/ 82 h 93"/>
                <a:gd name="T24" fmla="*/ 27 w 82"/>
                <a:gd name="T25" fmla="*/ 85 h 93"/>
                <a:gd name="T26" fmla="*/ 53 w 82"/>
                <a:gd name="T27" fmla="*/ 81 h 93"/>
                <a:gd name="T28" fmla="*/ 65 w 82"/>
                <a:gd name="T29" fmla="*/ 72 h 93"/>
                <a:gd name="T30" fmla="*/ 72 w 82"/>
                <a:gd name="T31" fmla="*/ 58 h 93"/>
                <a:gd name="T32" fmla="*/ 65 w 82"/>
                <a:gd name="T33" fmla="*/ 27 h 93"/>
                <a:gd name="T34" fmla="*/ 45 w 82"/>
                <a:gd name="T35" fmla="*/ 10 h 93"/>
                <a:gd name="T36" fmla="*/ 27 w 82"/>
                <a:gd name="T37" fmla="*/ 3 h 93"/>
                <a:gd name="T38" fmla="*/ 20 w 82"/>
                <a:gd name="T39" fmla="*/ 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" h="93">
                  <a:moveTo>
                    <a:pt x="20" y="1"/>
                  </a:moveTo>
                  <a:cubicBezTo>
                    <a:pt x="21" y="0"/>
                    <a:pt x="23" y="0"/>
                    <a:pt x="28" y="0"/>
                  </a:cubicBezTo>
                  <a:cubicBezTo>
                    <a:pt x="33" y="0"/>
                    <a:pt x="40" y="0"/>
                    <a:pt x="48" y="3"/>
                  </a:cubicBezTo>
                  <a:cubicBezTo>
                    <a:pt x="56" y="7"/>
                    <a:pt x="65" y="13"/>
                    <a:pt x="72" y="22"/>
                  </a:cubicBezTo>
                  <a:cubicBezTo>
                    <a:pt x="76" y="27"/>
                    <a:pt x="79" y="33"/>
                    <a:pt x="80" y="39"/>
                  </a:cubicBezTo>
                  <a:cubicBezTo>
                    <a:pt x="82" y="46"/>
                    <a:pt x="82" y="53"/>
                    <a:pt x="81" y="60"/>
                  </a:cubicBezTo>
                  <a:cubicBezTo>
                    <a:pt x="80" y="67"/>
                    <a:pt x="77" y="73"/>
                    <a:pt x="72" y="78"/>
                  </a:cubicBezTo>
                  <a:cubicBezTo>
                    <a:pt x="68" y="83"/>
                    <a:pt x="62" y="87"/>
                    <a:pt x="56" y="89"/>
                  </a:cubicBezTo>
                  <a:cubicBezTo>
                    <a:pt x="45" y="93"/>
                    <a:pt x="34" y="93"/>
                    <a:pt x="26" y="91"/>
                  </a:cubicBezTo>
                  <a:cubicBezTo>
                    <a:pt x="17" y="90"/>
                    <a:pt x="11" y="87"/>
                    <a:pt x="6" y="85"/>
                  </a:cubicBezTo>
                  <a:cubicBezTo>
                    <a:pt x="2" y="83"/>
                    <a:pt x="0" y="82"/>
                    <a:pt x="0" y="81"/>
                  </a:cubicBezTo>
                  <a:cubicBezTo>
                    <a:pt x="0" y="81"/>
                    <a:pt x="3" y="81"/>
                    <a:pt x="7" y="82"/>
                  </a:cubicBezTo>
                  <a:cubicBezTo>
                    <a:pt x="12" y="82"/>
                    <a:pt x="19" y="84"/>
                    <a:pt x="27" y="85"/>
                  </a:cubicBezTo>
                  <a:cubicBezTo>
                    <a:pt x="34" y="85"/>
                    <a:pt x="44" y="85"/>
                    <a:pt x="53" y="81"/>
                  </a:cubicBezTo>
                  <a:cubicBezTo>
                    <a:pt x="58" y="79"/>
                    <a:pt x="62" y="76"/>
                    <a:pt x="65" y="72"/>
                  </a:cubicBezTo>
                  <a:cubicBezTo>
                    <a:pt x="68" y="68"/>
                    <a:pt x="71" y="63"/>
                    <a:pt x="72" y="58"/>
                  </a:cubicBezTo>
                  <a:cubicBezTo>
                    <a:pt x="74" y="47"/>
                    <a:pt x="71" y="36"/>
                    <a:pt x="65" y="27"/>
                  </a:cubicBezTo>
                  <a:cubicBezTo>
                    <a:pt x="60" y="19"/>
                    <a:pt x="52" y="13"/>
                    <a:pt x="45" y="10"/>
                  </a:cubicBezTo>
                  <a:cubicBezTo>
                    <a:pt x="38" y="6"/>
                    <a:pt x="32" y="5"/>
                    <a:pt x="27" y="3"/>
                  </a:cubicBezTo>
                  <a:cubicBezTo>
                    <a:pt x="23" y="2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08">
              <a:extLst>
                <a:ext uri="{FF2B5EF4-FFF2-40B4-BE49-F238E27FC236}">
                  <a16:creationId xmlns:a16="http://schemas.microsoft.com/office/drawing/2014/main" id="{4E406A8D-B1B1-45DC-9EA5-73F78607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" y="3590"/>
              <a:ext cx="444" cy="502"/>
            </a:xfrm>
            <a:custGeom>
              <a:avLst/>
              <a:gdLst>
                <a:gd name="T0" fmla="*/ 54 w 191"/>
                <a:gd name="T1" fmla="*/ 0 h 216"/>
                <a:gd name="T2" fmla="*/ 0 w 191"/>
                <a:gd name="T3" fmla="*/ 149 h 216"/>
                <a:gd name="T4" fmla="*/ 186 w 191"/>
                <a:gd name="T5" fmla="*/ 216 h 216"/>
                <a:gd name="T6" fmla="*/ 108 w 191"/>
                <a:gd name="T7" fmla="*/ 128 h 216"/>
                <a:gd name="T8" fmla="*/ 146 w 191"/>
                <a:gd name="T9" fmla="*/ 33 h 216"/>
                <a:gd name="T10" fmla="*/ 54 w 191"/>
                <a:gd name="T1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216">
                  <a:moveTo>
                    <a:pt x="54" y="0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186" y="216"/>
                    <a:pt x="186" y="216"/>
                    <a:pt x="186" y="216"/>
                  </a:cubicBezTo>
                  <a:cubicBezTo>
                    <a:pt x="191" y="198"/>
                    <a:pt x="108" y="128"/>
                    <a:pt x="108" y="128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solidFill>
              <a:srgbClr val="FF7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09">
              <a:extLst>
                <a:ext uri="{FF2B5EF4-FFF2-40B4-BE49-F238E27FC236}">
                  <a16:creationId xmlns:a16="http://schemas.microsoft.com/office/drawing/2014/main" id="{0706B9BC-85F1-4213-B5DF-26845868A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" y="3820"/>
              <a:ext cx="38" cy="35"/>
            </a:xfrm>
            <a:custGeom>
              <a:avLst/>
              <a:gdLst>
                <a:gd name="T0" fmla="*/ 9 w 16"/>
                <a:gd name="T1" fmla="*/ 0 h 15"/>
                <a:gd name="T2" fmla="*/ 8 w 16"/>
                <a:gd name="T3" fmla="*/ 0 h 15"/>
                <a:gd name="T4" fmla="*/ 8 w 16"/>
                <a:gd name="T5" fmla="*/ 0 h 15"/>
                <a:gd name="T6" fmla="*/ 0 w 16"/>
                <a:gd name="T7" fmla="*/ 6 h 15"/>
                <a:gd name="T8" fmla="*/ 7 w 16"/>
                <a:gd name="T9" fmla="*/ 15 h 15"/>
                <a:gd name="T10" fmla="*/ 8 w 16"/>
                <a:gd name="T11" fmla="*/ 15 h 15"/>
                <a:gd name="T12" fmla="*/ 16 w 16"/>
                <a:gd name="T13" fmla="*/ 8 h 15"/>
                <a:gd name="T14" fmla="*/ 9 w 16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1" y="3"/>
                    <a:pt x="0" y="6"/>
                  </a:cubicBezTo>
                  <a:cubicBezTo>
                    <a:pt x="0" y="10"/>
                    <a:pt x="3" y="14"/>
                    <a:pt x="7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11" y="15"/>
                    <a:pt x="16" y="11"/>
                    <a:pt x="16" y="8"/>
                  </a:cubicBezTo>
                  <a:cubicBezTo>
                    <a:pt x="16" y="4"/>
                    <a:pt x="12" y="0"/>
                    <a:pt x="9" y="0"/>
                  </a:cubicBezTo>
                </a:path>
              </a:pathLst>
            </a:custGeom>
            <a:solidFill>
              <a:srgbClr val="FFC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10">
              <a:extLst>
                <a:ext uri="{FF2B5EF4-FFF2-40B4-BE49-F238E27FC236}">
                  <a16:creationId xmlns:a16="http://schemas.microsoft.com/office/drawing/2014/main" id="{E97EA004-7CD8-4A7C-92FD-B86DBD64D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" y="3902"/>
              <a:ext cx="439" cy="190"/>
            </a:xfrm>
            <a:custGeom>
              <a:avLst/>
              <a:gdLst>
                <a:gd name="T0" fmla="*/ 0 w 189"/>
                <a:gd name="T1" fmla="*/ 15 h 82"/>
                <a:gd name="T2" fmla="*/ 6 w 189"/>
                <a:gd name="T3" fmla="*/ 0 h 82"/>
                <a:gd name="T4" fmla="*/ 182 w 189"/>
                <a:gd name="T5" fmla="*/ 70 h 82"/>
                <a:gd name="T6" fmla="*/ 186 w 189"/>
                <a:gd name="T7" fmla="*/ 82 h 82"/>
                <a:gd name="T8" fmla="*/ 0 w 189"/>
                <a:gd name="T9" fmla="*/ 1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82">
                  <a:moveTo>
                    <a:pt x="0" y="15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82" y="70"/>
                    <a:pt x="182" y="70"/>
                    <a:pt x="182" y="70"/>
                  </a:cubicBezTo>
                  <a:cubicBezTo>
                    <a:pt x="182" y="70"/>
                    <a:pt x="189" y="76"/>
                    <a:pt x="186" y="82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11">
              <a:extLst>
                <a:ext uri="{FF2B5EF4-FFF2-40B4-BE49-F238E27FC236}">
                  <a16:creationId xmlns:a16="http://schemas.microsoft.com/office/drawing/2014/main" id="{58CE1C5D-4F9A-413C-A4F0-2E5D40C3F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3" y="3878"/>
              <a:ext cx="51" cy="21"/>
            </a:xfrm>
            <a:custGeom>
              <a:avLst/>
              <a:gdLst>
                <a:gd name="T0" fmla="*/ 21 w 22"/>
                <a:gd name="T1" fmla="*/ 4 h 9"/>
                <a:gd name="T2" fmla="*/ 11 w 22"/>
                <a:gd name="T3" fmla="*/ 5 h 9"/>
                <a:gd name="T4" fmla="*/ 1 w 22"/>
                <a:gd name="T5" fmla="*/ 8 h 9"/>
                <a:gd name="T6" fmla="*/ 10 w 22"/>
                <a:gd name="T7" fmla="*/ 1 h 9"/>
                <a:gd name="T8" fmla="*/ 21 w 22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9">
                  <a:moveTo>
                    <a:pt x="21" y="4"/>
                  </a:moveTo>
                  <a:cubicBezTo>
                    <a:pt x="21" y="5"/>
                    <a:pt x="16" y="3"/>
                    <a:pt x="11" y="5"/>
                  </a:cubicBezTo>
                  <a:cubicBezTo>
                    <a:pt x="5" y="6"/>
                    <a:pt x="2" y="9"/>
                    <a:pt x="1" y="8"/>
                  </a:cubicBezTo>
                  <a:cubicBezTo>
                    <a:pt x="0" y="8"/>
                    <a:pt x="3" y="3"/>
                    <a:pt x="10" y="1"/>
                  </a:cubicBezTo>
                  <a:cubicBezTo>
                    <a:pt x="17" y="0"/>
                    <a:pt x="22" y="3"/>
                    <a:pt x="21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12">
              <a:extLst>
                <a:ext uri="{FF2B5EF4-FFF2-40B4-BE49-F238E27FC236}">
                  <a16:creationId xmlns:a16="http://schemas.microsoft.com/office/drawing/2014/main" id="{4F99888F-BF88-4F9F-B2BE-67DC6F224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0" y="3916"/>
              <a:ext cx="41" cy="30"/>
            </a:xfrm>
            <a:custGeom>
              <a:avLst/>
              <a:gdLst>
                <a:gd name="T0" fmla="*/ 18 w 18"/>
                <a:gd name="T1" fmla="*/ 3 h 13"/>
                <a:gd name="T2" fmla="*/ 9 w 18"/>
                <a:gd name="T3" fmla="*/ 7 h 13"/>
                <a:gd name="T4" fmla="*/ 1 w 18"/>
                <a:gd name="T5" fmla="*/ 13 h 13"/>
                <a:gd name="T6" fmla="*/ 7 w 18"/>
                <a:gd name="T7" fmla="*/ 4 h 13"/>
                <a:gd name="T8" fmla="*/ 18 w 18"/>
                <a:gd name="T9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8" y="3"/>
                  </a:moveTo>
                  <a:cubicBezTo>
                    <a:pt x="18" y="4"/>
                    <a:pt x="13" y="4"/>
                    <a:pt x="9" y="7"/>
                  </a:cubicBezTo>
                  <a:cubicBezTo>
                    <a:pt x="4" y="9"/>
                    <a:pt x="2" y="13"/>
                    <a:pt x="1" y="13"/>
                  </a:cubicBezTo>
                  <a:cubicBezTo>
                    <a:pt x="0" y="12"/>
                    <a:pt x="2" y="7"/>
                    <a:pt x="7" y="4"/>
                  </a:cubicBezTo>
                  <a:cubicBezTo>
                    <a:pt x="13" y="0"/>
                    <a:pt x="18" y="2"/>
                    <a:pt x="18" y="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13">
              <a:extLst>
                <a:ext uri="{FF2B5EF4-FFF2-40B4-BE49-F238E27FC236}">
                  <a16:creationId xmlns:a16="http://schemas.microsoft.com/office/drawing/2014/main" id="{A52C1527-A438-461F-98B9-C81DE00A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6" y="3953"/>
              <a:ext cx="33" cy="32"/>
            </a:xfrm>
            <a:custGeom>
              <a:avLst/>
              <a:gdLst>
                <a:gd name="T0" fmla="*/ 1 w 14"/>
                <a:gd name="T1" fmla="*/ 14 h 14"/>
                <a:gd name="T2" fmla="*/ 4 w 14"/>
                <a:gd name="T3" fmla="*/ 5 h 14"/>
                <a:gd name="T4" fmla="*/ 13 w 14"/>
                <a:gd name="T5" fmla="*/ 1 h 14"/>
                <a:gd name="T6" fmla="*/ 7 w 14"/>
                <a:gd name="T7" fmla="*/ 7 h 14"/>
                <a:gd name="T8" fmla="*/ 1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" y="14"/>
                  </a:moveTo>
                  <a:cubicBezTo>
                    <a:pt x="0" y="14"/>
                    <a:pt x="0" y="9"/>
                    <a:pt x="4" y="5"/>
                  </a:cubicBezTo>
                  <a:cubicBezTo>
                    <a:pt x="8" y="1"/>
                    <a:pt x="13" y="0"/>
                    <a:pt x="13" y="1"/>
                  </a:cubicBezTo>
                  <a:cubicBezTo>
                    <a:pt x="14" y="2"/>
                    <a:pt x="10" y="4"/>
                    <a:pt x="7" y="7"/>
                  </a:cubicBezTo>
                  <a:cubicBezTo>
                    <a:pt x="3" y="11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14">
              <a:extLst>
                <a:ext uri="{FF2B5EF4-FFF2-40B4-BE49-F238E27FC236}">
                  <a16:creationId xmlns:a16="http://schemas.microsoft.com/office/drawing/2014/main" id="{55F87A70-EC37-4F4A-83A7-20B534A5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" y="3815"/>
              <a:ext cx="46" cy="21"/>
            </a:xfrm>
            <a:custGeom>
              <a:avLst/>
              <a:gdLst>
                <a:gd name="T0" fmla="*/ 20 w 20"/>
                <a:gd name="T1" fmla="*/ 8 h 9"/>
                <a:gd name="T2" fmla="*/ 10 w 20"/>
                <a:gd name="T3" fmla="*/ 5 h 9"/>
                <a:gd name="T4" fmla="*/ 0 w 20"/>
                <a:gd name="T5" fmla="*/ 2 h 9"/>
                <a:gd name="T6" fmla="*/ 11 w 20"/>
                <a:gd name="T7" fmla="*/ 1 h 9"/>
                <a:gd name="T8" fmla="*/ 20 w 20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9">
                  <a:moveTo>
                    <a:pt x="20" y="8"/>
                  </a:moveTo>
                  <a:cubicBezTo>
                    <a:pt x="19" y="9"/>
                    <a:pt x="15" y="6"/>
                    <a:pt x="10" y="5"/>
                  </a:cubicBezTo>
                  <a:cubicBezTo>
                    <a:pt x="5" y="3"/>
                    <a:pt x="0" y="3"/>
                    <a:pt x="0" y="2"/>
                  </a:cubicBezTo>
                  <a:cubicBezTo>
                    <a:pt x="0" y="2"/>
                    <a:pt x="5" y="0"/>
                    <a:pt x="11" y="1"/>
                  </a:cubicBezTo>
                  <a:cubicBezTo>
                    <a:pt x="17" y="3"/>
                    <a:pt x="20" y="8"/>
                    <a:pt x="20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15">
              <a:extLst>
                <a:ext uri="{FF2B5EF4-FFF2-40B4-BE49-F238E27FC236}">
                  <a16:creationId xmlns:a16="http://schemas.microsoft.com/office/drawing/2014/main" id="{D5FEDC6E-9089-44D6-87DA-460050194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7" y="3725"/>
              <a:ext cx="58" cy="56"/>
            </a:xfrm>
            <a:custGeom>
              <a:avLst/>
              <a:gdLst>
                <a:gd name="T0" fmla="*/ 25 w 25"/>
                <a:gd name="T1" fmla="*/ 24 h 24"/>
                <a:gd name="T2" fmla="*/ 16 w 25"/>
                <a:gd name="T3" fmla="*/ 20 h 24"/>
                <a:gd name="T4" fmla="*/ 7 w 25"/>
                <a:gd name="T5" fmla="*/ 14 h 24"/>
                <a:gd name="T6" fmla="*/ 3 w 25"/>
                <a:gd name="T7" fmla="*/ 9 h 24"/>
                <a:gd name="T8" fmla="*/ 1 w 25"/>
                <a:gd name="T9" fmla="*/ 6 h 24"/>
                <a:gd name="T10" fmla="*/ 2 w 25"/>
                <a:gd name="T11" fmla="*/ 1 h 24"/>
                <a:gd name="T12" fmla="*/ 7 w 25"/>
                <a:gd name="T13" fmla="*/ 0 h 24"/>
                <a:gd name="T14" fmla="*/ 10 w 25"/>
                <a:gd name="T15" fmla="*/ 2 h 24"/>
                <a:gd name="T16" fmla="*/ 15 w 25"/>
                <a:gd name="T17" fmla="*/ 6 h 24"/>
                <a:gd name="T18" fmla="*/ 22 w 25"/>
                <a:gd name="T19" fmla="*/ 15 h 24"/>
                <a:gd name="T20" fmla="*/ 25 w 25"/>
                <a:gd name="T21" fmla="*/ 24 h 24"/>
                <a:gd name="T22" fmla="*/ 20 w 25"/>
                <a:gd name="T23" fmla="*/ 16 h 24"/>
                <a:gd name="T24" fmla="*/ 13 w 25"/>
                <a:gd name="T25" fmla="*/ 8 h 24"/>
                <a:gd name="T26" fmla="*/ 9 w 25"/>
                <a:gd name="T27" fmla="*/ 5 h 24"/>
                <a:gd name="T28" fmla="*/ 4 w 25"/>
                <a:gd name="T29" fmla="*/ 4 h 24"/>
                <a:gd name="T30" fmla="*/ 4 w 25"/>
                <a:gd name="T31" fmla="*/ 5 h 24"/>
                <a:gd name="T32" fmla="*/ 6 w 25"/>
                <a:gd name="T33" fmla="*/ 7 h 24"/>
                <a:gd name="T34" fmla="*/ 10 w 25"/>
                <a:gd name="T35" fmla="*/ 12 h 24"/>
                <a:gd name="T36" fmla="*/ 17 w 25"/>
                <a:gd name="T37" fmla="*/ 18 h 24"/>
                <a:gd name="T38" fmla="*/ 25 w 25"/>
                <a:gd name="T3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24">
                  <a:moveTo>
                    <a:pt x="25" y="24"/>
                  </a:moveTo>
                  <a:cubicBezTo>
                    <a:pt x="25" y="24"/>
                    <a:pt x="21" y="23"/>
                    <a:pt x="16" y="20"/>
                  </a:cubicBezTo>
                  <a:cubicBezTo>
                    <a:pt x="13" y="19"/>
                    <a:pt x="10" y="17"/>
                    <a:pt x="7" y="14"/>
                  </a:cubicBezTo>
                  <a:cubicBezTo>
                    <a:pt x="6" y="12"/>
                    <a:pt x="4" y="11"/>
                    <a:pt x="3" y="9"/>
                  </a:cubicBezTo>
                  <a:cubicBezTo>
                    <a:pt x="2" y="8"/>
                    <a:pt x="2" y="7"/>
                    <a:pt x="1" y="6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4" y="0"/>
                    <a:pt x="6" y="0"/>
                    <a:pt x="7" y="0"/>
                  </a:cubicBezTo>
                  <a:cubicBezTo>
                    <a:pt x="8" y="1"/>
                    <a:pt x="9" y="1"/>
                    <a:pt x="10" y="2"/>
                  </a:cubicBezTo>
                  <a:cubicBezTo>
                    <a:pt x="12" y="3"/>
                    <a:pt x="14" y="5"/>
                    <a:pt x="15" y="6"/>
                  </a:cubicBezTo>
                  <a:cubicBezTo>
                    <a:pt x="18" y="9"/>
                    <a:pt x="21" y="12"/>
                    <a:pt x="22" y="15"/>
                  </a:cubicBezTo>
                  <a:cubicBezTo>
                    <a:pt x="25" y="20"/>
                    <a:pt x="25" y="24"/>
                    <a:pt x="25" y="24"/>
                  </a:cubicBezTo>
                  <a:cubicBezTo>
                    <a:pt x="24" y="24"/>
                    <a:pt x="23" y="21"/>
                    <a:pt x="20" y="16"/>
                  </a:cubicBezTo>
                  <a:cubicBezTo>
                    <a:pt x="18" y="14"/>
                    <a:pt x="16" y="11"/>
                    <a:pt x="13" y="8"/>
                  </a:cubicBezTo>
                  <a:cubicBezTo>
                    <a:pt x="12" y="7"/>
                    <a:pt x="10" y="6"/>
                    <a:pt x="9" y="5"/>
                  </a:cubicBezTo>
                  <a:cubicBezTo>
                    <a:pt x="7" y="3"/>
                    <a:pt x="5" y="3"/>
                    <a:pt x="4" y="4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7" y="9"/>
                    <a:pt x="8" y="10"/>
                    <a:pt x="10" y="12"/>
                  </a:cubicBezTo>
                  <a:cubicBezTo>
                    <a:pt x="12" y="14"/>
                    <a:pt x="15" y="17"/>
                    <a:pt x="17" y="18"/>
                  </a:cubicBezTo>
                  <a:cubicBezTo>
                    <a:pt x="22" y="22"/>
                    <a:pt x="25" y="23"/>
                    <a:pt x="25" y="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16">
              <a:extLst>
                <a:ext uri="{FF2B5EF4-FFF2-40B4-BE49-F238E27FC236}">
                  <a16:creationId xmlns:a16="http://schemas.microsoft.com/office/drawing/2014/main" id="{F19680BB-97BB-4188-804B-D62A8ADA3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0" y="3718"/>
              <a:ext cx="49" cy="65"/>
            </a:xfrm>
            <a:custGeom>
              <a:avLst/>
              <a:gdLst>
                <a:gd name="T0" fmla="*/ 1 w 21"/>
                <a:gd name="T1" fmla="*/ 28 h 28"/>
                <a:gd name="T2" fmla="*/ 1 w 21"/>
                <a:gd name="T3" fmla="*/ 18 h 28"/>
                <a:gd name="T4" fmla="*/ 6 w 21"/>
                <a:gd name="T5" fmla="*/ 8 h 28"/>
                <a:gd name="T6" fmla="*/ 11 w 21"/>
                <a:gd name="T7" fmla="*/ 3 h 28"/>
                <a:gd name="T8" fmla="*/ 18 w 21"/>
                <a:gd name="T9" fmla="*/ 1 h 28"/>
                <a:gd name="T10" fmla="*/ 21 w 21"/>
                <a:gd name="T11" fmla="*/ 5 h 28"/>
                <a:gd name="T12" fmla="*/ 21 w 21"/>
                <a:gd name="T13" fmla="*/ 8 h 28"/>
                <a:gd name="T14" fmla="*/ 19 w 21"/>
                <a:gd name="T15" fmla="*/ 15 h 28"/>
                <a:gd name="T16" fmla="*/ 11 w 21"/>
                <a:gd name="T17" fmla="*/ 23 h 28"/>
                <a:gd name="T18" fmla="*/ 2 w 21"/>
                <a:gd name="T19" fmla="*/ 26 h 28"/>
                <a:gd name="T20" fmla="*/ 10 w 21"/>
                <a:gd name="T21" fmla="*/ 21 h 28"/>
                <a:gd name="T22" fmla="*/ 16 w 21"/>
                <a:gd name="T23" fmla="*/ 13 h 28"/>
                <a:gd name="T24" fmla="*/ 18 w 21"/>
                <a:gd name="T25" fmla="*/ 8 h 28"/>
                <a:gd name="T26" fmla="*/ 17 w 21"/>
                <a:gd name="T27" fmla="*/ 4 h 28"/>
                <a:gd name="T28" fmla="*/ 13 w 21"/>
                <a:gd name="T29" fmla="*/ 6 h 28"/>
                <a:gd name="T30" fmla="*/ 9 w 21"/>
                <a:gd name="T31" fmla="*/ 10 h 28"/>
                <a:gd name="T32" fmla="*/ 4 w 21"/>
                <a:gd name="T33" fmla="*/ 18 h 28"/>
                <a:gd name="T34" fmla="*/ 1 w 21"/>
                <a:gd name="T3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28">
                  <a:moveTo>
                    <a:pt x="1" y="28"/>
                  </a:moveTo>
                  <a:cubicBezTo>
                    <a:pt x="0" y="28"/>
                    <a:pt x="0" y="24"/>
                    <a:pt x="1" y="18"/>
                  </a:cubicBezTo>
                  <a:cubicBezTo>
                    <a:pt x="2" y="15"/>
                    <a:pt x="4" y="11"/>
                    <a:pt x="6" y="8"/>
                  </a:cubicBezTo>
                  <a:cubicBezTo>
                    <a:pt x="8" y="6"/>
                    <a:pt x="9" y="5"/>
                    <a:pt x="11" y="3"/>
                  </a:cubicBezTo>
                  <a:cubicBezTo>
                    <a:pt x="13" y="2"/>
                    <a:pt x="15" y="0"/>
                    <a:pt x="18" y="1"/>
                  </a:cubicBezTo>
                  <a:cubicBezTo>
                    <a:pt x="20" y="1"/>
                    <a:pt x="21" y="3"/>
                    <a:pt x="21" y="5"/>
                  </a:cubicBezTo>
                  <a:cubicBezTo>
                    <a:pt x="21" y="6"/>
                    <a:pt x="21" y="7"/>
                    <a:pt x="21" y="8"/>
                  </a:cubicBezTo>
                  <a:cubicBezTo>
                    <a:pt x="21" y="11"/>
                    <a:pt x="20" y="13"/>
                    <a:pt x="19" y="15"/>
                  </a:cubicBezTo>
                  <a:cubicBezTo>
                    <a:pt x="17" y="18"/>
                    <a:pt x="14" y="21"/>
                    <a:pt x="11" y="23"/>
                  </a:cubicBezTo>
                  <a:cubicBezTo>
                    <a:pt x="6" y="26"/>
                    <a:pt x="2" y="26"/>
                    <a:pt x="2" y="26"/>
                  </a:cubicBezTo>
                  <a:cubicBezTo>
                    <a:pt x="2" y="25"/>
                    <a:pt x="5" y="25"/>
                    <a:pt x="10" y="21"/>
                  </a:cubicBezTo>
                  <a:cubicBezTo>
                    <a:pt x="12" y="19"/>
                    <a:pt x="14" y="17"/>
                    <a:pt x="16" y="13"/>
                  </a:cubicBezTo>
                  <a:cubicBezTo>
                    <a:pt x="17" y="12"/>
                    <a:pt x="17" y="10"/>
                    <a:pt x="18" y="8"/>
                  </a:cubicBezTo>
                  <a:cubicBezTo>
                    <a:pt x="18" y="6"/>
                    <a:pt x="18" y="4"/>
                    <a:pt x="17" y="4"/>
                  </a:cubicBezTo>
                  <a:cubicBezTo>
                    <a:pt x="16" y="3"/>
                    <a:pt x="14" y="4"/>
                    <a:pt x="13" y="6"/>
                  </a:cubicBezTo>
                  <a:cubicBezTo>
                    <a:pt x="11" y="7"/>
                    <a:pt x="10" y="8"/>
                    <a:pt x="9" y="10"/>
                  </a:cubicBezTo>
                  <a:cubicBezTo>
                    <a:pt x="6" y="13"/>
                    <a:pt x="5" y="16"/>
                    <a:pt x="4" y="18"/>
                  </a:cubicBezTo>
                  <a:cubicBezTo>
                    <a:pt x="1" y="24"/>
                    <a:pt x="1" y="28"/>
                    <a:pt x="1" y="2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17">
              <a:extLst>
                <a:ext uri="{FF2B5EF4-FFF2-40B4-BE49-F238E27FC236}">
                  <a16:creationId xmlns:a16="http://schemas.microsoft.com/office/drawing/2014/main" id="{EFE6A48F-C876-4524-818F-DB488E6BB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2652"/>
              <a:ext cx="935" cy="440"/>
            </a:xfrm>
            <a:custGeom>
              <a:avLst/>
              <a:gdLst>
                <a:gd name="T0" fmla="*/ 136 w 402"/>
                <a:gd name="T1" fmla="*/ 4 h 189"/>
                <a:gd name="T2" fmla="*/ 62 w 402"/>
                <a:gd name="T3" fmla="*/ 29 h 189"/>
                <a:gd name="T4" fmla="*/ 3 w 402"/>
                <a:gd name="T5" fmla="*/ 121 h 189"/>
                <a:gd name="T6" fmla="*/ 42 w 402"/>
                <a:gd name="T7" fmla="*/ 183 h 189"/>
                <a:gd name="T8" fmla="*/ 67 w 402"/>
                <a:gd name="T9" fmla="*/ 189 h 189"/>
                <a:gd name="T10" fmla="*/ 392 w 402"/>
                <a:gd name="T11" fmla="*/ 186 h 189"/>
                <a:gd name="T12" fmla="*/ 402 w 402"/>
                <a:gd name="T13" fmla="*/ 131 h 189"/>
                <a:gd name="T14" fmla="*/ 192 w 402"/>
                <a:gd name="T15" fmla="*/ 80 h 189"/>
                <a:gd name="T16" fmla="*/ 201 w 402"/>
                <a:gd name="T17" fmla="*/ 0 h 189"/>
                <a:gd name="T18" fmla="*/ 136 w 402"/>
                <a:gd name="T19" fmla="*/ 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2" h="189">
                  <a:moveTo>
                    <a:pt x="136" y="4"/>
                  </a:moveTo>
                  <a:cubicBezTo>
                    <a:pt x="108" y="5"/>
                    <a:pt x="81" y="9"/>
                    <a:pt x="62" y="29"/>
                  </a:cubicBezTo>
                  <a:cubicBezTo>
                    <a:pt x="36" y="56"/>
                    <a:pt x="5" y="95"/>
                    <a:pt x="3" y="121"/>
                  </a:cubicBezTo>
                  <a:cubicBezTo>
                    <a:pt x="0" y="161"/>
                    <a:pt x="24" y="173"/>
                    <a:pt x="42" y="183"/>
                  </a:cubicBezTo>
                  <a:cubicBezTo>
                    <a:pt x="50" y="187"/>
                    <a:pt x="58" y="189"/>
                    <a:pt x="67" y="189"/>
                  </a:cubicBezTo>
                  <a:cubicBezTo>
                    <a:pt x="392" y="186"/>
                    <a:pt x="392" y="186"/>
                    <a:pt x="392" y="186"/>
                  </a:cubicBezTo>
                  <a:cubicBezTo>
                    <a:pt x="402" y="131"/>
                    <a:pt x="402" y="131"/>
                    <a:pt x="402" y="131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201" y="0"/>
                    <a:pt x="201" y="0"/>
                    <a:pt x="201" y="0"/>
                  </a:cubicBezTo>
                  <a:lnTo>
                    <a:pt x="136" y="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18">
              <a:extLst>
                <a:ext uri="{FF2B5EF4-FFF2-40B4-BE49-F238E27FC236}">
                  <a16:creationId xmlns:a16="http://schemas.microsoft.com/office/drawing/2014/main" id="{CE31DE9E-3DE0-4481-81E1-6DC16E3F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" y="2643"/>
              <a:ext cx="844" cy="1145"/>
            </a:xfrm>
            <a:custGeom>
              <a:avLst/>
              <a:gdLst>
                <a:gd name="T0" fmla="*/ 9 w 363"/>
                <a:gd name="T1" fmla="*/ 4 h 492"/>
                <a:gd name="T2" fmla="*/ 111 w 363"/>
                <a:gd name="T3" fmla="*/ 0 h 492"/>
                <a:gd name="T4" fmla="*/ 325 w 363"/>
                <a:gd name="T5" fmla="*/ 44 h 492"/>
                <a:gd name="T6" fmla="*/ 346 w 363"/>
                <a:gd name="T7" fmla="*/ 155 h 492"/>
                <a:gd name="T8" fmla="*/ 223 w 363"/>
                <a:gd name="T9" fmla="*/ 434 h 492"/>
                <a:gd name="T10" fmla="*/ 226 w 363"/>
                <a:gd name="T11" fmla="*/ 465 h 492"/>
                <a:gd name="T12" fmla="*/ 198 w 363"/>
                <a:gd name="T13" fmla="*/ 492 h 492"/>
                <a:gd name="T14" fmla="*/ 99 w 363"/>
                <a:gd name="T15" fmla="*/ 456 h 492"/>
                <a:gd name="T16" fmla="*/ 95 w 363"/>
                <a:gd name="T17" fmla="*/ 439 h 492"/>
                <a:gd name="T18" fmla="*/ 111 w 363"/>
                <a:gd name="T19" fmla="*/ 424 h 492"/>
                <a:gd name="T20" fmla="*/ 111 w 363"/>
                <a:gd name="T21" fmla="*/ 399 h 492"/>
                <a:gd name="T22" fmla="*/ 149 w 363"/>
                <a:gd name="T23" fmla="*/ 327 h 492"/>
                <a:gd name="T24" fmla="*/ 185 w 363"/>
                <a:gd name="T25" fmla="*/ 191 h 492"/>
                <a:gd name="T26" fmla="*/ 207 w 363"/>
                <a:gd name="T27" fmla="*/ 153 h 492"/>
                <a:gd name="T28" fmla="*/ 108 w 363"/>
                <a:gd name="T29" fmla="*/ 110 h 492"/>
                <a:gd name="T30" fmla="*/ 0 w 363"/>
                <a:gd name="T31" fmla="*/ 84 h 492"/>
                <a:gd name="T32" fmla="*/ 9 w 363"/>
                <a:gd name="T33" fmla="*/ 4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3" h="492">
                  <a:moveTo>
                    <a:pt x="9" y="4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1" y="0"/>
                    <a:pt x="288" y="10"/>
                    <a:pt x="325" y="44"/>
                  </a:cubicBezTo>
                  <a:cubicBezTo>
                    <a:pt x="363" y="79"/>
                    <a:pt x="358" y="118"/>
                    <a:pt x="346" y="155"/>
                  </a:cubicBezTo>
                  <a:cubicBezTo>
                    <a:pt x="333" y="193"/>
                    <a:pt x="223" y="434"/>
                    <a:pt x="223" y="434"/>
                  </a:cubicBezTo>
                  <a:cubicBezTo>
                    <a:pt x="223" y="434"/>
                    <a:pt x="232" y="449"/>
                    <a:pt x="226" y="465"/>
                  </a:cubicBezTo>
                  <a:cubicBezTo>
                    <a:pt x="219" y="488"/>
                    <a:pt x="198" y="492"/>
                    <a:pt x="198" y="492"/>
                  </a:cubicBezTo>
                  <a:cubicBezTo>
                    <a:pt x="99" y="456"/>
                    <a:pt x="99" y="456"/>
                    <a:pt x="99" y="456"/>
                  </a:cubicBezTo>
                  <a:cubicBezTo>
                    <a:pt x="99" y="456"/>
                    <a:pt x="86" y="451"/>
                    <a:pt x="95" y="439"/>
                  </a:cubicBezTo>
                  <a:cubicBezTo>
                    <a:pt x="105" y="426"/>
                    <a:pt x="111" y="424"/>
                    <a:pt x="111" y="424"/>
                  </a:cubicBezTo>
                  <a:cubicBezTo>
                    <a:pt x="111" y="399"/>
                    <a:pt x="111" y="399"/>
                    <a:pt x="111" y="399"/>
                  </a:cubicBezTo>
                  <a:cubicBezTo>
                    <a:pt x="111" y="399"/>
                    <a:pt x="146" y="336"/>
                    <a:pt x="149" y="327"/>
                  </a:cubicBezTo>
                  <a:cubicBezTo>
                    <a:pt x="152" y="319"/>
                    <a:pt x="185" y="191"/>
                    <a:pt x="185" y="191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7" y="153"/>
                    <a:pt x="154" y="128"/>
                    <a:pt x="108" y="110"/>
                  </a:cubicBezTo>
                  <a:cubicBezTo>
                    <a:pt x="0" y="84"/>
                    <a:pt x="0" y="84"/>
                    <a:pt x="0" y="8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19">
              <a:extLst>
                <a:ext uri="{FF2B5EF4-FFF2-40B4-BE49-F238E27FC236}">
                  <a16:creationId xmlns:a16="http://schemas.microsoft.com/office/drawing/2014/main" id="{D9C7224E-00DE-49F4-8297-6FF893143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" y="3634"/>
              <a:ext cx="151" cy="61"/>
            </a:xfrm>
            <a:custGeom>
              <a:avLst/>
              <a:gdLst>
                <a:gd name="T0" fmla="*/ 65 w 65"/>
                <a:gd name="T1" fmla="*/ 25 h 26"/>
                <a:gd name="T2" fmla="*/ 56 w 65"/>
                <a:gd name="T3" fmla="*/ 20 h 26"/>
                <a:gd name="T4" fmla="*/ 34 w 65"/>
                <a:gd name="T5" fmla="*/ 9 h 26"/>
                <a:gd name="T6" fmla="*/ 10 w 65"/>
                <a:gd name="T7" fmla="*/ 2 h 26"/>
                <a:gd name="T8" fmla="*/ 0 w 65"/>
                <a:gd name="T9" fmla="*/ 1 h 26"/>
                <a:gd name="T10" fmla="*/ 10 w 65"/>
                <a:gd name="T11" fmla="*/ 1 h 26"/>
                <a:gd name="T12" fmla="*/ 35 w 65"/>
                <a:gd name="T13" fmla="*/ 7 h 26"/>
                <a:gd name="T14" fmla="*/ 57 w 65"/>
                <a:gd name="T15" fmla="*/ 19 h 26"/>
                <a:gd name="T16" fmla="*/ 65 w 65"/>
                <a:gd name="T1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6">
                  <a:moveTo>
                    <a:pt x="65" y="25"/>
                  </a:moveTo>
                  <a:cubicBezTo>
                    <a:pt x="65" y="26"/>
                    <a:pt x="61" y="23"/>
                    <a:pt x="56" y="20"/>
                  </a:cubicBezTo>
                  <a:cubicBezTo>
                    <a:pt x="51" y="16"/>
                    <a:pt x="43" y="12"/>
                    <a:pt x="34" y="9"/>
                  </a:cubicBezTo>
                  <a:cubicBezTo>
                    <a:pt x="25" y="5"/>
                    <a:pt x="16" y="3"/>
                    <a:pt x="10" y="2"/>
                  </a:cubicBezTo>
                  <a:cubicBezTo>
                    <a:pt x="4" y="1"/>
                    <a:pt x="0" y="1"/>
                    <a:pt x="0" y="1"/>
                  </a:cubicBezTo>
                  <a:cubicBezTo>
                    <a:pt x="0" y="1"/>
                    <a:pt x="4" y="0"/>
                    <a:pt x="10" y="1"/>
                  </a:cubicBezTo>
                  <a:cubicBezTo>
                    <a:pt x="17" y="2"/>
                    <a:pt x="26" y="3"/>
                    <a:pt x="35" y="7"/>
                  </a:cubicBezTo>
                  <a:cubicBezTo>
                    <a:pt x="44" y="10"/>
                    <a:pt x="52" y="15"/>
                    <a:pt x="57" y="19"/>
                  </a:cubicBezTo>
                  <a:cubicBezTo>
                    <a:pt x="62" y="22"/>
                    <a:pt x="65" y="25"/>
                    <a:pt x="65" y="2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20">
              <a:extLst>
                <a:ext uri="{FF2B5EF4-FFF2-40B4-BE49-F238E27FC236}">
                  <a16:creationId xmlns:a16="http://schemas.microsoft.com/office/drawing/2014/main" id="{9626BEF1-DC68-474B-B48B-853728D6C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3" y="3548"/>
              <a:ext cx="79" cy="105"/>
            </a:xfrm>
            <a:custGeom>
              <a:avLst/>
              <a:gdLst>
                <a:gd name="T0" fmla="*/ 34 w 34"/>
                <a:gd name="T1" fmla="*/ 45 h 45"/>
                <a:gd name="T2" fmla="*/ 28 w 34"/>
                <a:gd name="T3" fmla="*/ 39 h 45"/>
                <a:gd name="T4" fmla="*/ 16 w 34"/>
                <a:gd name="T5" fmla="*/ 23 h 45"/>
                <a:gd name="T6" fmla="*/ 4 w 34"/>
                <a:gd name="T7" fmla="*/ 7 h 45"/>
                <a:gd name="T8" fmla="*/ 0 w 34"/>
                <a:gd name="T9" fmla="*/ 0 h 45"/>
                <a:gd name="T10" fmla="*/ 6 w 34"/>
                <a:gd name="T11" fmla="*/ 6 h 45"/>
                <a:gd name="T12" fmla="*/ 17 w 34"/>
                <a:gd name="T13" fmla="*/ 22 h 45"/>
                <a:gd name="T14" fmla="*/ 29 w 34"/>
                <a:gd name="T15" fmla="*/ 38 h 45"/>
                <a:gd name="T16" fmla="*/ 34 w 34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45">
                  <a:moveTo>
                    <a:pt x="34" y="45"/>
                  </a:moveTo>
                  <a:cubicBezTo>
                    <a:pt x="34" y="45"/>
                    <a:pt x="31" y="43"/>
                    <a:pt x="28" y="39"/>
                  </a:cubicBezTo>
                  <a:cubicBezTo>
                    <a:pt x="25" y="35"/>
                    <a:pt x="20" y="30"/>
                    <a:pt x="16" y="23"/>
                  </a:cubicBezTo>
                  <a:cubicBezTo>
                    <a:pt x="11" y="17"/>
                    <a:pt x="7" y="11"/>
                    <a:pt x="4" y="7"/>
                  </a:cubicBezTo>
                  <a:cubicBezTo>
                    <a:pt x="2" y="3"/>
                    <a:pt x="0" y="0"/>
                    <a:pt x="0" y="0"/>
                  </a:cubicBezTo>
                  <a:cubicBezTo>
                    <a:pt x="1" y="0"/>
                    <a:pt x="3" y="2"/>
                    <a:pt x="6" y="6"/>
                  </a:cubicBezTo>
                  <a:cubicBezTo>
                    <a:pt x="9" y="11"/>
                    <a:pt x="13" y="16"/>
                    <a:pt x="17" y="22"/>
                  </a:cubicBezTo>
                  <a:cubicBezTo>
                    <a:pt x="22" y="28"/>
                    <a:pt x="26" y="34"/>
                    <a:pt x="29" y="38"/>
                  </a:cubicBezTo>
                  <a:cubicBezTo>
                    <a:pt x="32" y="42"/>
                    <a:pt x="34" y="45"/>
                    <a:pt x="34" y="4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21">
              <a:extLst>
                <a:ext uri="{FF2B5EF4-FFF2-40B4-BE49-F238E27FC236}">
                  <a16:creationId xmlns:a16="http://schemas.microsoft.com/office/drawing/2014/main" id="{19042CCD-CFCC-408A-86B6-002E5D3E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2918"/>
              <a:ext cx="131" cy="81"/>
            </a:xfrm>
            <a:custGeom>
              <a:avLst/>
              <a:gdLst>
                <a:gd name="T0" fmla="*/ 56 w 56"/>
                <a:gd name="T1" fmla="*/ 1 h 35"/>
                <a:gd name="T2" fmla="*/ 46 w 56"/>
                <a:gd name="T3" fmla="*/ 4 h 35"/>
                <a:gd name="T4" fmla="*/ 25 w 56"/>
                <a:gd name="T5" fmla="*/ 14 h 35"/>
                <a:gd name="T6" fmla="*/ 7 w 56"/>
                <a:gd name="T7" fmla="*/ 28 h 35"/>
                <a:gd name="T8" fmla="*/ 0 w 56"/>
                <a:gd name="T9" fmla="*/ 35 h 35"/>
                <a:gd name="T10" fmla="*/ 6 w 56"/>
                <a:gd name="T11" fmla="*/ 27 h 35"/>
                <a:gd name="T12" fmla="*/ 24 w 56"/>
                <a:gd name="T13" fmla="*/ 12 h 35"/>
                <a:gd name="T14" fmla="*/ 46 w 56"/>
                <a:gd name="T15" fmla="*/ 2 h 35"/>
                <a:gd name="T16" fmla="*/ 56 w 56"/>
                <a:gd name="T17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5">
                  <a:moveTo>
                    <a:pt x="56" y="1"/>
                  </a:moveTo>
                  <a:cubicBezTo>
                    <a:pt x="56" y="1"/>
                    <a:pt x="52" y="2"/>
                    <a:pt x="46" y="4"/>
                  </a:cubicBezTo>
                  <a:cubicBezTo>
                    <a:pt x="41" y="5"/>
                    <a:pt x="33" y="9"/>
                    <a:pt x="25" y="14"/>
                  </a:cubicBezTo>
                  <a:cubicBezTo>
                    <a:pt x="18" y="18"/>
                    <a:pt x="11" y="24"/>
                    <a:pt x="7" y="28"/>
                  </a:cubicBezTo>
                  <a:cubicBezTo>
                    <a:pt x="3" y="32"/>
                    <a:pt x="1" y="35"/>
                    <a:pt x="0" y="35"/>
                  </a:cubicBezTo>
                  <a:cubicBezTo>
                    <a:pt x="0" y="35"/>
                    <a:pt x="2" y="32"/>
                    <a:pt x="6" y="27"/>
                  </a:cubicBezTo>
                  <a:cubicBezTo>
                    <a:pt x="10" y="23"/>
                    <a:pt x="16" y="17"/>
                    <a:pt x="24" y="12"/>
                  </a:cubicBezTo>
                  <a:cubicBezTo>
                    <a:pt x="32" y="7"/>
                    <a:pt x="40" y="4"/>
                    <a:pt x="46" y="2"/>
                  </a:cubicBezTo>
                  <a:cubicBezTo>
                    <a:pt x="52" y="1"/>
                    <a:pt x="56" y="0"/>
                    <a:pt x="5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422">
              <a:extLst>
                <a:ext uri="{FF2B5EF4-FFF2-40B4-BE49-F238E27FC236}">
                  <a16:creationId xmlns:a16="http://schemas.microsoft.com/office/drawing/2014/main" id="{A6BC1ED0-95CC-42F3-91A2-113ABC541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1" y="2876"/>
              <a:ext cx="193" cy="439"/>
            </a:xfrm>
            <a:custGeom>
              <a:avLst/>
              <a:gdLst>
                <a:gd name="T0" fmla="*/ 0 w 83"/>
                <a:gd name="T1" fmla="*/ 189 h 189"/>
                <a:gd name="T2" fmla="*/ 1 w 83"/>
                <a:gd name="T3" fmla="*/ 187 h 189"/>
                <a:gd name="T4" fmla="*/ 2 w 83"/>
                <a:gd name="T5" fmla="*/ 181 h 189"/>
                <a:gd name="T6" fmla="*/ 8 w 83"/>
                <a:gd name="T7" fmla="*/ 159 h 189"/>
                <a:gd name="T8" fmla="*/ 28 w 83"/>
                <a:gd name="T9" fmla="*/ 87 h 189"/>
                <a:gd name="T10" fmla="*/ 40 w 83"/>
                <a:gd name="T11" fmla="*/ 47 h 189"/>
                <a:gd name="T12" fmla="*/ 58 w 83"/>
                <a:gd name="T13" fmla="*/ 19 h 189"/>
                <a:gd name="T14" fmla="*/ 76 w 83"/>
                <a:gd name="T15" fmla="*/ 5 h 189"/>
                <a:gd name="T16" fmla="*/ 81 w 83"/>
                <a:gd name="T17" fmla="*/ 1 h 189"/>
                <a:gd name="T18" fmla="*/ 83 w 83"/>
                <a:gd name="T19" fmla="*/ 1 h 189"/>
                <a:gd name="T20" fmla="*/ 76 w 83"/>
                <a:gd name="T21" fmla="*/ 5 h 189"/>
                <a:gd name="T22" fmla="*/ 59 w 83"/>
                <a:gd name="T23" fmla="*/ 20 h 189"/>
                <a:gd name="T24" fmla="*/ 41 w 83"/>
                <a:gd name="T25" fmla="*/ 48 h 189"/>
                <a:gd name="T26" fmla="*/ 30 w 83"/>
                <a:gd name="T27" fmla="*/ 88 h 189"/>
                <a:gd name="T28" fmla="*/ 9 w 83"/>
                <a:gd name="T29" fmla="*/ 160 h 189"/>
                <a:gd name="T30" fmla="*/ 3 w 83"/>
                <a:gd name="T31" fmla="*/ 181 h 189"/>
                <a:gd name="T32" fmla="*/ 1 w 83"/>
                <a:gd name="T33" fmla="*/ 187 h 189"/>
                <a:gd name="T34" fmla="*/ 0 w 83"/>
                <a:gd name="T3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3" h="189">
                  <a:moveTo>
                    <a:pt x="0" y="189"/>
                  </a:moveTo>
                  <a:cubicBezTo>
                    <a:pt x="0" y="189"/>
                    <a:pt x="0" y="188"/>
                    <a:pt x="1" y="187"/>
                  </a:cubicBezTo>
                  <a:cubicBezTo>
                    <a:pt x="1" y="185"/>
                    <a:pt x="2" y="183"/>
                    <a:pt x="2" y="181"/>
                  </a:cubicBezTo>
                  <a:cubicBezTo>
                    <a:pt x="4" y="176"/>
                    <a:pt x="6" y="168"/>
                    <a:pt x="8" y="159"/>
                  </a:cubicBezTo>
                  <a:cubicBezTo>
                    <a:pt x="13" y="140"/>
                    <a:pt x="20" y="115"/>
                    <a:pt x="28" y="87"/>
                  </a:cubicBezTo>
                  <a:cubicBezTo>
                    <a:pt x="32" y="73"/>
                    <a:pt x="36" y="60"/>
                    <a:pt x="40" y="47"/>
                  </a:cubicBezTo>
                  <a:cubicBezTo>
                    <a:pt x="44" y="35"/>
                    <a:pt x="52" y="26"/>
                    <a:pt x="58" y="19"/>
                  </a:cubicBezTo>
                  <a:cubicBezTo>
                    <a:pt x="65" y="12"/>
                    <a:pt x="71" y="8"/>
                    <a:pt x="76" y="5"/>
                  </a:cubicBezTo>
                  <a:cubicBezTo>
                    <a:pt x="78" y="3"/>
                    <a:pt x="80" y="2"/>
                    <a:pt x="81" y="1"/>
                  </a:cubicBezTo>
                  <a:cubicBezTo>
                    <a:pt x="82" y="1"/>
                    <a:pt x="83" y="0"/>
                    <a:pt x="83" y="1"/>
                  </a:cubicBezTo>
                  <a:cubicBezTo>
                    <a:pt x="83" y="1"/>
                    <a:pt x="81" y="2"/>
                    <a:pt x="76" y="5"/>
                  </a:cubicBezTo>
                  <a:cubicBezTo>
                    <a:pt x="72" y="8"/>
                    <a:pt x="66" y="13"/>
                    <a:pt x="59" y="20"/>
                  </a:cubicBezTo>
                  <a:cubicBezTo>
                    <a:pt x="53" y="27"/>
                    <a:pt x="46" y="36"/>
                    <a:pt x="41" y="48"/>
                  </a:cubicBezTo>
                  <a:cubicBezTo>
                    <a:pt x="38" y="60"/>
                    <a:pt x="34" y="74"/>
                    <a:pt x="30" y="88"/>
                  </a:cubicBezTo>
                  <a:cubicBezTo>
                    <a:pt x="22" y="116"/>
                    <a:pt x="15" y="141"/>
                    <a:pt x="9" y="160"/>
                  </a:cubicBezTo>
                  <a:cubicBezTo>
                    <a:pt x="7" y="169"/>
                    <a:pt x="5" y="176"/>
                    <a:pt x="3" y="181"/>
                  </a:cubicBezTo>
                  <a:cubicBezTo>
                    <a:pt x="2" y="184"/>
                    <a:pt x="2" y="186"/>
                    <a:pt x="1" y="187"/>
                  </a:cubicBezTo>
                  <a:cubicBezTo>
                    <a:pt x="1" y="188"/>
                    <a:pt x="0" y="189"/>
                    <a:pt x="0" y="18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23">
              <a:extLst>
                <a:ext uri="{FF2B5EF4-FFF2-40B4-BE49-F238E27FC236}">
                  <a16:creationId xmlns:a16="http://schemas.microsoft.com/office/drawing/2014/main" id="{049A58AA-EB6B-43E6-A957-E14C36852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3" y="2690"/>
              <a:ext cx="18" cy="197"/>
            </a:xfrm>
            <a:custGeom>
              <a:avLst/>
              <a:gdLst>
                <a:gd name="T0" fmla="*/ 8 w 8"/>
                <a:gd name="T1" fmla="*/ 85 h 85"/>
                <a:gd name="T2" fmla="*/ 3 w 8"/>
                <a:gd name="T3" fmla="*/ 43 h 85"/>
                <a:gd name="T4" fmla="*/ 0 w 8"/>
                <a:gd name="T5" fmla="*/ 0 h 85"/>
                <a:gd name="T6" fmla="*/ 5 w 8"/>
                <a:gd name="T7" fmla="*/ 42 h 85"/>
                <a:gd name="T8" fmla="*/ 8 w 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5">
                  <a:moveTo>
                    <a:pt x="8" y="85"/>
                  </a:moveTo>
                  <a:cubicBezTo>
                    <a:pt x="7" y="85"/>
                    <a:pt x="5" y="66"/>
                    <a:pt x="3" y="43"/>
                  </a:cubicBezTo>
                  <a:cubicBezTo>
                    <a:pt x="1" y="19"/>
                    <a:pt x="0" y="0"/>
                    <a:pt x="0" y="0"/>
                  </a:cubicBezTo>
                  <a:cubicBezTo>
                    <a:pt x="1" y="0"/>
                    <a:pt x="3" y="19"/>
                    <a:pt x="5" y="42"/>
                  </a:cubicBezTo>
                  <a:cubicBezTo>
                    <a:pt x="7" y="66"/>
                    <a:pt x="8" y="85"/>
                    <a:pt x="8" y="8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24">
              <a:extLst>
                <a:ext uri="{FF2B5EF4-FFF2-40B4-BE49-F238E27FC236}">
                  <a16:creationId xmlns:a16="http://schemas.microsoft.com/office/drawing/2014/main" id="{DFBEB4E0-2A3B-47D7-B404-611C28E4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920"/>
              <a:ext cx="109" cy="86"/>
            </a:xfrm>
            <a:custGeom>
              <a:avLst/>
              <a:gdLst>
                <a:gd name="T0" fmla="*/ 47 w 47"/>
                <a:gd name="T1" fmla="*/ 37 h 37"/>
                <a:gd name="T2" fmla="*/ 42 w 47"/>
                <a:gd name="T3" fmla="*/ 30 h 37"/>
                <a:gd name="T4" fmla="*/ 27 w 47"/>
                <a:gd name="T5" fmla="*/ 14 h 37"/>
                <a:gd name="T6" fmla="*/ 8 w 47"/>
                <a:gd name="T7" fmla="*/ 4 h 37"/>
                <a:gd name="T8" fmla="*/ 0 w 47"/>
                <a:gd name="T9" fmla="*/ 0 h 37"/>
                <a:gd name="T10" fmla="*/ 9 w 47"/>
                <a:gd name="T11" fmla="*/ 2 h 37"/>
                <a:gd name="T12" fmla="*/ 28 w 47"/>
                <a:gd name="T13" fmla="*/ 13 h 37"/>
                <a:gd name="T14" fmla="*/ 43 w 47"/>
                <a:gd name="T15" fmla="*/ 29 h 37"/>
                <a:gd name="T16" fmla="*/ 47 w 47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37">
                  <a:moveTo>
                    <a:pt x="47" y="37"/>
                  </a:moveTo>
                  <a:cubicBezTo>
                    <a:pt x="47" y="37"/>
                    <a:pt x="45" y="34"/>
                    <a:pt x="42" y="30"/>
                  </a:cubicBezTo>
                  <a:cubicBezTo>
                    <a:pt x="39" y="25"/>
                    <a:pt x="34" y="19"/>
                    <a:pt x="27" y="14"/>
                  </a:cubicBezTo>
                  <a:cubicBezTo>
                    <a:pt x="20" y="9"/>
                    <a:pt x="13" y="5"/>
                    <a:pt x="8" y="4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0"/>
                    <a:pt x="3" y="1"/>
                    <a:pt x="9" y="2"/>
                  </a:cubicBezTo>
                  <a:cubicBezTo>
                    <a:pt x="14" y="4"/>
                    <a:pt x="21" y="7"/>
                    <a:pt x="28" y="13"/>
                  </a:cubicBezTo>
                  <a:cubicBezTo>
                    <a:pt x="35" y="18"/>
                    <a:pt x="40" y="24"/>
                    <a:pt x="43" y="29"/>
                  </a:cubicBezTo>
                  <a:cubicBezTo>
                    <a:pt x="46" y="34"/>
                    <a:pt x="47" y="37"/>
                    <a:pt x="47" y="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25">
              <a:extLst>
                <a:ext uri="{FF2B5EF4-FFF2-40B4-BE49-F238E27FC236}">
                  <a16:creationId xmlns:a16="http://schemas.microsoft.com/office/drawing/2014/main" id="{F34A2297-B867-4C63-AA70-91E73EE35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801"/>
              <a:ext cx="207" cy="44"/>
            </a:xfrm>
            <a:custGeom>
              <a:avLst/>
              <a:gdLst>
                <a:gd name="T0" fmla="*/ 88 w 89"/>
                <a:gd name="T1" fmla="*/ 19 h 19"/>
                <a:gd name="T2" fmla="*/ 76 w 89"/>
                <a:gd name="T3" fmla="*/ 13 h 19"/>
                <a:gd name="T4" fmla="*/ 46 w 89"/>
                <a:gd name="T5" fmla="*/ 4 h 19"/>
                <a:gd name="T6" fmla="*/ 14 w 89"/>
                <a:gd name="T7" fmla="*/ 4 h 19"/>
                <a:gd name="T8" fmla="*/ 0 w 89"/>
                <a:gd name="T9" fmla="*/ 6 h 19"/>
                <a:gd name="T10" fmla="*/ 4 w 89"/>
                <a:gd name="T11" fmla="*/ 5 h 19"/>
                <a:gd name="T12" fmla="*/ 13 w 89"/>
                <a:gd name="T13" fmla="*/ 3 h 19"/>
                <a:gd name="T14" fmla="*/ 46 w 89"/>
                <a:gd name="T15" fmla="*/ 2 h 19"/>
                <a:gd name="T16" fmla="*/ 77 w 89"/>
                <a:gd name="T17" fmla="*/ 12 h 19"/>
                <a:gd name="T18" fmla="*/ 86 w 89"/>
                <a:gd name="T19" fmla="*/ 17 h 19"/>
                <a:gd name="T20" fmla="*/ 88 w 89"/>
                <a:gd name="T2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9" h="19">
                  <a:moveTo>
                    <a:pt x="88" y="19"/>
                  </a:moveTo>
                  <a:cubicBezTo>
                    <a:pt x="88" y="19"/>
                    <a:pt x="84" y="16"/>
                    <a:pt x="76" y="13"/>
                  </a:cubicBezTo>
                  <a:cubicBezTo>
                    <a:pt x="69" y="10"/>
                    <a:pt x="58" y="6"/>
                    <a:pt x="46" y="4"/>
                  </a:cubicBezTo>
                  <a:cubicBezTo>
                    <a:pt x="33" y="2"/>
                    <a:pt x="22" y="3"/>
                    <a:pt x="14" y="4"/>
                  </a:cubicBezTo>
                  <a:cubicBezTo>
                    <a:pt x="5" y="5"/>
                    <a:pt x="1" y="7"/>
                    <a:pt x="0" y="6"/>
                  </a:cubicBezTo>
                  <a:cubicBezTo>
                    <a:pt x="0" y="6"/>
                    <a:pt x="2" y="6"/>
                    <a:pt x="4" y="5"/>
                  </a:cubicBezTo>
                  <a:cubicBezTo>
                    <a:pt x="6" y="4"/>
                    <a:pt x="9" y="3"/>
                    <a:pt x="13" y="3"/>
                  </a:cubicBezTo>
                  <a:cubicBezTo>
                    <a:pt x="22" y="1"/>
                    <a:pt x="33" y="0"/>
                    <a:pt x="46" y="2"/>
                  </a:cubicBezTo>
                  <a:cubicBezTo>
                    <a:pt x="59" y="4"/>
                    <a:pt x="70" y="8"/>
                    <a:pt x="77" y="12"/>
                  </a:cubicBezTo>
                  <a:cubicBezTo>
                    <a:pt x="81" y="14"/>
                    <a:pt x="84" y="15"/>
                    <a:pt x="86" y="17"/>
                  </a:cubicBezTo>
                  <a:cubicBezTo>
                    <a:pt x="88" y="18"/>
                    <a:pt x="89" y="19"/>
                    <a:pt x="88" y="1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26">
              <a:extLst>
                <a:ext uri="{FF2B5EF4-FFF2-40B4-BE49-F238E27FC236}">
                  <a16:creationId xmlns:a16="http://schemas.microsoft.com/office/drawing/2014/main" id="{9D4961F1-6042-46B5-87CA-75D50CC4A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3" y="2843"/>
              <a:ext cx="577" cy="114"/>
            </a:xfrm>
            <a:custGeom>
              <a:avLst/>
              <a:gdLst>
                <a:gd name="T0" fmla="*/ 248 w 248"/>
                <a:gd name="T1" fmla="*/ 49 h 49"/>
                <a:gd name="T2" fmla="*/ 246 w 248"/>
                <a:gd name="T3" fmla="*/ 49 h 49"/>
                <a:gd name="T4" fmla="*/ 238 w 248"/>
                <a:gd name="T5" fmla="*/ 47 h 49"/>
                <a:gd name="T6" fmla="*/ 212 w 248"/>
                <a:gd name="T7" fmla="*/ 41 h 49"/>
                <a:gd name="T8" fmla="*/ 124 w 248"/>
                <a:gd name="T9" fmla="*/ 23 h 49"/>
                <a:gd name="T10" fmla="*/ 36 w 248"/>
                <a:gd name="T11" fmla="*/ 7 h 49"/>
                <a:gd name="T12" fmla="*/ 10 w 248"/>
                <a:gd name="T13" fmla="*/ 2 h 49"/>
                <a:gd name="T14" fmla="*/ 2 w 248"/>
                <a:gd name="T15" fmla="*/ 1 h 49"/>
                <a:gd name="T16" fmla="*/ 0 w 248"/>
                <a:gd name="T17" fmla="*/ 0 h 49"/>
                <a:gd name="T18" fmla="*/ 2 w 248"/>
                <a:gd name="T19" fmla="*/ 0 h 49"/>
                <a:gd name="T20" fmla="*/ 10 w 248"/>
                <a:gd name="T21" fmla="*/ 1 h 49"/>
                <a:gd name="T22" fmla="*/ 37 w 248"/>
                <a:gd name="T23" fmla="*/ 5 h 49"/>
                <a:gd name="T24" fmla="*/ 125 w 248"/>
                <a:gd name="T25" fmla="*/ 21 h 49"/>
                <a:gd name="T26" fmla="*/ 212 w 248"/>
                <a:gd name="T27" fmla="*/ 40 h 49"/>
                <a:gd name="T28" fmla="*/ 239 w 248"/>
                <a:gd name="T29" fmla="*/ 47 h 49"/>
                <a:gd name="T30" fmla="*/ 246 w 248"/>
                <a:gd name="T31" fmla="*/ 48 h 49"/>
                <a:gd name="T32" fmla="*/ 248 w 248"/>
                <a:gd name="T3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8" h="49">
                  <a:moveTo>
                    <a:pt x="248" y="49"/>
                  </a:moveTo>
                  <a:cubicBezTo>
                    <a:pt x="248" y="49"/>
                    <a:pt x="247" y="49"/>
                    <a:pt x="246" y="49"/>
                  </a:cubicBezTo>
                  <a:cubicBezTo>
                    <a:pt x="244" y="48"/>
                    <a:pt x="241" y="48"/>
                    <a:pt x="238" y="47"/>
                  </a:cubicBezTo>
                  <a:cubicBezTo>
                    <a:pt x="232" y="46"/>
                    <a:pt x="223" y="44"/>
                    <a:pt x="212" y="41"/>
                  </a:cubicBezTo>
                  <a:cubicBezTo>
                    <a:pt x="190" y="36"/>
                    <a:pt x="159" y="30"/>
                    <a:pt x="124" y="23"/>
                  </a:cubicBezTo>
                  <a:cubicBezTo>
                    <a:pt x="90" y="16"/>
                    <a:pt x="59" y="10"/>
                    <a:pt x="36" y="7"/>
                  </a:cubicBezTo>
                  <a:cubicBezTo>
                    <a:pt x="25" y="5"/>
                    <a:pt x="16" y="3"/>
                    <a:pt x="10" y="2"/>
                  </a:cubicBezTo>
                  <a:cubicBezTo>
                    <a:pt x="7" y="1"/>
                    <a:pt x="4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7" y="1"/>
                    <a:pt x="10" y="1"/>
                  </a:cubicBezTo>
                  <a:cubicBezTo>
                    <a:pt x="16" y="2"/>
                    <a:pt x="25" y="3"/>
                    <a:pt x="37" y="5"/>
                  </a:cubicBezTo>
                  <a:cubicBezTo>
                    <a:pt x="59" y="9"/>
                    <a:pt x="90" y="14"/>
                    <a:pt x="125" y="21"/>
                  </a:cubicBezTo>
                  <a:cubicBezTo>
                    <a:pt x="159" y="28"/>
                    <a:pt x="190" y="35"/>
                    <a:pt x="212" y="40"/>
                  </a:cubicBezTo>
                  <a:cubicBezTo>
                    <a:pt x="223" y="43"/>
                    <a:pt x="232" y="45"/>
                    <a:pt x="239" y="47"/>
                  </a:cubicBezTo>
                  <a:cubicBezTo>
                    <a:pt x="242" y="47"/>
                    <a:pt x="244" y="48"/>
                    <a:pt x="246" y="48"/>
                  </a:cubicBezTo>
                  <a:cubicBezTo>
                    <a:pt x="247" y="49"/>
                    <a:pt x="248" y="49"/>
                    <a:pt x="248" y="4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427">
              <a:extLst>
                <a:ext uri="{FF2B5EF4-FFF2-40B4-BE49-F238E27FC236}">
                  <a16:creationId xmlns:a16="http://schemas.microsoft.com/office/drawing/2014/main" id="{09C5E301-53EE-4DDF-92B4-C179D3EB3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" y="2743"/>
              <a:ext cx="130" cy="116"/>
            </a:xfrm>
            <a:custGeom>
              <a:avLst/>
              <a:gdLst>
                <a:gd name="T0" fmla="*/ 56 w 56"/>
                <a:gd name="T1" fmla="*/ 50 h 50"/>
                <a:gd name="T2" fmla="*/ 52 w 56"/>
                <a:gd name="T3" fmla="*/ 39 h 50"/>
                <a:gd name="T4" fmla="*/ 44 w 56"/>
                <a:gd name="T5" fmla="*/ 30 h 50"/>
                <a:gd name="T6" fmla="*/ 33 w 56"/>
                <a:gd name="T7" fmla="*/ 20 h 50"/>
                <a:gd name="T8" fmla="*/ 10 w 56"/>
                <a:gd name="T9" fmla="*/ 6 h 50"/>
                <a:gd name="T10" fmla="*/ 0 w 56"/>
                <a:gd name="T11" fmla="*/ 0 h 50"/>
                <a:gd name="T12" fmla="*/ 10 w 56"/>
                <a:gd name="T13" fmla="*/ 4 h 50"/>
                <a:gd name="T14" fmla="*/ 34 w 56"/>
                <a:gd name="T15" fmla="*/ 19 h 50"/>
                <a:gd name="T16" fmla="*/ 46 w 56"/>
                <a:gd name="T17" fmla="*/ 29 h 50"/>
                <a:gd name="T18" fmla="*/ 53 w 56"/>
                <a:gd name="T19" fmla="*/ 39 h 50"/>
                <a:gd name="T20" fmla="*/ 56 w 56"/>
                <a:gd name="T21" fmla="*/ 47 h 50"/>
                <a:gd name="T22" fmla="*/ 56 w 56"/>
                <a:gd name="T2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50">
                  <a:moveTo>
                    <a:pt x="56" y="50"/>
                  </a:moveTo>
                  <a:cubicBezTo>
                    <a:pt x="56" y="50"/>
                    <a:pt x="55" y="46"/>
                    <a:pt x="52" y="39"/>
                  </a:cubicBezTo>
                  <a:cubicBezTo>
                    <a:pt x="50" y="36"/>
                    <a:pt x="48" y="33"/>
                    <a:pt x="44" y="30"/>
                  </a:cubicBezTo>
                  <a:cubicBezTo>
                    <a:pt x="41" y="27"/>
                    <a:pt x="37" y="23"/>
                    <a:pt x="33" y="20"/>
                  </a:cubicBezTo>
                  <a:cubicBezTo>
                    <a:pt x="24" y="14"/>
                    <a:pt x="16" y="9"/>
                    <a:pt x="10" y="6"/>
                  </a:cubicBezTo>
                  <a:cubicBezTo>
                    <a:pt x="3" y="2"/>
                    <a:pt x="0" y="0"/>
                    <a:pt x="0" y="0"/>
                  </a:cubicBezTo>
                  <a:cubicBezTo>
                    <a:pt x="0" y="0"/>
                    <a:pt x="4" y="1"/>
                    <a:pt x="10" y="4"/>
                  </a:cubicBezTo>
                  <a:cubicBezTo>
                    <a:pt x="17" y="7"/>
                    <a:pt x="25" y="12"/>
                    <a:pt x="34" y="19"/>
                  </a:cubicBezTo>
                  <a:cubicBezTo>
                    <a:pt x="38" y="22"/>
                    <a:pt x="42" y="25"/>
                    <a:pt x="46" y="29"/>
                  </a:cubicBezTo>
                  <a:cubicBezTo>
                    <a:pt x="49" y="32"/>
                    <a:pt x="51" y="36"/>
                    <a:pt x="53" y="39"/>
                  </a:cubicBezTo>
                  <a:cubicBezTo>
                    <a:pt x="55" y="42"/>
                    <a:pt x="55" y="45"/>
                    <a:pt x="56" y="47"/>
                  </a:cubicBezTo>
                  <a:cubicBezTo>
                    <a:pt x="56" y="49"/>
                    <a:pt x="56" y="50"/>
                    <a:pt x="56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428">
              <a:extLst>
                <a:ext uri="{FF2B5EF4-FFF2-40B4-BE49-F238E27FC236}">
                  <a16:creationId xmlns:a16="http://schemas.microsoft.com/office/drawing/2014/main" id="{9A44F892-E3B8-45FA-AFBE-6A8DF6E24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" y="2973"/>
              <a:ext cx="37" cy="70"/>
            </a:xfrm>
            <a:custGeom>
              <a:avLst/>
              <a:gdLst>
                <a:gd name="T0" fmla="*/ 16 w 16"/>
                <a:gd name="T1" fmla="*/ 0 h 30"/>
                <a:gd name="T2" fmla="*/ 7 w 16"/>
                <a:gd name="T3" fmla="*/ 14 h 30"/>
                <a:gd name="T4" fmla="*/ 1 w 16"/>
                <a:gd name="T5" fmla="*/ 30 h 30"/>
                <a:gd name="T6" fmla="*/ 5 w 16"/>
                <a:gd name="T7" fmla="*/ 13 h 30"/>
                <a:gd name="T8" fmla="*/ 16 w 16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30">
                  <a:moveTo>
                    <a:pt x="16" y="0"/>
                  </a:moveTo>
                  <a:cubicBezTo>
                    <a:pt x="16" y="0"/>
                    <a:pt x="11" y="6"/>
                    <a:pt x="7" y="14"/>
                  </a:cubicBezTo>
                  <a:cubicBezTo>
                    <a:pt x="2" y="22"/>
                    <a:pt x="1" y="30"/>
                    <a:pt x="1" y="30"/>
                  </a:cubicBezTo>
                  <a:cubicBezTo>
                    <a:pt x="0" y="30"/>
                    <a:pt x="1" y="22"/>
                    <a:pt x="5" y="13"/>
                  </a:cubicBezTo>
                  <a:cubicBezTo>
                    <a:pt x="10" y="5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429">
              <a:extLst>
                <a:ext uri="{FF2B5EF4-FFF2-40B4-BE49-F238E27FC236}">
                  <a16:creationId xmlns:a16="http://schemas.microsoft.com/office/drawing/2014/main" id="{C8A25DBA-F62D-46E2-8479-1ECA51128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" y="2031"/>
              <a:ext cx="65" cy="382"/>
            </a:xfrm>
            <a:prstGeom prst="rect">
              <a:avLst/>
            </a:prstGeom>
            <a:solidFill>
              <a:srgbClr val="B25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430">
              <a:extLst>
                <a:ext uri="{FF2B5EF4-FFF2-40B4-BE49-F238E27FC236}">
                  <a16:creationId xmlns:a16="http://schemas.microsoft.com/office/drawing/2014/main" id="{8E425B1A-A5EE-4F64-8C0A-29F684AD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" y="2024"/>
              <a:ext cx="58" cy="389"/>
            </a:xfrm>
            <a:custGeom>
              <a:avLst/>
              <a:gdLst>
                <a:gd name="T0" fmla="*/ 0 w 25"/>
                <a:gd name="T1" fmla="*/ 0 h 167"/>
                <a:gd name="T2" fmla="*/ 24 w 25"/>
                <a:gd name="T3" fmla="*/ 164 h 167"/>
                <a:gd name="T4" fmla="*/ 25 w 25"/>
                <a:gd name="T5" fmla="*/ 167 h 167"/>
                <a:gd name="T6" fmla="*/ 25 w 25"/>
                <a:gd name="T7" fmla="*/ 167 h 167"/>
                <a:gd name="T8" fmla="*/ 16 w 25"/>
                <a:gd name="T9" fmla="*/ 101 h 167"/>
                <a:gd name="T10" fmla="*/ 2 w 25"/>
                <a:gd name="T11" fmla="*/ 3 h 167"/>
                <a:gd name="T12" fmla="*/ 0 w 25"/>
                <a:gd name="T1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67">
                  <a:moveTo>
                    <a:pt x="0" y="0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2" y="148"/>
                    <a:pt x="19" y="125"/>
                    <a:pt x="16" y="101"/>
                  </a:cubicBezTo>
                  <a:cubicBezTo>
                    <a:pt x="10" y="61"/>
                    <a:pt x="5" y="26"/>
                    <a:pt x="2" y="3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431">
              <a:extLst>
                <a:ext uri="{FF2B5EF4-FFF2-40B4-BE49-F238E27FC236}">
                  <a16:creationId xmlns:a16="http://schemas.microsoft.com/office/drawing/2014/main" id="{DD398827-F35E-42FE-95BD-5C40E7993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" y="2234"/>
              <a:ext cx="1089" cy="346"/>
            </a:xfrm>
            <a:custGeom>
              <a:avLst/>
              <a:gdLst>
                <a:gd name="T0" fmla="*/ 263 w 468"/>
                <a:gd name="T1" fmla="*/ 4 h 149"/>
                <a:gd name="T2" fmla="*/ 187 w 468"/>
                <a:gd name="T3" fmla="*/ 137 h 149"/>
                <a:gd name="T4" fmla="*/ 1 w 468"/>
                <a:gd name="T5" fmla="*/ 141 h 149"/>
                <a:gd name="T6" fmla="*/ 0 w 468"/>
                <a:gd name="T7" fmla="*/ 149 h 149"/>
                <a:gd name="T8" fmla="*/ 181 w 468"/>
                <a:gd name="T9" fmla="*/ 148 h 149"/>
                <a:gd name="T10" fmla="*/ 186 w 468"/>
                <a:gd name="T11" fmla="*/ 148 h 149"/>
                <a:gd name="T12" fmla="*/ 377 w 468"/>
                <a:gd name="T13" fmla="*/ 148 h 149"/>
                <a:gd name="T14" fmla="*/ 415 w 468"/>
                <a:gd name="T15" fmla="*/ 82 h 149"/>
                <a:gd name="T16" fmla="*/ 464 w 468"/>
                <a:gd name="T17" fmla="*/ 11 h 149"/>
                <a:gd name="T18" fmla="*/ 459 w 468"/>
                <a:gd name="T19" fmla="*/ 0 h 149"/>
                <a:gd name="T20" fmla="*/ 269 w 468"/>
                <a:gd name="T21" fmla="*/ 1 h 149"/>
                <a:gd name="T22" fmla="*/ 263 w 468"/>
                <a:gd name="T23" fmla="*/ 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8" h="149">
                  <a:moveTo>
                    <a:pt x="263" y="4"/>
                  </a:moveTo>
                  <a:cubicBezTo>
                    <a:pt x="187" y="137"/>
                    <a:pt x="187" y="137"/>
                    <a:pt x="187" y="137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181" y="148"/>
                    <a:pt x="181" y="148"/>
                    <a:pt x="181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377" y="148"/>
                    <a:pt x="377" y="148"/>
                    <a:pt x="377" y="148"/>
                  </a:cubicBezTo>
                  <a:cubicBezTo>
                    <a:pt x="415" y="82"/>
                    <a:pt x="415" y="82"/>
                    <a:pt x="415" y="82"/>
                  </a:cubicBezTo>
                  <a:cubicBezTo>
                    <a:pt x="464" y="11"/>
                    <a:pt x="464" y="11"/>
                    <a:pt x="464" y="11"/>
                  </a:cubicBezTo>
                  <a:cubicBezTo>
                    <a:pt x="468" y="7"/>
                    <a:pt x="464" y="0"/>
                    <a:pt x="459" y="0"/>
                  </a:cubicBezTo>
                  <a:cubicBezTo>
                    <a:pt x="269" y="1"/>
                    <a:pt x="269" y="1"/>
                    <a:pt x="269" y="1"/>
                  </a:cubicBezTo>
                  <a:cubicBezTo>
                    <a:pt x="266" y="1"/>
                    <a:pt x="264" y="2"/>
                    <a:pt x="263" y="4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432">
              <a:extLst>
                <a:ext uri="{FF2B5EF4-FFF2-40B4-BE49-F238E27FC236}">
                  <a16:creationId xmlns:a16="http://schemas.microsoft.com/office/drawing/2014/main" id="{396E5D18-512E-4643-9B6E-2C86B0C86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" y="2424"/>
              <a:ext cx="172" cy="159"/>
            </a:xfrm>
            <a:custGeom>
              <a:avLst/>
              <a:gdLst>
                <a:gd name="T0" fmla="*/ 64 w 74"/>
                <a:gd name="T1" fmla="*/ 0 h 68"/>
                <a:gd name="T2" fmla="*/ 73 w 74"/>
                <a:gd name="T3" fmla="*/ 16 h 68"/>
                <a:gd name="T4" fmla="*/ 64 w 74"/>
                <a:gd name="T5" fmla="*/ 30 h 68"/>
                <a:gd name="T6" fmla="*/ 54 w 74"/>
                <a:gd name="T7" fmla="*/ 41 h 68"/>
                <a:gd name="T8" fmla="*/ 43 w 74"/>
                <a:gd name="T9" fmla="*/ 55 h 68"/>
                <a:gd name="T10" fmla="*/ 30 w 74"/>
                <a:gd name="T11" fmla="*/ 65 h 68"/>
                <a:gd name="T12" fmla="*/ 15 w 74"/>
                <a:gd name="T13" fmla="*/ 58 h 68"/>
                <a:gd name="T14" fmla="*/ 13 w 74"/>
                <a:gd name="T15" fmla="*/ 54 h 68"/>
                <a:gd name="T16" fmla="*/ 3 w 74"/>
                <a:gd name="T17" fmla="*/ 42 h 68"/>
                <a:gd name="T18" fmla="*/ 12 w 74"/>
                <a:gd name="T19" fmla="*/ 36 h 68"/>
                <a:gd name="T20" fmla="*/ 12 w 74"/>
                <a:gd name="T21" fmla="*/ 25 h 68"/>
                <a:gd name="T22" fmla="*/ 26 w 74"/>
                <a:gd name="T23" fmla="*/ 24 h 68"/>
                <a:gd name="T24" fmla="*/ 29 w 74"/>
                <a:gd name="T25" fmla="*/ 14 h 68"/>
                <a:gd name="T26" fmla="*/ 48 w 74"/>
                <a:gd name="T27" fmla="*/ 21 h 68"/>
                <a:gd name="T28" fmla="*/ 57 w 74"/>
                <a:gd name="T29" fmla="*/ 11 h 68"/>
                <a:gd name="T30" fmla="*/ 64 w 74"/>
                <a:gd name="T3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" h="68">
                  <a:moveTo>
                    <a:pt x="64" y="0"/>
                  </a:moveTo>
                  <a:cubicBezTo>
                    <a:pt x="64" y="0"/>
                    <a:pt x="74" y="9"/>
                    <a:pt x="73" y="16"/>
                  </a:cubicBezTo>
                  <a:cubicBezTo>
                    <a:pt x="71" y="24"/>
                    <a:pt x="71" y="29"/>
                    <a:pt x="64" y="30"/>
                  </a:cubicBezTo>
                  <a:cubicBezTo>
                    <a:pt x="64" y="30"/>
                    <a:pt x="65" y="40"/>
                    <a:pt x="54" y="41"/>
                  </a:cubicBezTo>
                  <a:cubicBezTo>
                    <a:pt x="54" y="41"/>
                    <a:pt x="57" y="53"/>
                    <a:pt x="43" y="55"/>
                  </a:cubicBezTo>
                  <a:cubicBezTo>
                    <a:pt x="43" y="55"/>
                    <a:pt x="39" y="68"/>
                    <a:pt x="30" y="65"/>
                  </a:cubicBezTo>
                  <a:cubicBezTo>
                    <a:pt x="21" y="62"/>
                    <a:pt x="15" y="58"/>
                    <a:pt x="15" y="58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0" y="49"/>
                    <a:pt x="3" y="42"/>
                  </a:cubicBezTo>
                  <a:cubicBezTo>
                    <a:pt x="5" y="37"/>
                    <a:pt x="12" y="36"/>
                    <a:pt x="12" y="36"/>
                  </a:cubicBezTo>
                  <a:cubicBezTo>
                    <a:pt x="12" y="36"/>
                    <a:pt x="9" y="30"/>
                    <a:pt x="12" y="25"/>
                  </a:cubicBezTo>
                  <a:cubicBezTo>
                    <a:pt x="16" y="21"/>
                    <a:pt x="26" y="24"/>
                    <a:pt x="26" y="24"/>
                  </a:cubicBezTo>
                  <a:cubicBezTo>
                    <a:pt x="26" y="24"/>
                    <a:pt x="25" y="19"/>
                    <a:pt x="29" y="14"/>
                  </a:cubicBezTo>
                  <a:cubicBezTo>
                    <a:pt x="32" y="10"/>
                    <a:pt x="48" y="21"/>
                    <a:pt x="48" y="21"/>
                  </a:cubicBezTo>
                  <a:cubicBezTo>
                    <a:pt x="57" y="11"/>
                    <a:pt x="57" y="11"/>
                    <a:pt x="57" y="11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33">
              <a:extLst>
                <a:ext uri="{FF2B5EF4-FFF2-40B4-BE49-F238E27FC236}">
                  <a16:creationId xmlns:a16="http://schemas.microsoft.com/office/drawing/2014/main" id="{B0ED73B8-1053-473A-98CF-6763B806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" y="2508"/>
              <a:ext cx="75" cy="47"/>
            </a:xfrm>
            <a:custGeom>
              <a:avLst/>
              <a:gdLst>
                <a:gd name="T0" fmla="*/ 32 w 32"/>
                <a:gd name="T1" fmla="*/ 19 h 20"/>
                <a:gd name="T2" fmla="*/ 16 w 32"/>
                <a:gd name="T3" fmla="*/ 10 h 20"/>
                <a:gd name="T4" fmla="*/ 1 w 32"/>
                <a:gd name="T5" fmla="*/ 0 h 20"/>
                <a:gd name="T6" fmla="*/ 17 w 32"/>
                <a:gd name="T7" fmla="*/ 9 h 20"/>
                <a:gd name="T8" fmla="*/ 32 w 32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0">
                  <a:moveTo>
                    <a:pt x="32" y="19"/>
                  </a:moveTo>
                  <a:cubicBezTo>
                    <a:pt x="32" y="20"/>
                    <a:pt x="24" y="16"/>
                    <a:pt x="16" y="10"/>
                  </a:cubicBezTo>
                  <a:cubicBezTo>
                    <a:pt x="7" y="5"/>
                    <a:pt x="0" y="0"/>
                    <a:pt x="1" y="0"/>
                  </a:cubicBezTo>
                  <a:cubicBezTo>
                    <a:pt x="1" y="0"/>
                    <a:pt x="8" y="4"/>
                    <a:pt x="17" y="9"/>
                  </a:cubicBezTo>
                  <a:cubicBezTo>
                    <a:pt x="25" y="14"/>
                    <a:pt x="32" y="19"/>
                    <a:pt x="32" y="19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34">
              <a:extLst>
                <a:ext uri="{FF2B5EF4-FFF2-40B4-BE49-F238E27FC236}">
                  <a16:creationId xmlns:a16="http://schemas.microsoft.com/office/drawing/2014/main" id="{43CE51FB-C8F0-4ECB-844C-E3385665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1" y="2478"/>
              <a:ext cx="70" cy="44"/>
            </a:xfrm>
            <a:custGeom>
              <a:avLst/>
              <a:gdLst>
                <a:gd name="T0" fmla="*/ 29 w 30"/>
                <a:gd name="T1" fmla="*/ 18 h 19"/>
                <a:gd name="T2" fmla="*/ 15 w 30"/>
                <a:gd name="T3" fmla="*/ 10 h 19"/>
                <a:gd name="T4" fmla="*/ 1 w 30"/>
                <a:gd name="T5" fmla="*/ 1 h 19"/>
                <a:gd name="T6" fmla="*/ 16 w 30"/>
                <a:gd name="T7" fmla="*/ 9 h 19"/>
                <a:gd name="T8" fmla="*/ 29 w 30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9">
                  <a:moveTo>
                    <a:pt x="29" y="18"/>
                  </a:moveTo>
                  <a:cubicBezTo>
                    <a:pt x="29" y="19"/>
                    <a:pt x="23" y="15"/>
                    <a:pt x="15" y="10"/>
                  </a:cubicBezTo>
                  <a:cubicBezTo>
                    <a:pt x="7" y="6"/>
                    <a:pt x="0" y="1"/>
                    <a:pt x="1" y="1"/>
                  </a:cubicBezTo>
                  <a:cubicBezTo>
                    <a:pt x="1" y="0"/>
                    <a:pt x="8" y="4"/>
                    <a:pt x="16" y="9"/>
                  </a:cubicBezTo>
                  <a:cubicBezTo>
                    <a:pt x="24" y="14"/>
                    <a:pt x="30" y="18"/>
                    <a:pt x="29" y="18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35">
              <a:extLst>
                <a:ext uri="{FF2B5EF4-FFF2-40B4-BE49-F238E27FC236}">
                  <a16:creationId xmlns:a16="http://schemas.microsoft.com/office/drawing/2014/main" id="{C6D1CF3B-5A55-4C9F-B51A-58C77E8BA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" y="2459"/>
              <a:ext cx="61" cy="37"/>
            </a:xfrm>
            <a:custGeom>
              <a:avLst/>
              <a:gdLst>
                <a:gd name="T0" fmla="*/ 1 w 26"/>
                <a:gd name="T1" fmla="*/ 0 h 16"/>
                <a:gd name="T2" fmla="*/ 14 w 26"/>
                <a:gd name="T3" fmla="*/ 7 h 16"/>
                <a:gd name="T4" fmla="*/ 26 w 26"/>
                <a:gd name="T5" fmla="*/ 15 h 16"/>
                <a:gd name="T6" fmla="*/ 13 w 26"/>
                <a:gd name="T7" fmla="*/ 9 h 16"/>
                <a:gd name="T8" fmla="*/ 1 w 2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6">
                  <a:moveTo>
                    <a:pt x="1" y="0"/>
                  </a:moveTo>
                  <a:cubicBezTo>
                    <a:pt x="1" y="0"/>
                    <a:pt x="7" y="3"/>
                    <a:pt x="14" y="7"/>
                  </a:cubicBezTo>
                  <a:cubicBezTo>
                    <a:pt x="21" y="12"/>
                    <a:pt x="26" y="15"/>
                    <a:pt x="26" y="15"/>
                  </a:cubicBezTo>
                  <a:cubicBezTo>
                    <a:pt x="26" y="16"/>
                    <a:pt x="20" y="13"/>
                    <a:pt x="13" y="9"/>
                  </a:cubicBezTo>
                  <a:cubicBezTo>
                    <a:pt x="6" y="4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36">
              <a:extLst>
                <a:ext uri="{FF2B5EF4-FFF2-40B4-BE49-F238E27FC236}">
                  <a16:creationId xmlns:a16="http://schemas.microsoft.com/office/drawing/2014/main" id="{E00707A2-269B-4BF1-A9F6-49AB0F7A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" y="2243"/>
              <a:ext cx="626" cy="335"/>
            </a:xfrm>
            <a:custGeom>
              <a:avLst/>
              <a:gdLst>
                <a:gd name="T0" fmla="*/ 269 w 269"/>
                <a:gd name="T1" fmla="*/ 1 h 144"/>
                <a:gd name="T2" fmla="*/ 269 w 269"/>
                <a:gd name="T3" fmla="*/ 1 h 144"/>
                <a:gd name="T4" fmla="*/ 266 w 269"/>
                <a:gd name="T5" fmla="*/ 1 h 144"/>
                <a:gd name="T6" fmla="*/ 256 w 269"/>
                <a:gd name="T7" fmla="*/ 2 h 144"/>
                <a:gd name="T8" fmla="*/ 218 w 269"/>
                <a:gd name="T9" fmla="*/ 2 h 144"/>
                <a:gd name="T10" fmla="*/ 93 w 269"/>
                <a:gd name="T11" fmla="*/ 2 h 144"/>
                <a:gd name="T12" fmla="*/ 84 w 269"/>
                <a:gd name="T13" fmla="*/ 2 h 144"/>
                <a:gd name="T14" fmla="*/ 77 w 269"/>
                <a:gd name="T15" fmla="*/ 5 h 144"/>
                <a:gd name="T16" fmla="*/ 69 w 269"/>
                <a:gd name="T17" fmla="*/ 21 h 144"/>
                <a:gd name="T18" fmla="*/ 52 w 269"/>
                <a:gd name="T19" fmla="*/ 50 h 144"/>
                <a:gd name="T20" fmla="*/ 25 w 269"/>
                <a:gd name="T21" fmla="*/ 99 h 144"/>
                <a:gd name="T22" fmla="*/ 7 w 269"/>
                <a:gd name="T23" fmla="*/ 132 h 144"/>
                <a:gd name="T24" fmla="*/ 2 w 269"/>
                <a:gd name="T25" fmla="*/ 141 h 144"/>
                <a:gd name="T26" fmla="*/ 0 w 269"/>
                <a:gd name="T27" fmla="*/ 143 h 144"/>
                <a:gd name="T28" fmla="*/ 0 w 269"/>
                <a:gd name="T29" fmla="*/ 144 h 144"/>
                <a:gd name="T30" fmla="*/ 0 w 269"/>
                <a:gd name="T31" fmla="*/ 143 h 144"/>
                <a:gd name="T32" fmla="*/ 1 w 269"/>
                <a:gd name="T33" fmla="*/ 140 h 144"/>
                <a:gd name="T34" fmla="*/ 6 w 269"/>
                <a:gd name="T35" fmla="*/ 131 h 144"/>
                <a:gd name="T36" fmla="*/ 24 w 269"/>
                <a:gd name="T37" fmla="*/ 98 h 144"/>
                <a:gd name="T38" fmla="*/ 51 w 269"/>
                <a:gd name="T39" fmla="*/ 49 h 144"/>
                <a:gd name="T40" fmla="*/ 67 w 269"/>
                <a:gd name="T41" fmla="*/ 20 h 144"/>
                <a:gd name="T42" fmla="*/ 75 w 269"/>
                <a:gd name="T43" fmla="*/ 4 h 144"/>
                <a:gd name="T44" fmla="*/ 84 w 269"/>
                <a:gd name="T45" fmla="*/ 0 h 144"/>
                <a:gd name="T46" fmla="*/ 93 w 269"/>
                <a:gd name="T47" fmla="*/ 0 h 144"/>
                <a:gd name="T48" fmla="*/ 218 w 269"/>
                <a:gd name="T49" fmla="*/ 1 h 144"/>
                <a:gd name="T50" fmla="*/ 256 w 269"/>
                <a:gd name="T51" fmla="*/ 1 h 144"/>
                <a:gd name="T52" fmla="*/ 266 w 269"/>
                <a:gd name="T53" fmla="*/ 1 h 144"/>
                <a:gd name="T54" fmla="*/ 269 w 269"/>
                <a:gd name="T55" fmla="*/ 1 h 144"/>
                <a:gd name="T56" fmla="*/ 269 w 269"/>
                <a:gd name="T5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69" h="144">
                  <a:moveTo>
                    <a:pt x="269" y="1"/>
                  </a:moveTo>
                  <a:cubicBezTo>
                    <a:pt x="269" y="1"/>
                    <a:pt x="269" y="1"/>
                    <a:pt x="269" y="1"/>
                  </a:cubicBezTo>
                  <a:cubicBezTo>
                    <a:pt x="268" y="1"/>
                    <a:pt x="267" y="1"/>
                    <a:pt x="266" y="1"/>
                  </a:cubicBezTo>
                  <a:cubicBezTo>
                    <a:pt x="263" y="1"/>
                    <a:pt x="260" y="2"/>
                    <a:pt x="256" y="2"/>
                  </a:cubicBezTo>
                  <a:cubicBezTo>
                    <a:pt x="247" y="2"/>
                    <a:pt x="234" y="2"/>
                    <a:pt x="218" y="2"/>
                  </a:cubicBezTo>
                  <a:cubicBezTo>
                    <a:pt x="186" y="2"/>
                    <a:pt x="142" y="2"/>
                    <a:pt x="93" y="2"/>
                  </a:cubicBezTo>
                  <a:cubicBezTo>
                    <a:pt x="90" y="2"/>
                    <a:pt x="87" y="2"/>
                    <a:pt x="84" y="2"/>
                  </a:cubicBezTo>
                  <a:cubicBezTo>
                    <a:pt x="81" y="2"/>
                    <a:pt x="78" y="3"/>
                    <a:pt x="77" y="5"/>
                  </a:cubicBezTo>
                  <a:cubicBezTo>
                    <a:pt x="74" y="11"/>
                    <a:pt x="71" y="16"/>
                    <a:pt x="69" y="21"/>
                  </a:cubicBezTo>
                  <a:cubicBezTo>
                    <a:pt x="63" y="31"/>
                    <a:pt x="58" y="40"/>
                    <a:pt x="52" y="50"/>
                  </a:cubicBezTo>
                  <a:cubicBezTo>
                    <a:pt x="42" y="68"/>
                    <a:pt x="33" y="85"/>
                    <a:pt x="25" y="99"/>
                  </a:cubicBezTo>
                  <a:cubicBezTo>
                    <a:pt x="17" y="113"/>
                    <a:pt x="11" y="124"/>
                    <a:pt x="7" y="132"/>
                  </a:cubicBezTo>
                  <a:cubicBezTo>
                    <a:pt x="4" y="135"/>
                    <a:pt x="3" y="138"/>
                    <a:pt x="2" y="141"/>
                  </a:cubicBezTo>
                  <a:cubicBezTo>
                    <a:pt x="1" y="142"/>
                    <a:pt x="1" y="142"/>
                    <a:pt x="0" y="143"/>
                  </a:cubicBezTo>
                  <a:cubicBezTo>
                    <a:pt x="0" y="143"/>
                    <a:pt x="0" y="144"/>
                    <a:pt x="0" y="144"/>
                  </a:cubicBezTo>
                  <a:cubicBezTo>
                    <a:pt x="0" y="144"/>
                    <a:pt x="0" y="143"/>
                    <a:pt x="0" y="143"/>
                  </a:cubicBezTo>
                  <a:cubicBezTo>
                    <a:pt x="0" y="142"/>
                    <a:pt x="1" y="141"/>
                    <a:pt x="1" y="140"/>
                  </a:cubicBezTo>
                  <a:cubicBezTo>
                    <a:pt x="2" y="138"/>
                    <a:pt x="4" y="135"/>
                    <a:pt x="6" y="131"/>
                  </a:cubicBezTo>
                  <a:cubicBezTo>
                    <a:pt x="10" y="123"/>
                    <a:pt x="16" y="112"/>
                    <a:pt x="24" y="98"/>
                  </a:cubicBezTo>
                  <a:cubicBezTo>
                    <a:pt x="32" y="84"/>
                    <a:pt x="41" y="67"/>
                    <a:pt x="51" y="49"/>
                  </a:cubicBezTo>
                  <a:cubicBezTo>
                    <a:pt x="56" y="40"/>
                    <a:pt x="61" y="30"/>
                    <a:pt x="67" y="20"/>
                  </a:cubicBezTo>
                  <a:cubicBezTo>
                    <a:pt x="70" y="15"/>
                    <a:pt x="73" y="10"/>
                    <a:pt x="75" y="4"/>
                  </a:cubicBezTo>
                  <a:cubicBezTo>
                    <a:pt x="77" y="2"/>
                    <a:pt x="81" y="0"/>
                    <a:pt x="84" y="0"/>
                  </a:cubicBezTo>
                  <a:cubicBezTo>
                    <a:pt x="87" y="0"/>
                    <a:pt x="90" y="0"/>
                    <a:pt x="93" y="0"/>
                  </a:cubicBezTo>
                  <a:cubicBezTo>
                    <a:pt x="142" y="0"/>
                    <a:pt x="186" y="0"/>
                    <a:pt x="218" y="1"/>
                  </a:cubicBezTo>
                  <a:cubicBezTo>
                    <a:pt x="234" y="1"/>
                    <a:pt x="247" y="1"/>
                    <a:pt x="256" y="1"/>
                  </a:cubicBezTo>
                  <a:cubicBezTo>
                    <a:pt x="260" y="1"/>
                    <a:pt x="263" y="1"/>
                    <a:pt x="266" y="1"/>
                  </a:cubicBezTo>
                  <a:cubicBezTo>
                    <a:pt x="267" y="1"/>
                    <a:pt x="268" y="1"/>
                    <a:pt x="269" y="1"/>
                  </a:cubicBezTo>
                  <a:cubicBezTo>
                    <a:pt x="269" y="1"/>
                    <a:pt x="269" y="1"/>
                    <a:pt x="2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7">
              <a:extLst>
                <a:ext uri="{FF2B5EF4-FFF2-40B4-BE49-F238E27FC236}">
                  <a16:creationId xmlns:a16="http://schemas.microsoft.com/office/drawing/2014/main" id="{12DA73BD-DA8F-42F3-9D6F-9A98CDB95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7" y="2389"/>
              <a:ext cx="44" cy="47"/>
            </a:xfrm>
            <a:custGeom>
              <a:avLst/>
              <a:gdLst>
                <a:gd name="T0" fmla="*/ 3 w 19"/>
                <a:gd name="T1" fmla="*/ 5 h 20"/>
                <a:gd name="T2" fmla="*/ 3 w 19"/>
                <a:gd name="T3" fmla="*/ 17 h 20"/>
                <a:gd name="T4" fmla="*/ 15 w 19"/>
                <a:gd name="T5" fmla="*/ 15 h 20"/>
                <a:gd name="T6" fmla="*/ 15 w 19"/>
                <a:gd name="T7" fmla="*/ 3 h 20"/>
                <a:gd name="T8" fmla="*/ 3 w 19"/>
                <a:gd name="T9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3" y="5"/>
                  </a:moveTo>
                  <a:cubicBezTo>
                    <a:pt x="0" y="8"/>
                    <a:pt x="0" y="14"/>
                    <a:pt x="3" y="17"/>
                  </a:cubicBezTo>
                  <a:cubicBezTo>
                    <a:pt x="7" y="20"/>
                    <a:pt x="12" y="19"/>
                    <a:pt x="15" y="15"/>
                  </a:cubicBezTo>
                  <a:cubicBezTo>
                    <a:pt x="19" y="12"/>
                    <a:pt x="19" y="6"/>
                    <a:pt x="15" y="3"/>
                  </a:cubicBezTo>
                  <a:cubicBezTo>
                    <a:pt x="12" y="0"/>
                    <a:pt x="7" y="1"/>
                    <a:pt x="3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38">
              <a:extLst>
                <a:ext uri="{FF2B5EF4-FFF2-40B4-BE49-F238E27FC236}">
                  <a16:creationId xmlns:a16="http://schemas.microsoft.com/office/drawing/2014/main" id="{C177D9CA-8D93-4738-B572-3447F5B88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" y="2662"/>
              <a:ext cx="370" cy="700"/>
            </a:xfrm>
            <a:custGeom>
              <a:avLst/>
              <a:gdLst>
                <a:gd name="T0" fmla="*/ 83 w 159"/>
                <a:gd name="T1" fmla="*/ 301 h 301"/>
                <a:gd name="T2" fmla="*/ 84 w 159"/>
                <a:gd name="T3" fmla="*/ 300 h 301"/>
                <a:gd name="T4" fmla="*/ 85 w 159"/>
                <a:gd name="T5" fmla="*/ 298 h 301"/>
                <a:gd name="T6" fmla="*/ 88 w 159"/>
                <a:gd name="T7" fmla="*/ 288 h 301"/>
                <a:gd name="T8" fmla="*/ 103 w 159"/>
                <a:gd name="T9" fmla="*/ 254 h 301"/>
                <a:gd name="T10" fmla="*/ 153 w 159"/>
                <a:gd name="T11" fmla="*/ 139 h 301"/>
                <a:gd name="T12" fmla="*/ 152 w 159"/>
                <a:gd name="T13" fmla="*/ 139 h 301"/>
                <a:gd name="T14" fmla="*/ 157 w 159"/>
                <a:gd name="T15" fmla="*/ 104 h 301"/>
                <a:gd name="T16" fmla="*/ 149 w 159"/>
                <a:gd name="T17" fmla="*/ 63 h 301"/>
                <a:gd name="T18" fmla="*/ 138 w 159"/>
                <a:gd name="T19" fmla="*/ 46 h 301"/>
                <a:gd name="T20" fmla="*/ 124 w 159"/>
                <a:gd name="T21" fmla="*/ 33 h 301"/>
                <a:gd name="T22" fmla="*/ 107 w 159"/>
                <a:gd name="T23" fmla="*/ 25 h 301"/>
                <a:gd name="T24" fmla="*/ 91 w 159"/>
                <a:gd name="T25" fmla="*/ 19 h 301"/>
                <a:gd name="T26" fmla="*/ 61 w 159"/>
                <a:gd name="T27" fmla="*/ 10 h 301"/>
                <a:gd name="T28" fmla="*/ 16 w 159"/>
                <a:gd name="T29" fmla="*/ 2 h 301"/>
                <a:gd name="T30" fmla="*/ 4 w 159"/>
                <a:gd name="T31" fmla="*/ 0 h 301"/>
                <a:gd name="T32" fmla="*/ 1 w 159"/>
                <a:gd name="T33" fmla="*/ 0 h 301"/>
                <a:gd name="T34" fmla="*/ 0 w 159"/>
                <a:gd name="T35" fmla="*/ 0 h 301"/>
                <a:gd name="T36" fmla="*/ 1 w 159"/>
                <a:gd name="T37" fmla="*/ 0 h 301"/>
                <a:gd name="T38" fmla="*/ 4 w 159"/>
                <a:gd name="T39" fmla="*/ 0 h 301"/>
                <a:gd name="T40" fmla="*/ 16 w 159"/>
                <a:gd name="T41" fmla="*/ 1 h 301"/>
                <a:gd name="T42" fmla="*/ 61 w 159"/>
                <a:gd name="T43" fmla="*/ 9 h 301"/>
                <a:gd name="T44" fmla="*/ 92 w 159"/>
                <a:gd name="T45" fmla="*/ 17 h 301"/>
                <a:gd name="T46" fmla="*/ 108 w 159"/>
                <a:gd name="T47" fmla="*/ 23 h 301"/>
                <a:gd name="T48" fmla="*/ 125 w 159"/>
                <a:gd name="T49" fmla="*/ 31 h 301"/>
                <a:gd name="T50" fmla="*/ 139 w 159"/>
                <a:gd name="T51" fmla="*/ 45 h 301"/>
                <a:gd name="T52" fmla="*/ 151 w 159"/>
                <a:gd name="T53" fmla="*/ 62 h 301"/>
                <a:gd name="T54" fmla="*/ 159 w 159"/>
                <a:gd name="T55" fmla="*/ 104 h 301"/>
                <a:gd name="T56" fmla="*/ 154 w 159"/>
                <a:gd name="T57" fmla="*/ 140 h 301"/>
                <a:gd name="T58" fmla="*/ 154 w 159"/>
                <a:gd name="T59" fmla="*/ 140 h 301"/>
                <a:gd name="T60" fmla="*/ 154 w 159"/>
                <a:gd name="T61" fmla="*/ 140 h 301"/>
                <a:gd name="T62" fmla="*/ 104 w 159"/>
                <a:gd name="T63" fmla="*/ 255 h 301"/>
                <a:gd name="T64" fmla="*/ 89 w 159"/>
                <a:gd name="T65" fmla="*/ 289 h 301"/>
                <a:gd name="T66" fmla="*/ 85 w 159"/>
                <a:gd name="T67" fmla="*/ 298 h 301"/>
                <a:gd name="T68" fmla="*/ 84 w 159"/>
                <a:gd name="T69" fmla="*/ 300 h 301"/>
                <a:gd name="T70" fmla="*/ 83 w 159"/>
                <a:gd name="T71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301">
                  <a:moveTo>
                    <a:pt x="83" y="301"/>
                  </a:moveTo>
                  <a:cubicBezTo>
                    <a:pt x="83" y="301"/>
                    <a:pt x="83" y="301"/>
                    <a:pt x="84" y="300"/>
                  </a:cubicBezTo>
                  <a:cubicBezTo>
                    <a:pt x="84" y="299"/>
                    <a:pt x="84" y="299"/>
                    <a:pt x="85" y="298"/>
                  </a:cubicBezTo>
                  <a:cubicBezTo>
                    <a:pt x="86" y="295"/>
                    <a:pt x="87" y="292"/>
                    <a:pt x="88" y="288"/>
                  </a:cubicBezTo>
                  <a:cubicBezTo>
                    <a:pt x="92" y="280"/>
                    <a:pt x="97" y="269"/>
                    <a:pt x="103" y="254"/>
                  </a:cubicBezTo>
                  <a:cubicBezTo>
                    <a:pt x="115" y="225"/>
                    <a:pt x="133" y="185"/>
                    <a:pt x="153" y="139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5" y="128"/>
                    <a:pt x="157" y="116"/>
                    <a:pt x="157" y="104"/>
                  </a:cubicBezTo>
                  <a:cubicBezTo>
                    <a:pt x="157" y="89"/>
                    <a:pt x="155" y="75"/>
                    <a:pt x="149" y="63"/>
                  </a:cubicBezTo>
                  <a:cubicBezTo>
                    <a:pt x="146" y="56"/>
                    <a:pt x="142" y="51"/>
                    <a:pt x="138" y="46"/>
                  </a:cubicBezTo>
                  <a:cubicBezTo>
                    <a:pt x="133" y="41"/>
                    <a:pt x="129" y="36"/>
                    <a:pt x="124" y="33"/>
                  </a:cubicBezTo>
                  <a:cubicBezTo>
                    <a:pt x="119" y="29"/>
                    <a:pt x="113" y="27"/>
                    <a:pt x="107" y="25"/>
                  </a:cubicBezTo>
                  <a:cubicBezTo>
                    <a:pt x="102" y="23"/>
                    <a:pt x="96" y="21"/>
                    <a:pt x="91" y="19"/>
                  </a:cubicBezTo>
                  <a:cubicBezTo>
                    <a:pt x="80" y="15"/>
                    <a:pt x="70" y="13"/>
                    <a:pt x="61" y="10"/>
                  </a:cubicBezTo>
                  <a:cubicBezTo>
                    <a:pt x="42" y="6"/>
                    <a:pt x="27" y="4"/>
                    <a:pt x="16" y="2"/>
                  </a:cubicBezTo>
                  <a:cubicBezTo>
                    <a:pt x="11" y="1"/>
                    <a:pt x="7" y="1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7" y="0"/>
                    <a:pt x="11" y="1"/>
                    <a:pt x="16" y="1"/>
                  </a:cubicBezTo>
                  <a:cubicBezTo>
                    <a:pt x="27" y="3"/>
                    <a:pt x="43" y="5"/>
                    <a:pt x="61" y="9"/>
                  </a:cubicBezTo>
                  <a:cubicBezTo>
                    <a:pt x="71" y="11"/>
                    <a:pt x="81" y="14"/>
                    <a:pt x="92" y="17"/>
                  </a:cubicBezTo>
                  <a:cubicBezTo>
                    <a:pt x="97" y="19"/>
                    <a:pt x="103" y="21"/>
                    <a:pt x="108" y="23"/>
                  </a:cubicBezTo>
                  <a:cubicBezTo>
                    <a:pt x="114" y="25"/>
                    <a:pt x="120" y="27"/>
                    <a:pt x="125" y="31"/>
                  </a:cubicBezTo>
                  <a:cubicBezTo>
                    <a:pt x="130" y="35"/>
                    <a:pt x="135" y="40"/>
                    <a:pt x="139" y="45"/>
                  </a:cubicBezTo>
                  <a:cubicBezTo>
                    <a:pt x="143" y="50"/>
                    <a:pt x="148" y="55"/>
                    <a:pt x="151" y="62"/>
                  </a:cubicBezTo>
                  <a:cubicBezTo>
                    <a:pt x="157" y="74"/>
                    <a:pt x="159" y="89"/>
                    <a:pt x="159" y="104"/>
                  </a:cubicBezTo>
                  <a:cubicBezTo>
                    <a:pt x="159" y="116"/>
                    <a:pt x="157" y="128"/>
                    <a:pt x="154" y="140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34" y="186"/>
                    <a:pt x="117" y="226"/>
                    <a:pt x="104" y="255"/>
                  </a:cubicBezTo>
                  <a:cubicBezTo>
                    <a:pt x="98" y="269"/>
                    <a:pt x="93" y="281"/>
                    <a:pt x="89" y="289"/>
                  </a:cubicBezTo>
                  <a:cubicBezTo>
                    <a:pt x="87" y="293"/>
                    <a:pt x="86" y="296"/>
                    <a:pt x="85" y="298"/>
                  </a:cubicBezTo>
                  <a:cubicBezTo>
                    <a:pt x="85" y="299"/>
                    <a:pt x="84" y="299"/>
                    <a:pt x="84" y="300"/>
                  </a:cubicBezTo>
                  <a:cubicBezTo>
                    <a:pt x="84" y="301"/>
                    <a:pt x="83" y="301"/>
                    <a:pt x="83" y="30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39">
              <a:extLst>
                <a:ext uri="{FF2B5EF4-FFF2-40B4-BE49-F238E27FC236}">
                  <a16:creationId xmlns:a16="http://schemas.microsoft.com/office/drawing/2014/main" id="{2A075B6A-6F6D-44E8-869C-A95C2A432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5" y="4060"/>
              <a:ext cx="4171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40">
              <a:extLst>
                <a:ext uri="{FF2B5EF4-FFF2-40B4-BE49-F238E27FC236}">
                  <a16:creationId xmlns:a16="http://schemas.microsoft.com/office/drawing/2014/main" id="{2E4F7FAB-865D-4CB9-B409-B55DCEBD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12"/>
              <a:ext cx="488" cy="505"/>
            </a:xfrm>
            <a:custGeom>
              <a:avLst/>
              <a:gdLst>
                <a:gd name="T0" fmla="*/ 11 w 210"/>
                <a:gd name="T1" fmla="*/ 217 h 217"/>
                <a:gd name="T2" fmla="*/ 50 w 210"/>
                <a:gd name="T3" fmla="*/ 195 h 217"/>
                <a:gd name="T4" fmla="*/ 105 w 210"/>
                <a:gd name="T5" fmla="*/ 210 h 217"/>
                <a:gd name="T6" fmla="*/ 210 w 210"/>
                <a:gd name="T7" fmla="*/ 105 h 217"/>
                <a:gd name="T8" fmla="*/ 105 w 210"/>
                <a:gd name="T9" fmla="*/ 0 h 217"/>
                <a:gd name="T10" fmla="*/ 0 w 210"/>
                <a:gd name="T11" fmla="*/ 105 h 217"/>
                <a:gd name="T12" fmla="*/ 22 w 210"/>
                <a:gd name="T13" fmla="*/ 170 h 217"/>
                <a:gd name="T14" fmla="*/ 22 w 210"/>
                <a:gd name="T15" fmla="*/ 170 h 217"/>
                <a:gd name="T16" fmla="*/ 11 w 210"/>
                <a:gd name="T1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217">
                  <a:moveTo>
                    <a:pt x="11" y="217"/>
                  </a:moveTo>
                  <a:cubicBezTo>
                    <a:pt x="50" y="195"/>
                    <a:pt x="50" y="195"/>
                    <a:pt x="50" y="195"/>
                  </a:cubicBezTo>
                  <a:cubicBezTo>
                    <a:pt x="66" y="205"/>
                    <a:pt x="85" y="210"/>
                    <a:pt x="105" y="210"/>
                  </a:cubicBezTo>
                  <a:cubicBezTo>
                    <a:pt x="163" y="210"/>
                    <a:pt x="210" y="163"/>
                    <a:pt x="210" y="105"/>
                  </a:cubicBezTo>
                  <a:cubicBezTo>
                    <a:pt x="210" y="47"/>
                    <a:pt x="163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30"/>
                    <a:pt x="8" y="152"/>
                    <a:pt x="22" y="170"/>
                  </a:cubicBezTo>
                  <a:cubicBezTo>
                    <a:pt x="22" y="170"/>
                    <a:pt x="22" y="170"/>
                    <a:pt x="22" y="170"/>
                  </a:cubicBezTo>
                  <a:lnTo>
                    <a:pt x="11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1">
              <a:extLst>
                <a:ext uri="{FF2B5EF4-FFF2-40B4-BE49-F238E27FC236}">
                  <a16:creationId xmlns:a16="http://schemas.microsoft.com/office/drawing/2014/main" id="{A785701F-9DD9-452B-807B-4F7A60D5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110"/>
              <a:ext cx="496" cy="507"/>
            </a:xfrm>
            <a:custGeom>
              <a:avLst/>
              <a:gdLst>
                <a:gd name="T0" fmla="*/ 12 w 213"/>
                <a:gd name="T1" fmla="*/ 218 h 218"/>
                <a:gd name="T2" fmla="*/ 23 w 213"/>
                <a:gd name="T3" fmla="*/ 171 h 218"/>
                <a:gd name="T4" fmla="*/ 23 w 213"/>
                <a:gd name="T5" fmla="*/ 170 h 218"/>
                <a:gd name="T6" fmla="*/ 23 w 213"/>
                <a:gd name="T7" fmla="*/ 170 h 218"/>
                <a:gd name="T8" fmla="*/ 23 w 213"/>
                <a:gd name="T9" fmla="*/ 170 h 218"/>
                <a:gd name="T10" fmla="*/ 23 w 213"/>
                <a:gd name="T11" fmla="*/ 171 h 218"/>
                <a:gd name="T12" fmla="*/ 1 w 213"/>
                <a:gd name="T13" fmla="*/ 120 h 218"/>
                <a:gd name="T14" fmla="*/ 1 w 213"/>
                <a:gd name="T15" fmla="*/ 104 h 218"/>
                <a:gd name="T16" fmla="*/ 1 w 213"/>
                <a:gd name="T17" fmla="*/ 95 h 218"/>
                <a:gd name="T18" fmla="*/ 2 w 213"/>
                <a:gd name="T19" fmla="*/ 86 h 218"/>
                <a:gd name="T20" fmla="*/ 16 w 213"/>
                <a:gd name="T21" fmla="*/ 51 h 218"/>
                <a:gd name="T22" fmla="*/ 45 w 213"/>
                <a:gd name="T23" fmla="*/ 20 h 218"/>
                <a:gd name="T24" fmla="*/ 85 w 213"/>
                <a:gd name="T25" fmla="*/ 3 h 218"/>
                <a:gd name="T26" fmla="*/ 132 w 213"/>
                <a:gd name="T27" fmla="*/ 4 h 218"/>
                <a:gd name="T28" fmla="*/ 175 w 213"/>
                <a:gd name="T29" fmla="*/ 26 h 218"/>
                <a:gd name="T30" fmla="*/ 204 w 213"/>
                <a:gd name="T31" fmla="*/ 67 h 218"/>
                <a:gd name="T32" fmla="*/ 211 w 213"/>
                <a:gd name="T33" fmla="*/ 114 h 218"/>
                <a:gd name="T34" fmla="*/ 199 w 213"/>
                <a:gd name="T35" fmla="*/ 157 h 218"/>
                <a:gd name="T36" fmla="*/ 171 w 213"/>
                <a:gd name="T37" fmla="*/ 189 h 218"/>
                <a:gd name="T38" fmla="*/ 137 w 213"/>
                <a:gd name="T39" fmla="*/ 207 h 218"/>
                <a:gd name="T40" fmla="*/ 103 w 213"/>
                <a:gd name="T41" fmla="*/ 212 h 218"/>
                <a:gd name="T42" fmla="*/ 51 w 213"/>
                <a:gd name="T43" fmla="*/ 196 h 218"/>
                <a:gd name="T44" fmla="*/ 51 w 213"/>
                <a:gd name="T45" fmla="*/ 196 h 218"/>
                <a:gd name="T46" fmla="*/ 12 w 213"/>
                <a:gd name="T47" fmla="*/ 218 h 218"/>
                <a:gd name="T48" fmla="*/ 51 w 213"/>
                <a:gd name="T49" fmla="*/ 196 h 218"/>
                <a:gd name="T50" fmla="*/ 51 w 213"/>
                <a:gd name="T51" fmla="*/ 196 h 218"/>
                <a:gd name="T52" fmla="*/ 103 w 213"/>
                <a:gd name="T53" fmla="*/ 211 h 218"/>
                <a:gd name="T54" fmla="*/ 137 w 213"/>
                <a:gd name="T55" fmla="*/ 206 h 218"/>
                <a:gd name="T56" fmla="*/ 171 w 213"/>
                <a:gd name="T57" fmla="*/ 188 h 218"/>
                <a:gd name="T58" fmla="*/ 197 w 213"/>
                <a:gd name="T59" fmla="*/ 157 h 218"/>
                <a:gd name="T60" fmla="*/ 210 w 213"/>
                <a:gd name="T61" fmla="*/ 114 h 218"/>
                <a:gd name="T62" fmla="*/ 203 w 213"/>
                <a:gd name="T63" fmla="*/ 68 h 218"/>
                <a:gd name="T64" fmla="*/ 174 w 213"/>
                <a:gd name="T65" fmla="*/ 28 h 218"/>
                <a:gd name="T66" fmla="*/ 132 w 213"/>
                <a:gd name="T67" fmla="*/ 5 h 218"/>
                <a:gd name="T68" fmla="*/ 86 w 213"/>
                <a:gd name="T69" fmla="*/ 4 h 218"/>
                <a:gd name="T70" fmla="*/ 45 w 213"/>
                <a:gd name="T71" fmla="*/ 22 h 218"/>
                <a:gd name="T72" fmla="*/ 17 w 213"/>
                <a:gd name="T73" fmla="*/ 51 h 218"/>
                <a:gd name="T74" fmla="*/ 4 w 213"/>
                <a:gd name="T75" fmla="*/ 86 h 218"/>
                <a:gd name="T76" fmla="*/ 2 w 213"/>
                <a:gd name="T77" fmla="*/ 95 h 218"/>
                <a:gd name="T78" fmla="*/ 2 w 213"/>
                <a:gd name="T79" fmla="*/ 104 h 218"/>
                <a:gd name="T80" fmla="*/ 2 w 213"/>
                <a:gd name="T81" fmla="*/ 120 h 218"/>
                <a:gd name="T82" fmla="*/ 23 w 213"/>
                <a:gd name="T83" fmla="*/ 170 h 218"/>
                <a:gd name="T84" fmla="*/ 23 w 213"/>
                <a:gd name="T85" fmla="*/ 171 h 218"/>
                <a:gd name="T86" fmla="*/ 23 w 213"/>
                <a:gd name="T87" fmla="*/ 171 h 218"/>
                <a:gd name="T88" fmla="*/ 23 w 213"/>
                <a:gd name="T89" fmla="*/ 171 h 218"/>
                <a:gd name="T90" fmla="*/ 23 w 213"/>
                <a:gd name="T91" fmla="*/ 171 h 218"/>
                <a:gd name="T92" fmla="*/ 12 w 213"/>
                <a:gd name="T93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8">
                  <a:moveTo>
                    <a:pt x="12" y="218"/>
                  </a:moveTo>
                  <a:cubicBezTo>
                    <a:pt x="12" y="215"/>
                    <a:pt x="16" y="201"/>
                    <a:pt x="23" y="171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13" y="159"/>
                    <a:pt x="4" y="142"/>
                    <a:pt x="1" y="120"/>
                  </a:cubicBezTo>
                  <a:cubicBezTo>
                    <a:pt x="1" y="115"/>
                    <a:pt x="0" y="110"/>
                    <a:pt x="1" y="104"/>
                  </a:cubicBezTo>
                  <a:cubicBezTo>
                    <a:pt x="1" y="101"/>
                    <a:pt x="1" y="98"/>
                    <a:pt x="1" y="95"/>
                  </a:cubicBezTo>
                  <a:cubicBezTo>
                    <a:pt x="1" y="92"/>
                    <a:pt x="2" y="89"/>
                    <a:pt x="2" y="86"/>
                  </a:cubicBezTo>
                  <a:cubicBezTo>
                    <a:pt x="5" y="74"/>
                    <a:pt x="9" y="62"/>
                    <a:pt x="16" y="51"/>
                  </a:cubicBezTo>
                  <a:cubicBezTo>
                    <a:pt x="23" y="39"/>
                    <a:pt x="33" y="29"/>
                    <a:pt x="45" y="20"/>
                  </a:cubicBezTo>
                  <a:cubicBezTo>
                    <a:pt x="56" y="12"/>
                    <a:pt x="70" y="6"/>
                    <a:pt x="85" y="3"/>
                  </a:cubicBezTo>
                  <a:cubicBezTo>
                    <a:pt x="100" y="0"/>
                    <a:pt x="116" y="0"/>
                    <a:pt x="132" y="4"/>
                  </a:cubicBezTo>
                  <a:cubicBezTo>
                    <a:pt x="148" y="8"/>
                    <a:pt x="163" y="15"/>
                    <a:pt x="175" y="26"/>
                  </a:cubicBezTo>
                  <a:cubicBezTo>
                    <a:pt x="188" y="38"/>
                    <a:pt x="198" y="52"/>
                    <a:pt x="204" y="67"/>
                  </a:cubicBezTo>
                  <a:cubicBezTo>
                    <a:pt x="210" y="82"/>
                    <a:pt x="213" y="99"/>
                    <a:pt x="211" y="114"/>
                  </a:cubicBezTo>
                  <a:cubicBezTo>
                    <a:pt x="210" y="130"/>
                    <a:pt x="206" y="145"/>
                    <a:pt x="199" y="157"/>
                  </a:cubicBezTo>
                  <a:cubicBezTo>
                    <a:pt x="192" y="170"/>
                    <a:pt x="182" y="181"/>
                    <a:pt x="171" y="189"/>
                  </a:cubicBezTo>
                  <a:cubicBezTo>
                    <a:pt x="161" y="198"/>
                    <a:pt x="149" y="204"/>
                    <a:pt x="137" y="207"/>
                  </a:cubicBezTo>
                  <a:cubicBezTo>
                    <a:pt x="125" y="211"/>
                    <a:pt x="114" y="212"/>
                    <a:pt x="103" y="212"/>
                  </a:cubicBezTo>
                  <a:cubicBezTo>
                    <a:pt x="81" y="211"/>
                    <a:pt x="63" y="204"/>
                    <a:pt x="51" y="196"/>
                  </a:cubicBezTo>
                  <a:cubicBezTo>
                    <a:pt x="51" y="196"/>
                    <a:pt x="51" y="196"/>
                    <a:pt x="51" y="196"/>
                  </a:cubicBezTo>
                  <a:cubicBezTo>
                    <a:pt x="26" y="210"/>
                    <a:pt x="14" y="217"/>
                    <a:pt x="12" y="218"/>
                  </a:cubicBezTo>
                  <a:cubicBezTo>
                    <a:pt x="14" y="217"/>
                    <a:pt x="26" y="210"/>
                    <a:pt x="51" y="196"/>
                  </a:cubicBezTo>
                  <a:cubicBezTo>
                    <a:pt x="51" y="196"/>
                    <a:pt x="51" y="196"/>
                    <a:pt x="51" y="196"/>
                  </a:cubicBezTo>
                  <a:cubicBezTo>
                    <a:pt x="64" y="203"/>
                    <a:pt x="82" y="210"/>
                    <a:pt x="103" y="211"/>
                  </a:cubicBezTo>
                  <a:cubicBezTo>
                    <a:pt x="114" y="211"/>
                    <a:pt x="125" y="210"/>
                    <a:pt x="137" y="206"/>
                  </a:cubicBezTo>
                  <a:cubicBezTo>
                    <a:pt x="148" y="203"/>
                    <a:pt x="160" y="197"/>
                    <a:pt x="171" y="188"/>
                  </a:cubicBezTo>
                  <a:cubicBezTo>
                    <a:pt x="181" y="180"/>
                    <a:pt x="190" y="169"/>
                    <a:pt x="197" y="157"/>
                  </a:cubicBezTo>
                  <a:cubicBezTo>
                    <a:pt x="204" y="144"/>
                    <a:pt x="209" y="129"/>
                    <a:pt x="210" y="114"/>
                  </a:cubicBezTo>
                  <a:cubicBezTo>
                    <a:pt x="211" y="99"/>
                    <a:pt x="209" y="83"/>
                    <a:pt x="203" y="68"/>
                  </a:cubicBezTo>
                  <a:cubicBezTo>
                    <a:pt x="197" y="52"/>
                    <a:pt x="187" y="39"/>
                    <a:pt x="174" y="28"/>
                  </a:cubicBezTo>
                  <a:cubicBezTo>
                    <a:pt x="162" y="17"/>
                    <a:pt x="147" y="9"/>
                    <a:pt x="132" y="5"/>
                  </a:cubicBezTo>
                  <a:cubicBezTo>
                    <a:pt x="116" y="2"/>
                    <a:pt x="100" y="1"/>
                    <a:pt x="86" y="4"/>
                  </a:cubicBezTo>
                  <a:cubicBezTo>
                    <a:pt x="71" y="7"/>
                    <a:pt x="57" y="13"/>
                    <a:pt x="45" y="22"/>
                  </a:cubicBezTo>
                  <a:cubicBezTo>
                    <a:pt x="34" y="30"/>
                    <a:pt x="24" y="40"/>
                    <a:pt x="17" y="51"/>
                  </a:cubicBezTo>
                  <a:cubicBezTo>
                    <a:pt x="10" y="63"/>
                    <a:pt x="6" y="75"/>
                    <a:pt x="4" y="86"/>
                  </a:cubicBezTo>
                  <a:cubicBezTo>
                    <a:pt x="3" y="89"/>
                    <a:pt x="3" y="92"/>
                    <a:pt x="2" y="95"/>
                  </a:cubicBezTo>
                  <a:cubicBezTo>
                    <a:pt x="2" y="98"/>
                    <a:pt x="2" y="101"/>
                    <a:pt x="2" y="104"/>
                  </a:cubicBezTo>
                  <a:cubicBezTo>
                    <a:pt x="1" y="110"/>
                    <a:pt x="2" y="115"/>
                    <a:pt x="2" y="120"/>
                  </a:cubicBezTo>
                  <a:cubicBezTo>
                    <a:pt x="5" y="142"/>
                    <a:pt x="14" y="159"/>
                    <a:pt x="23" y="170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16" y="201"/>
                    <a:pt x="12" y="215"/>
                    <a:pt x="12" y="21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42">
              <a:extLst>
                <a:ext uri="{FF2B5EF4-FFF2-40B4-BE49-F238E27FC236}">
                  <a16:creationId xmlns:a16="http://schemas.microsoft.com/office/drawing/2014/main" id="{F7342F57-2080-417C-99C0-64AFC87C4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66"/>
              <a:ext cx="267" cy="197"/>
            </a:xfrm>
            <a:custGeom>
              <a:avLst/>
              <a:gdLst>
                <a:gd name="T0" fmla="*/ 0 w 267"/>
                <a:gd name="T1" fmla="*/ 104 h 197"/>
                <a:gd name="T2" fmla="*/ 34 w 267"/>
                <a:gd name="T3" fmla="*/ 69 h 197"/>
                <a:gd name="T4" fmla="*/ 102 w 267"/>
                <a:gd name="T5" fmla="*/ 127 h 197"/>
                <a:gd name="T6" fmla="*/ 234 w 267"/>
                <a:gd name="T7" fmla="*/ 0 h 197"/>
                <a:gd name="T8" fmla="*/ 267 w 267"/>
                <a:gd name="T9" fmla="*/ 37 h 197"/>
                <a:gd name="T10" fmla="*/ 97 w 267"/>
                <a:gd name="T11" fmla="*/ 197 h 197"/>
                <a:gd name="T12" fmla="*/ 0 w 267"/>
                <a:gd name="T13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7" h="197">
                  <a:moveTo>
                    <a:pt x="0" y="104"/>
                  </a:moveTo>
                  <a:lnTo>
                    <a:pt x="34" y="69"/>
                  </a:lnTo>
                  <a:lnTo>
                    <a:pt x="102" y="127"/>
                  </a:lnTo>
                  <a:lnTo>
                    <a:pt x="234" y="0"/>
                  </a:lnTo>
                  <a:lnTo>
                    <a:pt x="267" y="37"/>
                  </a:lnTo>
                  <a:lnTo>
                    <a:pt x="97" y="197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FF7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43">
              <a:extLst>
                <a:ext uri="{FF2B5EF4-FFF2-40B4-BE49-F238E27FC236}">
                  <a16:creationId xmlns:a16="http://schemas.microsoft.com/office/drawing/2014/main" id="{C8EB5418-931D-4867-BFE8-333972F1D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2664"/>
              <a:ext cx="88" cy="1398"/>
            </a:xfrm>
            <a:custGeom>
              <a:avLst/>
              <a:gdLst>
                <a:gd name="T0" fmla="*/ 65 w 88"/>
                <a:gd name="T1" fmla="*/ 1398 h 1398"/>
                <a:gd name="T2" fmla="*/ 23 w 88"/>
                <a:gd name="T3" fmla="*/ 1398 h 1398"/>
                <a:gd name="T4" fmla="*/ 0 w 88"/>
                <a:gd name="T5" fmla="*/ 0 h 1398"/>
                <a:gd name="T6" fmla="*/ 88 w 88"/>
                <a:gd name="T7" fmla="*/ 0 h 1398"/>
                <a:gd name="T8" fmla="*/ 65 w 88"/>
                <a:gd name="T9" fmla="*/ 1398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398">
                  <a:moveTo>
                    <a:pt x="65" y="1398"/>
                  </a:moveTo>
                  <a:lnTo>
                    <a:pt x="23" y="1398"/>
                  </a:lnTo>
                  <a:lnTo>
                    <a:pt x="0" y="0"/>
                  </a:lnTo>
                  <a:lnTo>
                    <a:pt x="88" y="0"/>
                  </a:lnTo>
                  <a:lnTo>
                    <a:pt x="65" y="1398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44">
              <a:extLst>
                <a:ext uri="{FF2B5EF4-FFF2-40B4-BE49-F238E27FC236}">
                  <a16:creationId xmlns:a16="http://schemas.microsoft.com/office/drawing/2014/main" id="{5AE58AA0-C019-4565-A331-D71C045BA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62"/>
              <a:ext cx="93" cy="1402"/>
            </a:xfrm>
            <a:custGeom>
              <a:avLst/>
              <a:gdLst>
                <a:gd name="T0" fmla="*/ 29 w 40"/>
                <a:gd name="T1" fmla="*/ 602 h 603"/>
                <a:gd name="T2" fmla="*/ 29 w 40"/>
                <a:gd name="T3" fmla="*/ 599 h 603"/>
                <a:gd name="T4" fmla="*/ 29 w 40"/>
                <a:gd name="T5" fmla="*/ 590 h 603"/>
                <a:gd name="T6" fmla="*/ 29 w 40"/>
                <a:gd name="T7" fmla="*/ 555 h 603"/>
                <a:gd name="T8" fmla="*/ 31 w 40"/>
                <a:gd name="T9" fmla="*/ 427 h 603"/>
                <a:gd name="T10" fmla="*/ 37 w 40"/>
                <a:gd name="T11" fmla="*/ 1 h 603"/>
                <a:gd name="T12" fmla="*/ 39 w 40"/>
                <a:gd name="T13" fmla="*/ 2 h 603"/>
                <a:gd name="T14" fmla="*/ 11 w 40"/>
                <a:gd name="T15" fmla="*/ 2 h 603"/>
                <a:gd name="T16" fmla="*/ 1 w 40"/>
                <a:gd name="T17" fmla="*/ 2 h 603"/>
                <a:gd name="T18" fmla="*/ 2 w 40"/>
                <a:gd name="T19" fmla="*/ 1 h 603"/>
                <a:gd name="T20" fmla="*/ 11 w 40"/>
                <a:gd name="T21" fmla="*/ 602 h 603"/>
                <a:gd name="T22" fmla="*/ 11 w 40"/>
                <a:gd name="T23" fmla="*/ 602 h 603"/>
                <a:gd name="T24" fmla="*/ 24 w 40"/>
                <a:gd name="T25" fmla="*/ 602 h 603"/>
                <a:gd name="T26" fmla="*/ 29 w 40"/>
                <a:gd name="T27" fmla="*/ 602 h 603"/>
                <a:gd name="T28" fmla="*/ 24 w 40"/>
                <a:gd name="T29" fmla="*/ 602 h 603"/>
                <a:gd name="T30" fmla="*/ 11 w 40"/>
                <a:gd name="T31" fmla="*/ 603 h 603"/>
                <a:gd name="T32" fmla="*/ 11 w 40"/>
                <a:gd name="T33" fmla="*/ 603 h 603"/>
                <a:gd name="T34" fmla="*/ 11 w 40"/>
                <a:gd name="T35" fmla="*/ 602 h 603"/>
                <a:gd name="T36" fmla="*/ 0 w 40"/>
                <a:gd name="T37" fmla="*/ 1 h 603"/>
                <a:gd name="T38" fmla="*/ 0 w 40"/>
                <a:gd name="T39" fmla="*/ 0 h 603"/>
                <a:gd name="T40" fmla="*/ 1 w 40"/>
                <a:gd name="T41" fmla="*/ 0 h 603"/>
                <a:gd name="T42" fmla="*/ 11 w 40"/>
                <a:gd name="T43" fmla="*/ 0 h 603"/>
                <a:gd name="T44" fmla="*/ 39 w 40"/>
                <a:gd name="T45" fmla="*/ 0 h 603"/>
                <a:gd name="T46" fmla="*/ 40 w 40"/>
                <a:gd name="T47" fmla="*/ 0 h 603"/>
                <a:gd name="T48" fmla="*/ 40 w 40"/>
                <a:gd name="T49" fmla="*/ 1 h 603"/>
                <a:gd name="T50" fmla="*/ 32 w 40"/>
                <a:gd name="T51" fmla="*/ 428 h 603"/>
                <a:gd name="T52" fmla="*/ 30 w 40"/>
                <a:gd name="T53" fmla="*/ 556 h 603"/>
                <a:gd name="T54" fmla="*/ 29 w 40"/>
                <a:gd name="T55" fmla="*/ 590 h 603"/>
                <a:gd name="T56" fmla="*/ 29 w 40"/>
                <a:gd name="T57" fmla="*/ 599 h 603"/>
                <a:gd name="T58" fmla="*/ 29 w 40"/>
                <a:gd name="T59" fmla="*/ 602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" h="603">
                  <a:moveTo>
                    <a:pt x="29" y="602"/>
                  </a:moveTo>
                  <a:cubicBezTo>
                    <a:pt x="29" y="602"/>
                    <a:pt x="29" y="601"/>
                    <a:pt x="29" y="599"/>
                  </a:cubicBezTo>
                  <a:cubicBezTo>
                    <a:pt x="29" y="597"/>
                    <a:pt x="29" y="594"/>
                    <a:pt x="29" y="590"/>
                  </a:cubicBezTo>
                  <a:cubicBezTo>
                    <a:pt x="29" y="582"/>
                    <a:pt x="29" y="570"/>
                    <a:pt x="29" y="555"/>
                  </a:cubicBezTo>
                  <a:cubicBezTo>
                    <a:pt x="29" y="525"/>
                    <a:pt x="30" y="481"/>
                    <a:pt x="31" y="427"/>
                  </a:cubicBezTo>
                  <a:cubicBezTo>
                    <a:pt x="33" y="318"/>
                    <a:pt x="35" y="168"/>
                    <a:pt x="37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0" y="2"/>
                    <a:pt x="20" y="2"/>
                    <a:pt x="11" y="2"/>
                  </a:cubicBezTo>
                  <a:cubicBezTo>
                    <a:pt x="8" y="2"/>
                    <a:pt x="4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7" y="295"/>
                    <a:pt x="11" y="540"/>
                    <a:pt x="11" y="602"/>
                  </a:cubicBezTo>
                  <a:cubicBezTo>
                    <a:pt x="11" y="602"/>
                    <a:pt x="11" y="602"/>
                    <a:pt x="11" y="602"/>
                  </a:cubicBezTo>
                  <a:cubicBezTo>
                    <a:pt x="17" y="602"/>
                    <a:pt x="21" y="602"/>
                    <a:pt x="24" y="602"/>
                  </a:cubicBezTo>
                  <a:cubicBezTo>
                    <a:pt x="27" y="602"/>
                    <a:pt x="29" y="602"/>
                    <a:pt x="29" y="602"/>
                  </a:cubicBezTo>
                  <a:cubicBezTo>
                    <a:pt x="29" y="602"/>
                    <a:pt x="27" y="602"/>
                    <a:pt x="24" y="602"/>
                  </a:cubicBezTo>
                  <a:cubicBezTo>
                    <a:pt x="21" y="602"/>
                    <a:pt x="17" y="603"/>
                    <a:pt x="11" y="603"/>
                  </a:cubicBezTo>
                  <a:cubicBezTo>
                    <a:pt x="11" y="603"/>
                    <a:pt x="11" y="603"/>
                    <a:pt x="11" y="603"/>
                  </a:cubicBezTo>
                  <a:cubicBezTo>
                    <a:pt x="11" y="602"/>
                    <a:pt x="11" y="602"/>
                    <a:pt x="11" y="602"/>
                  </a:cubicBezTo>
                  <a:cubicBezTo>
                    <a:pt x="9" y="540"/>
                    <a:pt x="5" y="295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0"/>
                    <a:pt x="8" y="0"/>
                    <a:pt x="11" y="0"/>
                  </a:cubicBezTo>
                  <a:cubicBezTo>
                    <a:pt x="20" y="0"/>
                    <a:pt x="30" y="0"/>
                    <a:pt x="3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7" y="169"/>
                    <a:pt x="34" y="319"/>
                    <a:pt x="32" y="428"/>
                  </a:cubicBezTo>
                  <a:cubicBezTo>
                    <a:pt x="31" y="482"/>
                    <a:pt x="30" y="526"/>
                    <a:pt x="30" y="556"/>
                  </a:cubicBezTo>
                  <a:cubicBezTo>
                    <a:pt x="29" y="571"/>
                    <a:pt x="29" y="582"/>
                    <a:pt x="29" y="590"/>
                  </a:cubicBezTo>
                  <a:cubicBezTo>
                    <a:pt x="29" y="594"/>
                    <a:pt x="29" y="597"/>
                    <a:pt x="29" y="599"/>
                  </a:cubicBezTo>
                  <a:cubicBezTo>
                    <a:pt x="29" y="601"/>
                    <a:pt x="29" y="602"/>
                    <a:pt x="29" y="6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45">
              <a:extLst>
                <a:ext uri="{FF2B5EF4-FFF2-40B4-BE49-F238E27FC236}">
                  <a16:creationId xmlns:a16="http://schemas.microsoft.com/office/drawing/2014/main" id="{2EF93870-3B70-429D-B6DF-316EB7BDB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8" y="2669"/>
              <a:ext cx="89" cy="1393"/>
            </a:xfrm>
            <a:custGeom>
              <a:avLst/>
              <a:gdLst>
                <a:gd name="T0" fmla="*/ 54 w 89"/>
                <a:gd name="T1" fmla="*/ 1393 h 1393"/>
                <a:gd name="T2" fmla="*/ 14 w 89"/>
                <a:gd name="T3" fmla="*/ 1393 h 1393"/>
                <a:gd name="T4" fmla="*/ 0 w 89"/>
                <a:gd name="T5" fmla="*/ 0 h 1393"/>
                <a:gd name="T6" fmla="*/ 89 w 89"/>
                <a:gd name="T7" fmla="*/ 0 h 1393"/>
                <a:gd name="T8" fmla="*/ 54 w 89"/>
                <a:gd name="T9" fmla="*/ 1393 h 1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393">
                  <a:moveTo>
                    <a:pt x="54" y="1393"/>
                  </a:moveTo>
                  <a:lnTo>
                    <a:pt x="14" y="1393"/>
                  </a:lnTo>
                  <a:lnTo>
                    <a:pt x="0" y="0"/>
                  </a:lnTo>
                  <a:lnTo>
                    <a:pt x="89" y="0"/>
                  </a:lnTo>
                  <a:lnTo>
                    <a:pt x="54" y="1393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46">
              <a:extLst>
                <a:ext uri="{FF2B5EF4-FFF2-40B4-BE49-F238E27FC236}">
                  <a16:creationId xmlns:a16="http://schemas.microsoft.com/office/drawing/2014/main" id="{9C21D62F-2CD4-4081-9835-4F38EAFFA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" y="2666"/>
              <a:ext cx="93" cy="1398"/>
            </a:xfrm>
            <a:custGeom>
              <a:avLst/>
              <a:gdLst>
                <a:gd name="T0" fmla="*/ 24 w 40"/>
                <a:gd name="T1" fmla="*/ 600 h 601"/>
                <a:gd name="T2" fmla="*/ 24 w 40"/>
                <a:gd name="T3" fmla="*/ 597 h 601"/>
                <a:gd name="T4" fmla="*/ 25 w 40"/>
                <a:gd name="T5" fmla="*/ 588 h 601"/>
                <a:gd name="T6" fmla="*/ 25 w 40"/>
                <a:gd name="T7" fmla="*/ 553 h 601"/>
                <a:gd name="T8" fmla="*/ 28 w 40"/>
                <a:gd name="T9" fmla="*/ 425 h 601"/>
                <a:gd name="T10" fmla="*/ 38 w 40"/>
                <a:gd name="T11" fmla="*/ 1 h 601"/>
                <a:gd name="T12" fmla="*/ 39 w 40"/>
                <a:gd name="T13" fmla="*/ 2 h 601"/>
                <a:gd name="T14" fmla="*/ 11 w 40"/>
                <a:gd name="T15" fmla="*/ 2 h 601"/>
                <a:gd name="T16" fmla="*/ 1 w 40"/>
                <a:gd name="T17" fmla="*/ 2 h 601"/>
                <a:gd name="T18" fmla="*/ 2 w 40"/>
                <a:gd name="T19" fmla="*/ 1 h 601"/>
                <a:gd name="T20" fmla="*/ 7 w 40"/>
                <a:gd name="T21" fmla="*/ 600 h 601"/>
                <a:gd name="T22" fmla="*/ 7 w 40"/>
                <a:gd name="T23" fmla="*/ 600 h 601"/>
                <a:gd name="T24" fmla="*/ 20 w 40"/>
                <a:gd name="T25" fmla="*/ 600 h 601"/>
                <a:gd name="T26" fmla="*/ 24 w 40"/>
                <a:gd name="T27" fmla="*/ 600 h 601"/>
                <a:gd name="T28" fmla="*/ 20 w 40"/>
                <a:gd name="T29" fmla="*/ 600 h 601"/>
                <a:gd name="T30" fmla="*/ 7 w 40"/>
                <a:gd name="T31" fmla="*/ 601 h 601"/>
                <a:gd name="T32" fmla="*/ 7 w 40"/>
                <a:gd name="T33" fmla="*/ 601 h 601"/>
                <a:gd name="T34" fmla="*/ 7 w 40"/>
                <a:gd name="T35" fmla="*/ 600 h 601"/>
                <a:gd name="T36" fmla="*/ 0 w 40"/>
                <a:gd name="T37" fmla="*/ 1 h 601"/>
                <a:gd name="T38" fmla="*/ 0 w 40"/>
                <a:gd name="T39" fmla="*/ 0 h 601"/>
                <a:gd name="T40" fmla="*/ 1 w 40"/>
                <a:gd name="T41" fmla="*/ 0 h 601"/>
                <a:gd name="T42" fmla="*/ 11 w 40"/>
                <a:gd name="T43" fmla="*/ 0 h 601"/>
                <a:gd name="T44" fmla="*/ 39 w 40"/>
                <a:gd name="T45" fmla="*/ 0 h 601"/>
                <a:gd name="T46" fmla="*/ 40 w 40"/>
                <a:gd name="T47" fmla="*/ 0 h 601"/>
                <a:gd name="T48" fmla="*/ 40 w 40"/>
                <a:gd name="T49" fmla="*/ 1 h 601"/>
                <a:gd name="T50" fmla="*/ 29 w 40"/>
                <a:gd name="T51" fmla="*/ 426 h 601"/>
                <a:gd name="T52" fmla="*/ 26 w 40"/>
                <a:gd name="T53" fmla="*/ 554 h 601"/>
                <a:gd name="T54" fmla="*/ 25 w 40"/>
                <a:gd name="T55" fmla="*/ 588 h 601"/>
                <a:gd name="T56" fmla="*/ 25 w 40"/>
                <a:gd name="T57" fmla="*/ 597 h 601"/>
                <a:gd name="T58" fmla="*/ 24 w 40"/>
                <a:gd name="T59" fmla="*/ 60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" h="601">
                  <a:moveTo>
                    <a:pt x="24" y="600"/>
                  </a:moveTo>
                  <a:cubicBezTo>
                    <a:pt x="24" y="600"/>
                    <a:pt x="24" y="599"/>
                    <a:pt x="24" y="597"/>
                  </a:cubicBezTo>
                  <a:cubicBezTo>
                    <a:pt x="24" y="595"/>
                    <a:pt x="25" y="592"/>
                    <a:pt x="25" y="588"/>
                  </a:cubicBezTo>
                  <a:cubicBezTo>
                    <a:pt x="25" y="580"/>
                    <a:pt x="25" y="568"/>
                    <a:pt x="25" y="553"/>
                  </a:cubicBezTo>
                  <a:cubicBezTo>
                    <a:pt x="26" y="523"/>
                    <a:pt x="27" y="479"/>
                    <a:pt x="28" y="425"/>
                  </a:cubicBezTo>
                  <a:cubicBezTo>
                    <a:pt x="30" y="317"/>
                    <a:pt x="34" y="168"/>
                    <a:pt x="38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0" y="2"/>
                    <a:pt x="21" y="2"/>
                    <a:pt x="11" y="2"/>
                  </a:cubicBezTo>
                  <a:cubicBezTo>
                    <a:pt x="8" y="2"/>
                    <a:pt x="5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294"/>
                    <a:pt x="7" y="538"/>
                    <a:pt x="7" y="600"/>
                  </a:cubicBezTo>
                  <a:cubicBezTo>
                    <a:pt x="7" y="600"/>
                    <a:pt x="7" y="600"/>
                    <a:pt x="7" y="600"/>
                  </a:cubicBezTo>
                  <a:cubicBezTo>
                    <a:pt x="13" y="600"/>
                    <a:pt x="17" y="600"/>
                    <a:pt x="20" y="600"/>
                  </a:cubicBezTo>
                  <a:cubicBezTo>
                    <a:pt x="23" y="600"/>
                    <a:pt x="24" y="600"/>
                    <a:pt x="24" y="600"/>
                  </a:cubicBezTo>
                  <a:cubicBezTo>
                    <a:pt x="24" y="600"/>
                    <a:pt x="23" y="600"/>
                    <a:pt x="20" y="600"/>
                  </a:cubicBezTo>
                  <a:cubicBezTo>
                    <a:pt x="17" y="600"/>
                    <a:pt x="13" y="601"/>
                    <a:pt x="7" y="601"/>
                  </a:cubicBezTo>
                  <a:cubicBezTo>
                    <a:pt x="7" y="601"/>
                    <a:pt x="7" y="601"/>
                    <a:pt x="7" y="601"/>
                  </a:cubicBezTo>
                  <a:cubicBezTo>
                    <a:pt x="7" y="600"/>
                    <a:pt x="7" y="600"/>
                    <a:pt x="7" y="600"/>
                  </a:cubicBezTo>
                  <a:cubicBezTo>
                    <a:pt x="6" y="538"/>
                    <a:pt x="3" y="294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8" y="0"/>
                    <a:pt x="11" y="0"/>
                  </a:cubicBezTo>
                  <a:cubicBezTo>
                    <a:pt x="21" y="0"/>
                    <a:pt x="30" y="0"/>
                    <a:pt x="3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6" y="168"/>
                    <a:pt x="32" y="318"/>
                    <a:pt x="29" y="426"/>
                  </a:cubicBezTo>
                  <a:cubicBezTo>
                    <a:pt x="28" y="480"/>
                    <a:pt x="27" y="524"/>
                    <a:pt x="26" y="554"/>
                  </a:cubicBezTo>
                  <a:cubicBezTo>
                    <a:pt x="25" y="569"/>
                    <a:pt x="25" y="580"/>
                    <a:pt x="25" y="588"/>
                  </a:cubicBezTo>
                  <a:cubicBezTo>
                    <a:pt x="25" y="592"/>
                    <a:pt x="25" y="595"/>
                    <a:pt x="25" y="597"/>
                  </a:cubicBezTo>
                  <a:cubicBezTo>
                    <a:pt x="24" y="599"/>
                    <a:pt x="24" y="600"/>
                    <a:pt x="24" y="6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447">
              <a:extLst>
                <a:ext uri="{FF2B5EF4-FFF2-40B4-BE49-F238E27FC236}">
                  <a16:creationId xmlns:a16="http://schemas.microsoft.com/office/drawing/2014/main" id="{4C1665F1-FFAB-42CB-8213-8E0347EB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" y="2557"/>
              <a:ext cx="3248" cy="116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48">
              <a:extLst>
                <a:ext uri="{FF2B5EF4-FFF2-40B4-BE49-F238E27FC236}">
                  <a16:creationId xmlns:a16="http://schemas.microsoft.com/office/drawing/2014/main" id="{4489D0EC-9D16-4847-81F5-551343C49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555"/>
              <a:ext cx="3250" cy="121"/>
            </a:xfrm>
            <a:custGeom>
              <a:avLst/>
              <a:gdLst>
                <a:gd name="T0" fmla="*/ 0 w 1397"/>
                <a:gd name="T1" fmla="*/ 1 h 52"/>
                <a:gd name="T2" fmla="*/ 7 w 1397"/>
                <a:gd name="T3" fmla="*/ 1 h 52"/>
                <a:gd name="T4" fmla="*/ 28 w 1397"/>
                <a:gd name="T5" fmla="*/ 1 h 52"/>
                <a:gd name="T6" fmla="*/ 109 w 1397"/>
                <a:gd name="T7" fmla="*/ 1 h 52"/>
                <a:gd name="T8" fmla="*/ 407 w 1397"/>
                <a:gd name="T9" fmla="*/ 1 h 52"/>
                <a:gd name="T10" fmla="*/ 1396 w 1397"/>
                <a:gd name="T11" fmla="*/ 0 h 52"/>
                <a:gd name="T12" fmla="*/ 1397 w 1397"/>
                <a:gd name="T13" fmla="*/ 0 h 52"/>
                <a:gd name="T14" fmla="*/ 1397 w 1397"/>
                <a:gd name="T15" fmla="*/ 1 h 52"/>
                <a:gd name="T16" fmla="*/ 1397 w 1397"/>
                <a:gd name="T17" fmla="*/ 51 h 52"/>
                <a:gd name="T18" fmla="*/ 1397 w 1397"/>
                <a:gd name="T19" fmla="*/ 51 h 52"/>
                <a:gd name="T20" fmla="*/ 1397 w 1397"/>
                <a:gd name="T21" fmla="*/ 52 h 52"/>
                <a:gd name="T22" fmla="*/ 1396 w 1397"/>
                <a:gd name="T23" fmla="*/ 52 h 52"/>
                <a:gd name="T24" fmla="*/ 0 w 1397"/>
                <a:gd name="T25" fmla="*/ 51 h 52"/>
                <a:gd name="T26" fmla="*/ 0 w 1397"/>
                <a:gd name="T27" fmla="*/ 51 h 52"/>
                <a:gd name="T28" fmla="*/ 0 w 1397"/>
                <a:gd name="T29" fmla="*/ 51 h 52"/>
                <a:gd name="T30" fmla="*/ 0 w 1397"/>
                <a:gd name="T31" fmla="*/ 13 h 52"/>
                <a:gd name="T32" fmla="*/ 0 w 1397"/>
                <a:gd name="T33" fmla="*/ 1 h 52"/>
                <a:gd name="T34" fmla="*/ 0 w 1397"/>
                <a:gd name="T35" fmla="*/ 51 h 52"/>
                <a:gd name="T36" fmla="*/ 0 w 1397"/>
                <a:gd name="T37" fmla="*/ 51 h 52"/>
                <a:gd name="T38" fmla="*/ 1396 w 1397"/>
                <a:gd name="T39" fmla="*/ 50 h 52"/>
                <a:gd name="T40" fmla="*/ 1395 w 1397"/>
                <a:gd name="T41" fmla="*/ 51 h 52"/>
                <a:gd name="T42" fmla="*/ 1395 w 1397"/>
                <a:gd name="T43" fmla="*/ 51 h 52"/>
                <a:gd name="T44" fmla="*/ 1395 w 1397"/>
                <a:gd name="T45" fmla="*/ 1 h 52"/>
                <a:gd name="T46" fmla="*/ 1396 w 1397"/>
                <a:gd name="T47" fmla="*/ 2 h 52"/>
                <a:gd name="T48" fmla="*/ 408 w 1397"/>
                <a:gd name="T49" fmla="*/ 2 h 52"/>
                <a:gd name="T50" fmla="*/ 109 w 1397"/>
                <a:gd name="T51" fmla="*/ 2 h 52"/>
                <a:gd name="T52" fmla="*/ 28 w 1397"/>
                <a:gd name="T53" fmla="*/ 2 h 52"/>
                <a:gd name="T54" fmla="*/ 7 w 1397"/>
                <a:gd name="T55" fmla="*/ 1 h 52"/>
                <a:gd name="T56" fmla="*/ 0 w 1397"/>
                <a:gd name="T57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97" h="52">
                  <a:moveTo>
                    <a:pt x="0" y="1"/>
                  </a:moveTo>
                  <a:cubicBezTo>
                    <a:pt x="0" y="1"/>
                    <a:pt x="2" y="1"/>
                    <a:pt x="7" y="1"/>
                  </a:cubicBezTo>
                  <a:cubicBezTo>
                    <a:pt x="12" y="1"/>
                    <a:pt x="19" y="1"/>
                    <a:pt x="28" y="1"/>
                  </a:cubicBezTo>
                  <a:cubicBezTo>
                    <a:pt x="46" y="1"/>
                    <a:pt x="74" y="1"/>
                    <a:pt x="109" y="1"/>
                  </a:cubicBezTo>
                  <a:cubicBezTo>
                    <a:pt x="179" y="1"/>
                    <a:pt x="281" y="1"/>
                    <a:pt x="407" y="1"/>
                  </a:cubicBezTo>
                  <a:cubicBezTo>
                    <a:pt x="659" y="1"/>
                    <a:pt x="1008" y="1"/>
                    <a:pt x="1396" y="0"/>
                  </a:cubicBezTo>
                  <a:cubicBezTo>
                    <a:pt x="1397" y="0"/>
                    <a:pt x="1397" y="0"/>
                    <a:pt x="1397" y="0"/>
                  </a:cubicBezTo>
                  <a:cubicBezTo>
                    <a:pt x="1397" y="1"/>
                    <a:pt x="1397" y="1"/>
                    <a:pt x="1397" y="1"/>
                  </a:cubicBezTo>
                  <a:cubicBezTo>
                    <a:pt x="1397" y="17"/>
                    <a:pt x="1397" y="34"/>
                    <a:pt x="1397" y="51"/>
                  </a:cubicBezTo>
                  <a:cubicBezTo>
                    <a:pt x="1397" y="51"/>
                    <a:pt x="1397" y="51"/>
                    <a:pt x="1397" y="51"/>
                  </a:cubicBezTo>
                  <a:cubicBezTo>
                    <a:pt x="1397" y="52"/>
                    <a:pt x="1397" y="52"/>
                    <a:pt x="1397" y="52"/>
                  </a:cubicBezTo>
                  <a:cubicBezTo>
                    <a:pt x="1396" y="52"/>
                    <a:pt x="1396" y="52"/>
                    <a:pt x="1396" y="52"/>
                  </a:cubicBezTo>
                  <a:cubicBezTo>
                    <a:pt x="722" y="52"/>
                    <a:pt x="155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34"/>
                    <a:pt x="0" y="22"/>
                    <a:pt x="0" y="13"/>
                  </a:cubicBezTo>
                  <a:cubicBezTo>
                    <a:pt x="0" y="5"/>
                    <a:pt x="0" y="1"/>
                    <a:pt x="0" y="1"/>
                  </a:cubicBezTo>
                  <a:cubicBezTo>
                    <a:pt x="0" y="3"/>
                    <a:pt x="0" y="17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55" y="51"/>
                    <a:pt x="722" y="50"/>
                    <a:pt x="1396" y="50"/>
                  </a:cubicBezTo>
                  <a:cubicBezTo>
                    <a:pt x="1395" y="51"/>
                    <a:pt x="1395" y="51"/>
                    <a:pt x="1395" y="51"/>
                  </a:cubicBezTo>
                  <a:cubicBezTo>
                    <a:pt x="1395" y="51"/>
                    <a:pt x="1395" y="51"/>
                    <a:pt x="1395" y="51"/>
                  </a:cubicBezTo>
                  <a:cubicBezTo>
                    <a:pt x="1395" y="34"/>
                    <a:pt x="1395" y="17"/>
                    <a:pt x="1395" y="1"/>
                  </a:cubicBezTo>
                  <a:cubicBezTo>
                    <a:pt x="1396" y="2"/>
                    <a:pt x="1396" y="2"/>
                    <a:pt x="1396" y="2"/>
                  </a:cubicBezTo>
                  <a:cubicBezTo>
                    <a:pt x="1008" y="2"/>
                    <a:pt x="660" y="2"/>
                    <a:pt x="408" y="2"/>
                  </a:cubicBezTo>
                  <a:cubicBezTo>
                    <a:pt x="281" y="2"/>
                    <a:pt x="180" y="2"/>
                    <a:pt x="109" y="2"/>
                  </a:cubicBezTo>
                  <a:cubicBezTo>
                    <a:pt x="74" y="2"/>
                    <a:pt x="47" y="2"/>
                    <a:pt x="28" y="2"/>
                  </a:cubicBezTo>
                  <a:cubicBezTo>
                    <a:pt x="19" y="1"/>
                    <a:pt x="12" y="1"/>
                    <a:pt x="7" y="1"/>
                  </a:cubicBezTo>
                  <a:cubicBezTo>
                    <a:pt x="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449">
              <a:extLst>
                <a:ext uri="{FF2B5EF4-FFF2-40B4-BE49-F238E27FC236}">
                  <a16:creationId xmlns:a16="http://schemas.microsoft.com/office/drawing/2014/main" id="{87586260-1A8E-414A-B54E-A80EFD10E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59"/>
              <a:ext cx="684" cy="86"/>
            </a:xfrm>
            <a:custGeom>
              <a:avLst/>
              <a:gdLst>
                <a:gd name="T0" fmla="*/ 294 w 294"/>
                <a:gd name="T1" fmla="*/ 0 h 37"/>
                <a:gd name="T2" fmla="*/ 293 w 294"/>
                <a:gd name="T3" fmla="*/ 1 h 37"/>
                <a:gd name="T4" fmla="*/ 292 w 294"/>
                <a:gd name="T5" fmla="*/ 2 h 37"/>
                <a:gd name="T6" fmla="*/ 285 w 294"/>
                <a:gd name="T7" fmla="*/ 7 h 37"/>
                <a:gd name="T8" fmla="*/ 271 w 294"/>
                <a:gd name="T9" fmla="*/ 10 h 37"/>
                <a:gd name="T10" fmla="*/ 253 w 294"/>
                <a:gd name="T11" fmla="*/ 11 h 37"/>
                <a:gd name="T12" fmla="*/ 230 w 294"/>
                <a:gd name="T13" fmla="*/ 9 h 37"/>
                <a:gd name="T14" fmla="*/ 204 w 294"/>
                <a:gd name="T15" fmla="*/ 6 h 37"/>
                <a:gd name="T16" fmla="*/ 146 w 294"/>
                <a:gd name="T17" fmla="*/ 16 h 37"/>
                <a:gd name="T18" fmla="*/ 90 w 294"/>
                <a:gd name="T19" fmla="*/ 32 h 37"/>
                <a:gd name="T20" fmla="*/ 64 w 294"/>
                <a:gd name="T21" fmla="*/ 36 h 37"/>
                <a:gd name="T22" fmla="*/ 41 w 294"/>
                <a:gd name="T23" fmla="*/ 36 h 37"/>
                <a:gd name="T24" fmla="*/ 10 w 294"/>
                <a:gd name="T25" fmla="*/ 28 h 37"/>
                <a:gd name="T26" fmla="*/ 0 w 294"/>
                <a:gd name="T27" fmla="*/ 22 h 37"/>
                <a:gd name="T28" fmla="*/ 1 w 294"/>
                <a:gd name="T29" fmla="*/ 22 h 37"/>
                <a:gd name="T30" fmla="*/ 3 w 294"/>
                <a:gd name="T31" fmla="*/ 24 h 37"/>
                <a:gd name="T32" fmla="*/ 10 w 294"/>
                <a:gd name="T33" fmla="*/ 27 h 37"/>
                <a:gd name="T34" fmla="*/ 41 w 294"/>
                <a:gd name="T35" fmla="*/ 35 h 37"/>
                <a:gd name="T36" fmla="*/ 64 w 294"/>
                <a:gd name="T37" fmla="*/ 35 h 37"/>
                <a:gd name="T38" fmla="*/ 89 w 294"/>
                <a:gd name="T39" fmla="*/ 31 h 37"/>
                <a:gd name="T40" fmla="*/ 145 w 294"/>
                <a:gd name="T41" fmla="*/ 14 h 37"/>
                <a:gd name="T42" fmla="*/ 204 w 294"/>
                <a:gd name="T43" fmla="*/ 5 h 37"/>
                <a:gd name="T44" fmla="*/ 230 w 294"/>
                <a:gd name="T45" fmla="*/ 8 h 37"/>
                <a:gd name="T46" fmla="*/ 253 w 294"/>
                <a:gd name="T47" fmla="*/ 10 h 37"/>
                <a:gd name="T48" fmla="*/ 271 w 294"/>
                <a:gd name="T49" fmla="*/ 10 h 37"/>
                <a:gd name="T50" fmla="*/ 285 w 294"/>
                <a:gd name="T51" fmla="*/ 6 h 37"/>
                <a:gd name="T52" fmla="*/ 294 w 294"/>
                <a:gd name="T5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37">
                  <a:moveTo>
                    <a:pt x="294" y="0"/>
                  </a:moveTo>
                  <a:cubicBezTo>
                    <a:pt x="293" y="1"/>
                    <a:pt x="293" y="1"/>
                    <a:pt x="293" y="1"/>
                  </a:cubicBezTo>
                  <a:cubicBezTo>
                    <a:pt x="293" y="1"/>
                    <a:pt x="293" y="2"/>
                    <a:pt x="292" y="2"/>
                  </a:cubicBezTo>
                  <a:cubicBezTo>
                    <a:pt x="290" y="3"/>
                    <a:pt x="288" y="5"/>
                    <a:pt x="285" y="7"/>
                  </a:cubicBezTo>
                  <a:cubicBezTo>
                    <a:pt x="281" y="8"/>
                    <a:pt x="277" y="10"/>
                    <a:pt x="271" y="10"/>
                  </a:cubicBezTo>
                  <a:cubicBezTo>
                    <a:pt x="266" y="11"/>
                    <a:pt x="260" y="11"/>
                    <a:pt x="253" y="11"/>
                  </a:cubicBezTo>
                  <a:cubicBezTo>
                    <a:pt x="246" y="11"/>
                    <a:pt x="238" y="10"/>
                    <a:pt x="230" y="9"/>
                  </a:cubicBezTo>
                  <a:cubicBezTo>
                    <a:pt x="222" y="8"/>
                    <a:pt x="213" y="7"/>
                    <a:pt x="204" y="6"/>
                  </a:cubicBezTo>
                  <a:cubicBezTo>
                    <a:pt x="186" y="6"/>
                    <a:pt x="166" y="10"/>
                    <a:pt x="146" y="16"/>
                  </a:cubicBezTo>
                  <a:cubicBezTo>
                    <a:pt x="126" y="21"/>
                    <a:pt x="108" y="28"/>
                    <a:pt x="90" y="32"/>
                  </a:cubicBezTo>
                  <a:cubicBezTo>
                    <a:pt x="81" y="34"/>
                    <a:pt x="72" y="35"/>
                    <a:pt x="64" y="36"/>
                  </a:cubicBezTo>
                  <a:cubicBezTo>
                    <a:pt x="56" y="37"/>
                    <a:pt x="48" y="37"/>
                    <a:pt x="41" y="36"/>
                  </a:cubicBezTo>
                  <a:cubicBezTo>
                    <a:pt x="27" y="35"/>
                    <a:pt x="17" y="31"/>
                    <a:pt x="10" y="28"/>
                  </a:cubicBezTo>
                  <a:cubicBezTo>
                    <a:pt x="3" y="25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1" y="23"/>
                    <a:pt x="2" y="23"/>
                    <a:pt x="3" y="24"/>
                  </a:cubicBezTo>
                  <a:cubicBezTo>
                    <a:pt x="4" y="25"/>
                    <a:pt x="7" y="26"/>
                    <a:pt x="10" y="27"/>
                  </a:cubicBezTo>
                  <a:cubicBezTo>
                    <a:pt x="17" y="31"/>
                    <a:pt x="28" y="34"/>
                    <a:pt x="41" y="35"/>
                  </a:cubicBezTo>
                  <a:cubicBezTo>
                    <a:pt x="48" y="36"/>
                    <a:pt x="56" y="36"/>
                    <a:pt x="64" y="35"/>
                  </a:cubicBezTo>
                  <a:cubicBezTo>
                    <a:pt x="72" y="34"/>
                    <a:pt x="80" y="33"/>
                    <a:pt x="89" y="31"/>
                  </a:cubicBezTo>
                  <a:cubicBezTo>
                    <a:pt x="107" y="27"/>
                    <a:pt x="125" y="20"/>
                    <a:pt x="145" y="14"/>
                  </a:cubicBezTo>
                  <a:cubicBezTo>
                    <a:pt x="165" y="8"/>
                    <a:pt x="186" y="5"/>
                    <a:pt x="204" y="5"/>
                  </a:cubicBezTo>
                  <a:cubicBezTo>
                    <a:pt x="213" y="5"/>
                    <a:pt x="222" y="7"/>
                    <a:pt x="230" y="8"/>
                  </a:cubicBezTo>
                  <a:cubicBezTo>
                    <a:pt x="238" y="9"/>
                    <a:pt x="246" y="10"/>
                    <a:pt x="253" y="10"/>
                  </a:cubicBezTo>
                  <a:cubicBezTo>
                    <a:pt x="260" y="10"/>
                    <a:pt x="266" y="10"/>
                    <a:pt x="271" y="10"/>
                  </a:cubicBezTo>
                  <a:cubicBezTo>
                    <a:pt x="277" y="9"/>
                    <a:pt x="281" y="8"/>
                    <a:pt x="285" y="6"/>
                  </a:cubicBezTo>
                  <a:cubicBezTo>
                    <a:pt x="291" y="3"/>
                    <a:pt x="294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450">
              <a:extLst>
                <a:ext uri="{FF2B5EF4-FFF2-40B4-BE49-F238E27FC236}">
                  <a16:creationId xmlns:a16="http://schemas.microsoft.com/office/drawing/2014/main" id="{E7652307-2B7A-45EB-A862-ACCAFEE16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562"/>
              <a:ext cx="298" cy="46"/>
            </a:xfrm>
            <a:custGeom>
              <a:avLst/>
              <a:gdLst>
                <a:gd name="T0" fmla="*/ 128 w 128"/>
                <a:gd name="T1" fmla="*/ 0 h 20"/>
                <a:gd name="T2" fmla="*/ 124 w 128"/>
                <a:gd name="T3" fmla="*/ 3 h 20"/>
                <a:gd name="T4" fmla="*/ 111 w 128"/>
                <a:gd name="T5" fmla="*/ 9 h 20"/>
                <a:gd name="T6" fmla="*/ 90 w 128"/>
                <a:gd name="T7" fmla="*/ 16 h 20"/>
                <a:gd name="T8" fmla="*/ 63 w 128"/>
                <a:gd name="T9" fmla="*/ 20 h 20"/>
                <a:gd name="T10" fmla="*/ 14 w 128"/>
                <a:gd name="T11" fmla="*/ 12 h 20"/>
                <a:gd name="T12" fmla="*/ 3 w 128"/>
                <a:gd name="T13" fmla="*/ 4 h 20"/>
                <a:gd name="T14" fmla="*/ 1 w 128"/>
                <a:gd name="T15" fmla="*/ 1 h 20"/>
                <a:gd name="T16" fmla="*/ 0 w 128"/>
                <a:gd name="T17" fmla="*/ 0 h 20"/>
                <a:gd name="T18" fmla="*/ 3 w 128"/>
                <a:gd name="T19" fmla="*/ 4 h 20"/>
                <a:gd name="T20" fmla="*/ 15 w 128"/>
                <a:gd name="T21" fmla="*/ 11 h 20"/>
                <a:gd name="T22" fmla="*/ 63 w 128"/>
                <a:gd name="T23" fmla="*/ 18 h 20"/>
                <a:gd name="T24" fmla="*/ 90 w 128"/>
                <a:gd name="T25" fmla="*/ 15 h 20"/>
                <a:gd name="T26" fmla="*/ 111 w 128"/>
                <a:gd name="T27" fmla="*/ 9 h 20"/>
                <a:gd name="T28" fmla="*/ 123 w 128"/>
                <a:gd name="T29" fmla="*/ 2 h 20"/>
                <a:gd name="T30" fmla="*/ 128 w 128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20">
                  <a:moveTo>
                    <a:pt x="128" y="0"/>
                  </a:moveTo>
                  <a:cubicBezTo>
                    <a:pt x="128" y="0"/>
                    <a:pt x="127" y="1"/>
                    <a:pt x="124" y="3"/>
                  </a:cubicBezTo>
                  <a:cubicBezTo>
                    <a:pt x="121" y="5"/>
                    <a:pt x="117" y="7"/>
                    <a:pt x="111" y="9"/>
                  </a:cubicBezTo>
                  <a:cubicBezTo>
                    <a:pt x="105" y="12"/>
                    <a:pt x="98" y="14"/>
                    <a:pt x="90" y="16"/>
                  </a:cubicBezTo>
                  <a:cubicBezTo>
                    <a:pt x="82" y="18"/>
                    <a:pt x="73" y="20"/>
                    <a:pt x="63" y="20"/>
                  </a:cubicBezTo>
                  <a:cubicBezTo>
                    <a:pt x="43" y="20"/>
                    <a:pt x="26" y="16"/>
                    <a:pt x="14" y="12"/>
                  </a:cubicBezTo>
                  <a:cubicBezTo>
                    <a:pt x="9" y="9"/>
                    <a:pt x="5" y="6"/>
                    <a:pt x="3" y="4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3" y="4"/>
                  </a:cubicBezTo>
                  <a:cubicBezTo>
                    <a:pt x="5" y="6"/>
                    <a:pt x="9" y="9"/>
                    <a:pt x="15" y="11"/>
                  </a:cubicBezTo>
                  <a:cubicBezTo>
                    <a:pt x="26" y="15"/>
                    <a:pt x="44" y="19"/>
                    <a:pt x="63" y="18"/>
                  </a:cubicBezTo>
                  <a:cubicBezTo>
                    <a:pt x="73" y="18"/>
                    <a:pt x="82" y="17"/>
                    <a:pt x="90" y="15"/>
                  </a:cubicBezTo>
                  <a:cubicBezTo>
                    <a:pt x="98" y="13"/>
                    <a:pt x="105" y="11"/>
                    <a:pt x="111" y="9"/>
                  </a:cubicBezTo>
                  <a:cubicBezTo>
                    <a:pt x="116" y="6"/>
                    <a:pt x="121" y="4"/>
                    <a:pt x="123" y="2"/>
                  </a:cubicBezTo>
                  <a:cubicBezTo>
                    <a:pt x="126" y="1"/>
                    <a:pt x="128" y="0"/>
                    <a:pt x="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51">
              <a:extLst>
                <a:ext uri="{FF2B5EF4-FFF2-40B4-BE49-F238E27FC236}">
                  <a16:creationId xmlns:a16="http://schemas.microsoft.com/office/drawing/2014/main" id="{285A023A-F588-411E-8823-44ACC662F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2583"/>
              <a:ext cx="412" cy="86"/>
            </a:xfrm>
            <a:custGeom>
              <a:avLst/>
              <a:gdLst>
                <a:gd name="T0" fmla="*/ 112 w 177"/>
                <a:gd name="T1" fmla="*/ 22 h 37"/>
                <a:gd name="T2" fmla="*/ 114 w 177"/>
                <a:gd name="T3" fmla="*/ 23 h 37"/>
                <a:gd name="T4" fmla="*/ 120 w 177"/>
                <a:gd name="T5" fmla="*/ 24 h 37"/>
                <a:gd name="T6" fmla="*/ 145 w 177"/>
                <a:gd name="T7" fmla="*/ 21 h 37"/>
                <a:gd name="T8" fmla="*/ 145 w 177"/>
                <a:gd name="T9" fmla="*/ 22 h 37"/>
                <a:gd name="T10" fmla="*/ 114 w 177"/>
                <a:gd name="T11" fmla="*/ 12 h 37"/>
                <a:gd name="T12" fmla="*/ 75 w 177"/>
                <a:gd name="T13" fmla="*/ 21 h 37"/>
                <a:gd name="T14" fmla="*/ 72 w 177"/>
                <a:gd name="T15" fmla="*/ 24 h 37"/>
                <a:gd name="T16" fmla="*/ 75 w 177"/>
                <a:gd name="T17" fmla="*/ 27 h 37"/>
                <a:gd name="T18" fmla="*/ 80 w 177"/>
                <a:gd name="T19" fmla="*/ 29 h 37"/>
                <a:gd name="T20" fmla="*/ 86 w 177"/>
                <a:gd name="T21" fmla="*/ 30 h 37"/>
                <a:gd name="T22" fmla="*/ 111 w 177"/>
                <a:gd name="T23" fmla="*/ 34 h 37"/>
                <a:gd name="T24" fmla="*/ 137 w 177"/>
                <a:gd name="T25" fmla="*/ 35 h 37"/>
                <a:gd name="T26" fmla="*/ 151 w 177"/>
                <a:gd name="T27" fmla="*/ 34 h 37"/>
                <a:gd name="T28" fmla="*/ 157 w 177"/>
                <a:gd name="T29" fmla="*/ 33 h 37"/>
                <a:gd name="T30" fmla="*/ 164 w 177"/>
                <a:gd name="T31" fmla="*/ 31 h 37"/>
                <a:gd name="T32" fmla="*/ 172 w 177"/>
                <a:gd name="T33" fmla="*/ 26 h 37"/>
                <a:gd name="T34" fmla="*/ 174 w 177"/>
                <a:gd name="T35" fmla="*/ 18 h 37"/>
                <a:gd name="T36" fmla="*/ 167 w 177"/>
                <a:gd name="T37" fmla="*/ 12 h 37"/>
                <a:gd name="T38" fmla="*/ 158 w 177"/>
                <a:gd name="T39" fmla="*/ 9 h 37"/>
                <a:gd name="T40" fmla="*/ 119 w 177"/>
                <a:gd name="T41" fmla="*/ 2 h 37"/>
                <a:gd name="T42" fmla="*/ 53 w 177"/>
                <a:gd name="T43" fmla="*/ 11 h 37"/>
                <a:gd name="T44" fmla="*/ 13 w 177"/>
                <a:gd name="T45" fmla="*/ 28 h 37"/>
                <a:gd name="T46" fmla="*/ 4 w 177"/>
                <a:gd name="T47" fmla="*/ 35 h 37"/>
                <a:gd name="T48" fmla="*/ 1 w 177"/>
                <a:gd name="T49" fmla="*/ 36 h 37"/>
                <a:gd name="T50" fmla="*/ 0 w 177"/>
                <a:gd name="T51" fmla="*/ 37 h 37"/>
                <a:gd name="T52" fmla="*/ 1 w 177"/>
                <a:gd name="T53" fmla="*/ 36 h 37"/>
                <a:gd name="T54" fmla="*/ 3 w 177"/>
                <a:gd name="T55" fmla="*/ 34 h 37"/>
                <a:gd name="T56" fmla="*/ 13 w 177"/>
                <a:gd name="T57" fmla="*/ 28 h 37"/>
                <a:gd name="T58" fmla="*/ 53 w 177"/>
                <a:gd name="T59" fmla="*/ 10 h 37"/>
                <a:gd name="T60" fmla="*/ 119 w 177"/>
                <a:gd name="T61" fmla="*/ 1 h 37"/>
                <a:gd name="T62" fmla="*/ 159 w 177"/>
                <a:gd name="T63" fmla="*/ 8 h 37"/>
                <a:gd name="T64" fmla="*/ 168 w 177"/>
                <a:gd name="T65" fmla="*/ 11 h 37"/>
                <a:gd name="T66" fmla="*/ 176 w 177"/>
                <a:gd name="T67" fmla="*/ 18 h 37"/>
                <a:gd name="T68" fmla="*/ 174 w 177"/>
                <a:gd name="T69" fmla="*/ 27 h 37"/>
                <a:gd name="T70" fmla="*/ 165 w 177"/>
                <a:gd name="T71" fmla="*/ 32 h 37"/>
                <a:gd name="T72" fmla="*/ 158 w 177"/>
                <a:gd name="T73" fmla="*/ 34 h 37"/>
                <a:gd name="T74" fmla="*/ 151 w 177"/>
                <a:gd name="T75" fmla="*/ 35 h 37"/>
                <a:gd name="T76" fmla="*/ 137 w 177"/>
                <a:gd name="T77" fmla="*/ 36 h 37"/>
                <a:gd name="T78" fmla="*/ 110 w 177"/>
                <a:gd name="T79" fmla="*/ 35 h 37"/>
                <a:gd name="T80" fmla="*/ 86 w 177"/>
                <a:gd name="T81" fmla="*/ 31 h 37"/>
                <a:gd name="T82" fmla="*/ 80 w 177"/>
                <a:gd name="T83" fmla="*/ 30 h 37"/>
                <a:gd name="T84" fmla="*/ 74 w 177"/>
                <a:gd name="T85" fmla="*/ 28 h 37"/>
                <a:gd name="T86" fmla="*/ 71 w 177"/>
                <a:gd name="T87" fmla="*/ 26 h 37"/>
                <a:gd name="T88" fmla="*/ 70 w 177"/>
                <a:gd name="T89" fmla="*/ 24 h 37"/>
                <a:gd name="T90" fmla="*/ 74 w 177"/>
                <a:gd name="T91" fmla="*/ 20 h 37"/>
                <a:gd name="T92" fmla="*/ 115 w 177"/>
                <a:gd name="T93" fmla="*/ 11 h 37"/>
                <a:gd name="T94" fmla="*/ 145 w 177"/>
                <a:gd name="T95" fmla="*/ 21 h 37"/>
                <a:gd name="T96" fmla="*/ 146 w 177"/>
                <a:gd name="T97" fmla="*/ 22 h 37"/>
                <a:gd name="T98" fmla="*/ 145 w 177"/>
                <a:gd name="T99" fmla="*/ 22 h 37"/>
                <a:gd name="T100" fmla="*/ 120 w 177"/>
                <a:gd name="T101" fmla="*/ 25 h 37"/>
                <a:gd name="T102" fmla="*/ 112 w 177"/>
                <a:gd name="T103" fmla="*/ 2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7" h="37">
                  <a:moveTo>
                    <a:pt x="112" y="22"/>
                  </a:moveTo>
                  <a:cubicBezTo>
                    <a:pt x="112" y="22"/>
                    <a:pt x="112" y="22"/>
                    <a:pt x="114" y="23"/>
                  </a:cubicBezTo>
                  <a:cubicBezTo>
                    <a:pt x="115" y="23"/>
                    <a:pt x="117" y="24"/>
                    <a:pt x="120" y="24"/>
                  </a:cubicBezTo>
                  <a:cubicBezTo>
                    <a:pt x="126" y="25"/>
                    <a:pt x="135" y="25"/>
                    <a:pt x="145" y="21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37" y="17"/>
                    <a:pt x="127" y="13"/>
                    <a:pt x="114" y="12"/>
                  </a:cubicBezTo>
                  <a:cubicBezTo>
                    <a:pt x="102" y="11"/>
                    <a:pt x="87" y="13"/>
                    <a:pt x="75" y="21"/>
                  </a:cubicBezTo>
                  <a:cubicBezTo>
                    <a:pt x="73" y="21"/>
                    <a:pt x="72" y="23"/>
                    <a:pt x="72" y="24"/>
                  </a:cubicBezTo>
                  <a:cubicBezTo>
                    <a:pt x="72" y="25"/>
                    <a:pt x="73" y="26"/>
                    <a:pt x="75" y="27"/>
                  </a:cubicBezTo>
                  <a:cubicBezTo>
                    <a:pt x="76" y="28"/>
                    <a:pt x="78" y="28"/>
                    <a:pt x="80" y="29"/>
                  </a:cubicBezTo>
                  <a:cubicBezTo>
                    <a:pt x="82" y="29"/>
                    <a:pt x="84" y="29"/>
                    <a:pt x="86" y="30"/>
                  </a:cubicBezTo>
                  <a:cubicBezTo>
                    <a:pt x="94" y="31"/>
                    <a:pt x="102" y="33"/>
                    <a:pt x="111" y="34"/>
                  </a:cubicBezTo>
                  <a:cubicBezTo>
                    <a:pt x="119" y="35"/>
                    <a:pt x="128" y="35"/>
                    <a:pt x="137" y="35"/>
                  </a:cubicBezTo>
                  <a:cubicBezTo>
                    <a:pt x="142" y="35"/>
                    <a:pt x="146" y="35"/>
                    <a:pt x="151" y="34"/>
                  </a:cubicBezTo>
                  <a:cubicBezTo>
                    <a:pt x="153" y="34"/>
                    <a:pt x="155" y="33"/>
                    <a:pt x="157" y="33"/>
                  </a:cubicBezTo>
                  <a:cubicBezTo>
                    <a:pt x="160" y="32"/>
                    <a:pt x="162" y="32"/>
                    <a:pt x="164" y="31"/>
                  </a:cubicBezTo>
                  <a:cubicBezTo>
                    <a:pt x="167" y="30"/>
                    <a:pt x="170" y="28"/>
                    <a:pt x="172" y="26"/>
                  </a:cubicBezTo>
                  <a:cubicBezTo>
                    <a:pt x="174" y="24"/>
                    <a:pt x="175" y="21"/>
                    <a:pt x="174" y="18"/>
                  </a:cubicBezTo>
                  <a:cubicBezTo>
                    <a:pt x="173" y="16"/>
                    <a:pt x="170" y="14"/>
                    <a:pt x="167" y="12"/>
                  </a:cubicBezTo>
                  <a:cubicBezTo>
                    <a:pt x="164" y="11"/>
                    <a:pt x="161" y="10"/>
                    <a:pt x="158" y="9"/>
                  </a:cubicBezTo>
                  <a:cubicBezTo>
                    <a:pt x="145" y="5"/>
                    <a:pt x="132" y="3"/>
                    <a:pt x="119" y="2"/>
                  </a:cubicBezTo>
                  <a:cubicBezTo>
                    <a:pt x="94" y="1"/>
                    <a:pt x="71" y="5"/>
                    <a:pt x="53" y="11"/>
                  </a:cubicBezTo>
                  <a:cubicBezTo>
                    <a:pt x="35" y="16"/>
                    <a:pt x="22" y="23"/>
                    <a:pt x="13" y="28"/>
                  </a:cubicBezTo>
                  <a:cubicBezTo>
                    <a:pt x="9" y="31"/>
                    <a:pt x="6" y="33"/>
                    <a:pt x="4" y="35"/>
                  </a:cubicBezTo>
                  <a:cubicBezTo>
                    <a:pt x="3" y="35"/>
                    <a:pt x="2" y="36"/>
                    <a:pt x="1" y="36"/>
                  </a:cubicBezTo>
                  <a:cubicBezTo>
                    <a:pt x="1" y="37"/>
                    <a:pt x="0" y="37"/>
                    <a:pt x="0" y="37"/>
                  </a:cubicBezTo>
                  <a:cubicBezTo>
                    <a:pt x="0" y="37"/>
                    <a:pt x="0" y="37"/>
                    <a:pt x="1" y="36"/>
                  </a:cubicBezTo>
                  <a:cubicBezTo>
                    <a:pt x="2" y="36"/>
                    <a:pt x="2" y="35"/>
                    <a:pt x="3" y="34"/>
                  </a:cubicBezTo>
                  <a:cubicBezTo>
                    <a:pt x="5" y="33"/>
                    <a:pt x="9" y="31"/>
                    <a:pt x="13" y="28"/>
                  </a:cubicBezTo>
                  <a:cubicBezTo>
                    <a:pt x="21" y="22"/>
                    <a:pt x="35" y="15"/>
                    <a:pt x="53" y="10"/>
                  </a:cubicBezTo>
                  <a:cubicBezTo>
                    <a:pt x="71" y="4"/>
                    <a:pt x="94" y="0"/>
                    <a:pt x="119" y="1"/>
                  </a:cubicBezTo>
                  <a:cubicBezTo>
                    <a:pt x="132" y="2"/>
                    <a:pt x="146" y="3"/>
                    <a:pt x="159" y="8"/>
                  </a:cubicBezTo>
                  <a:cubicBezTo>
                    <a:pt x="162" y="9"/>
                    <a:pt x="165" y="10"/>
                    <a:pt x="168" y="11"/>
                  </a:cubicBezTo>
                  <a:cubicBezTo>
                    <a:pt x="171" y="13"/>
                    <a:pt x="174" y="15"/>
                    <a:pt x="176" y="18"/>
                  </a:cubicBezTo>
                  <a:cubicBezTo>
                    <a:pt x="177" y="21"/>
                    <a:pt x="176" y="25"/>
                    <a:pt x="174" y="27"/>
                  </a:cubicBezTo>
                  <a:cubicBezTo>
                    <a:pt x="171" y="29"/>
                    <a:pt x="168" y="31"/>
                    <a:pt x="165" y="32"/>
                  </a:cubicBezTo>
                  <a:cubicBezTo>
                    <a:pt x="162" y="33"/>
                    <a:pt x="160" y="34"/>
                    <a:pt x="158" y="34"/>
                  </a:cubicBezTo>
                  <a:cubicBezTo>
                    <a:pt x="155" y="35"/>
                    <a:pt x="153" y="35"/>
                    <a:pt x="151" y="35"/>
                  </a:cubicBezTo>
                  <a:cubicBezTo>
                    <a:pt x="146" y="36"/>
                    <a:pt x="142" y="36"/>
                    <a:pt x="137" y="36"/>
                  </a:cubicBezTo>
                  <a:cubicBezTo>
                    <a:pt x="128" y="37"/>
                    <a:pt x="119" y="36"/>
                    <a:pt x="110" y="35"/>
                  </a:cubicBezTo>
                  <a:cubicBezTo>
                    <a:pt x="102" y="34"/>
                    <a:pt x="94" y="32"/>
                    <a:pt x="86" y="31"/>
                  </a:cubicBezTo>
                  <a:cubicBezTo>
                    <a:pt x="84" y="31"/>
                    <a:pt x="82" y="30"/>
                    <a:pt x="80" y="30"/>
                  </a:cubicBezTo>
                  <a:cubicBezTo>
                    <a:pt x="78" y="29"/>
                    <a:pt x="76" y="29"/>
                    <a:pt x="74" y="28"/>
                  </a:cubicBezTo>
                  <a:cubicBezTo>
                    <a:pt x="73" y="28"/>
                    <a:pt x="72" y="27"/>
                    <a:pt x="71" y="26"/>
                  </a:cubicBezTo>
                  <a:cubicBezTo>
                    <a:pt x="71" y="26"/>
                    <a:pt x="70" y="25"/>
                    <a:pt x="70" y="24"/>
                  </a:cubicBezTo>
                  <a:cubicBezTo>
                    <a:pt x="71" y="22"/>
                    <a:pt x="73" y="21"/>
                    <a:pt x="74" y="20"/>
                  </a:cubicBezTo>
                  <a:cubicBezTo>
                    <a:pt x="87" y="12"/>
                    <a:pt x="102" y="10"/>
                    <a:pt x="115" y="11"/>
                  </a:cubicBezTo>
                  <a:cubicBezTo>
                    <a:pt x="127" y="12"/>
                    <a:pt x="138" y="16"/>
                    <a:pt x="145" y="21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35" y="26"/>
                    <a:pt x="126" y="26"/>
                    <a:pt x="120" y="25"/>
                  </a:cubicBezTo>
                  <a:cubicBezTo>
                    <a:pt x="114" y="24"/>
                    <a:pt x="112" y="22"/>
                    <a:pt x="112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452">
              <a:extLst>
                <a:ext uri="{FF2B5EF4-FFF2-40B4-BE49-F238E27FC236}">
                  <a16:creationId xmlns:a16="http://schemas.microsoft.com/office/drawing/2014/main" id="{E7DBB056-5182-41B1-9D6E-4DF089A78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" y="2562"/>
              <a:ext cx="118" cy="111"/>
            </a:xfrm>
            <a:custGeom>
              <a:avLst/>
              <a:gdLst>
                <a:gd name="T0" fmla="*/ 48 w 51"/>
                <a:gd name="T1" fmla="*/ 0 h 48"/>
                <a:gd name="T2" fmla="*/ 50 w 51"/>
                <a:gd name="T3" fmla="*/ 3 h 48"/>
                <a:gd name="T4" fmla="*/ 51 w 51"/>
                <a:gd name="T5" fmla="*/ 10 h 48"/>
                <a:gd name="T6" fmla="*/ 37 w 51"/>
                <a:gd name="T7" fmla="*/ 32 h 48"/>
                <a:gd name="T8" fmla="*/ 24 w 51"/>
                <a:gd name="T9" fmla="*/ 41 h 48"/>
                <a:gd name="T10" fmla="*/ 12 w 51"/>
                <a:gd name="T11" fmla="*/ 46 h 48"/>
                <a:gd name="T12" fmla="*/ 3 w 51"/>
                <a:gd name="T13" fmla="*/ 47 h 48"/>
                <a:gd name="T14" fmla="*/ 0 w 51"/>
                <a:gd name="T15" fmla="*/ 48 h 48"/>
                <a:gd name="T16" fmla="*/ 12 w 51"/>
                <a:gd name="T17" fmla="*/ 45 h 48"/>
                <a:gd name="T18" fmla="*/ 24 w 51"/>
                <a:gd name="T19" fmla="*/ 40 h 48"/>
                <a:gd name="T20" fmla="*/ 36 w 51"/>
                <a:gd name="T21" fmla="*/ 31 h 48"/>
                <a:gd name="T22" fmla="*/ 49 w 51"/>
                <a:gd name="T23" fmla="*/ 10 h 48"/>
                <a:gd name="T24" fmla="*/ 48 w 51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48">
                  <a:moveTo>
                    <a:pt x="48" y="0"/>
                  </a:moveTo>
                  <a:cubicBezTo>
                    <a:pt x="48" y="0"/>
                    <a:pt x="49" y="1"/>
                    <a:pt x="50" y="3"/>
                  </a:cubicBezTo>
                  <a:cubicBezTo>
                    <a:pt x="50" y="5"/>
                    <a:pt x="51" y="7"/>
                    <a:pt x="51" y="10"/>
                  </a:cubicBezTo>
                  <a:cubicBezTo>
                    <a:pt x="50" y="17"/>
                    <a:pt x="45" y="25"/>
                    <a:pt x="37" y="32"/>
                  </a:cubicBezTo>
                  <a:cubicBezTo>
                    <a:pt x="33" y="36"/>
                    <a:pt x="29" y="38"/>
                    <a:pt x="24" y="41"/>
                  </a:cubicBezTo>
                  <a:cubicBezTo>
                    <a:pt x="20" y="43"/>
                    <a:pt x="16" y="45"/>
                    <a:pt x="12" y="46"/>
                  </a:cubicBezTo>
                  <a:cubicBezTo>
                    <a:pt x="8" y="47"/>
                    <a:pt x="5" y="47"/>
                    <a:pt x="3" y="47"/>
                  </a:cubicBezTo>
                  <a:cubicBezTo>
                    <a:pt x="1" y="48"/>
                    <a:pt x="0" y="48"/>
                    <a:pt x="0" y="48"/>
                  </a:cubicBezTo>
                  <a:cubicBezTo>
                    <a:pt x="0" y="47"/>
                    <a:pt x="5" y="47"/>
                    <a:pt x="12" y="45"/>
                  </a:cubicBezTo>
                  <a:cubicBezTo>
                    <a:pt x="15" y="44"/>
                    <a:pt x="19" y="42"/>
                    <a:pt x="24" y="40"/>
                  </a:cubicBezTo>
                  <a:cubicBezTo>
                    <a:pt x="28" y="37"/>
                    <a:pt x="32" y="34"/>
                    <a:pt x="36" y="31"/>
                  </a:cubicBezTo>
                  <a:cubicBezTo>
                    <a:pt x="44" y="24"/>
                    <a:pt x="49" y="16"/>
                    <a:pt x="49" y="10"/>
                  </a:cubicBezTo>
                  <a:cubicBezTo>
                    <a:pt x="50" y="4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453">
              <a:extLst>
                <a:ext uri="{FF2B5EF4-FFF2-40B4-BE49-F238E27FC236}">
                  <a16:creationId xmlns:a16="http://schemas.microsoft.com/office/drawing/2014/main" id="{F279FBBD-388C-4A06-87F1-A23652FAC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" y="2587"/>
              <a:ext cx="472" cy="86"/>
            </a:xfrm>
            <a:custGeom>
              <a:avLst/>
              <a:gdLst>
                <a:gd name="T0" fmla="*/ 203 w 203"/>
                <a:gd name="T1" fmla="*/ 34 h 37"/>
                <a:gd name="T2" fmla="*/ 197 w 203"/>
                <a:gd name="T3" fmla="*/ 29 h 37"/>
                <a:gd name="T4" fmla="*/ 175 w 203"/>
                <a:gd name="T5" fmla="*/ 21 h 37"/>
                <a:gd name="T6" fmla="*/ 158 w 203"/>
                <a:gd name="T7" fmla="*/ 22 h 37"/>
                <a:gd name="T8" fmla="*/ 139 w 203"/>
                <a:gd name="T9" fmla="*/ 23 h 37"/>
                <a:gd name="T10" fmla="*/ 119 w 203"/>
                <a:gd name="T11" fmla="*/ 15 h 37"/>
                <a:gd name="T12" fmla="*/ 100 w 203"/>
                <a:gd name="T13" fmla="*/ 6 h 37"/>
                <a:gd name="T14" fmla="*/ 57 w 203"/>
                <a:gd name="T15" fmla="*/ 5 h 37"/>
                <a:gd name="T16" fmla="*/ 25 w 203"/>
                <a:gd name="T17" fmla="*/ 19 h 37"/>
                <a:gd name="T18" fmla="*/ 6 w 203"/>
                <a:gd name="T19" fmla="*/ 32 h 37"/>
                <a:gd name="T20" fmla="*/ 1 w 203"/>
                <a:gd name="T21" fmla="*/ 35 h 37"/>
                <a:gd name="T22" fmla="*/ 0 w 203"/>
                <a:gd name="T23" fmla="*/ 37 h 37"/>
                <a:gd name="T24" fmla="*/ 1 w 203"/>
                <a:gd name="T25" fmla="*/ 35 h 37"/>
                <a:gd name="T26" fmla="*/ 6 w 203"/>
                <a:gd name="T27" fmla="*/ 31 h 37"/>
                <a:gd name="T28" fmla="*/ 24 w 203"/>
                <a:gd name="T29" fmla="*/ 18 h 37"/>
                <a:gd name="T30" fmla="*/ 56 w 203"/>
                <a:gd name="T31" fmla="*/ 4 h 37"/>
                <a:gd name="T32" fmla="*/ 100 w 203"/>
                <a:gd name="T33" fmla="*/ 5 h 37"/>
                <a:gd name="T34" fmla="*/ 120 w 203"/>
                <a:gd name="T35" fmla="*/ 14 h 37"/>
                <a:gd name="T36" fmla="*/ 139 w 203"/>
                <a:gd name="T37" fmla="*/ 22 h 37"/>
                <a:gd name="T38" fmla="*/ 158 w 203"/>
                <a:gd name="T39" fmla="*/ 21 h 37"/>
                <a:gd name="T40" fmla="*/ 175 w 203"/>
                <a:gd name="T41" fmla="*/ 20 h 37"/>
                <a:gd name="T42" fmla="*/ 197 w 203"/>
                <a:gd name="T43" fmla="*/ 29 h 37"/>
                <a:gd name="T44" fmla="*/ 203 w 203"/>
                <a:gd name="T45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37">
                  <a:moveTo>
                    <a:pt x="203" y="34"/>
                  </a:moveTo>
                  <a:cubicBezTo>
                    <a:pt x="203" y="34"/>
                    <a:pt x="201" y="32"/>
                    <a:pt x="197" y="29"/>
                  </a:cubicBezTo>
                  <a:cubicBezTo>
                    <a:pt x="192" y="26"/>
                    <a:pt x="185" y="23"/>
                    <a:pt x="175" y="21"/>
                  </a:cubicBezTo>
                  <a:cubicBezTo>
                    <a:pt x="170" y="21"/>
                    <a:pt x="164" y="21"/>
                    <a:pt x="158" y="22"/>
                  </a:cubicBezTo>
                  <a:cubicBezTo>
                    <a:pt x="152" y="22"/>
                    <a:pt x="146" y="24"/>
                    <a:pt x="139" y="23"/>
                  </a:cubicBezTo>
                  <a:cubicBezTo>
                    <a:pt x="132" y="23"/>
                    <a:pt x="125" y="19"/>
                    <a:pt x="119" y="15"/>
                  </a:cubicBezTo>
                  <a:cubicBezTo>
                    <a:pt x="114" y="12"/>
                    <a:pt x="107" y="8"/>
                    <a:pt x="100" y="6"/>
                  </a:cubicBezTo>
                  <a:cubicBezTo>
                    <a:pt x="85" y="2"/>
                    <a:pt x="70" y="2"/>
                    <a:pt x="57" y="5"/>
                  </a:cubicBezTo>
                  <a:cubicBezTo>
                    <a:pt x="44" y="9"/>
                    <a:pt x="33" y="14"/>
                    <a:pt x="25" y="19"/>
                  </a:cubicBezTo>
                  <a:cubicBezTo>
                    <a:pt x="16" y="24"/>
                    <a:pt x="10" y="28"/>
                    <a:pt x="6" y="32"/>
                  </a:cubicBezTo>
                  <a:cubicBezTo>
                    <a:pt x="4" y="33"/>
                    <a:pt x="2" y="34"/>
                    <a:pt x="1" y="35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0" y="37"/>
                    <a:pt x="0" y="36"/>
                    <a:pt x="1" y="35"/>
                  </a:cubicBezTo>
                  <a:cubicBezTo>
                    <a:pt x="2" y="34"/>
                    <a:pt x="4" y="33"/>
                    <a:pt x="6" y="31"/>
                  </a:cubicBezTo>
                  <a:cubicBezTo>
                    <a:pt x="10" y="28"/>
                    <a:pt x="16" y="23"/>
                    <a:pt x="24" y="18"/>
                  </a:cubicBezTo>
                  <a:cubicBezTo>
                    <a:pt x="32" y="13"/>
                    <a:pt x="43" y="7"/>
                    <a:pt x="56" y="4"/>
                  </a:cubicBezTo>
                  <a:cubicBezTo>
                    <a:pt x="69" y="1"/>
                    <a:pt x="85" y="0"/>
                    <a:pt x="100" y="5"/>
                  </a:cubicBezTo>
                  <a:cubicBezTo>
                    <a:pt x="108" y="7"/>
                    <a:pt x="115" y="11"/>
                    <a:pt x="120" y="14"/>
                  </a:cubicBezTo>
                  <a:cubicBezTo>
                    <a:pt x="126" y="18"/>
                    <a:pt x="132" y="21"/>
                    <a:pt x="139" y="22"/>
                  </a:cubicBezTo>
                  <a:cubicBezTo>
                    <a:pt x="146" y="22"/>
                    <a:pt x="152" y="21"/>
                    <a:pt x="158" y="21"/>
                  </a:cubicBezTo>
                  <a:cubicBezTo>
                    <a:pt x="164" y="20"/>
                    <a:pt x="170" y="20"/>
                    <a:pt x="175" y="20"/>
                  </a:cubicBezTo>
                  <a:cubicBezTo>
                    <a:pt x="186" y="22"/>
                    <a:pt x="193" y="26"/>
                    <a:pt x="197" y="29"/>
                  </a:cubicBezTo>
                  <a:cubicBezTo>
                    <a:pt x="202" y="32"/>
                    <a:pt x="203" y="34"/>
                    <a:pt x="203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54">
              <a:extLst>
                <a:ext uri="{FF2B5EF4-FFF2-40B4-BE49-F238E27FC236}">
                  <a16:creationId xmlns:a16="http://schemas.microsoft.com/office/drawing/2014/main" id="{1DE09B0B-2B10-4218-8043-41545DBDE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" y="2559"/>
              <a:ext cx="514" cy="105"/>
            </a:xfrm>
            <a:custGeom>
              <a:avLst/>
              <a:gdLst>
                <a:gd name="T0" fmla="*/ 221 w 221"/>
                <a:gd name="T1" fmla="*/ 0 h 45"/>
                <a:gd name="T2" fmla="*/ 220 w 221"/>
                <a:gd name="T3" fmla="*/ 2 h 45"/>
                <a:gd name="T4" fmla="*/ 215 w 221"/>
                <a:gd name="T5" fmla="*/ 6 h 45"/>
                <a:gd name="T6" fmla="*/ 194 w 221"/>
                <a:gd name="T7" fmla="*/ 21 h 45"/>
                <a:gd name="T8" fmla="*/ 159 w 221"/>
                <a:gd name="T9" fmla="*/ 37 h 45"/>
                <a:gd name="T10" fmla="*/ 136 w 221"/>
                <a:gd name="T11" fmla="*/ 43 h 45"/>
                <a:gd name="T12" fmla="*/ 111 w 221"/>
                <a:gd name="T13" fmla="*/ 45 h 45"/>
                <a:gd name="T14" fmla="*/ 62 w 221"/>
                <a:gd name="T15" fmla="*/ 37 h 45"/>
                <a:gd name="T16" fmla="*/ 27 w 221"/>
                <a:gd name="T17" fmla="*/ 21 h 45"/>
                <a:gd name="T18" fmla="*/ 7 w 221"/>
                <a:gd name="T19" fmla="*/ 6 h 45"/>
                <a:gd name="T20" fmla="*/ 2 w 221"/>
                <a:gd name="T21" fmla="*/ 2 h 45"/>
                <a:gd name="T22" fmla="*/ 1 w 221"/>
                <a:gd name="T23" fmla="*/ 0 h 45"/>
                <a:gd name="T24" fmla="*/ 2 w 221"/>
                <a:gd name="T25" fmla="*/ 1 h 45"/>
                <a:gd name="T26" fmla="*/ 7 w 221"/>
                <a:gd name="T27" fmla="*/ 6 h 45"/>
                <a:gd name="T28" fmla="*/ 28 w 221"/>
                <a:gd name="T29" fmla="*/ 20 h 45"/>
                <a:gd name="T30" fmla="*/ 63 w 221"/>
                <a:gd name="T31" fmla="*/ 36 h 45"/>
                <a:gd name="T32" fmla="*/ 111 w 221"/>
                <a:gd name="T33" fmla="*/ 44 h 45"/>
                <a:gd name="T34" fmla="*/ 136 w 221"/>
                <a:gd name="T35" fmla="*/ 41 h 45"/>
                <a:gd name="T36" fmla="*/ 158 w 221"/>
                <a:gd name="T37" fmla="*/ 36 h 45"/>
                <a:gd name="T38" fmla="*/ 194 w 221"/>
                <a:gd name="T39" fmla="*/ 20 h 45"/>
                <a:gd name="T40" fmla="*/ 214 w 221"/>
                <a:gd name="T41" fmla="*/ 6 h 45"/>
                <a:gd name="T42" fmla="*/ 219 w 221"/>
                <a:gd name="T43" fmla="*/ 1 h 45"/>
                <a:gd name="T44" fmla="*/ 221 w 221"/>
                <a:gd name="T4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1" h="45">
                  <a:moveTo>
                    <a:pt x="221" y="0"/>
                  </a:moveTo>
                  <a:cubicBezTo>
                    <a:pt x="221" y="0"/>
                    <a:pt x="221" y="0"/>
                    <a:pt x="220" y="2"/>
                  </a:cubicBezTo>
                  <a:cubicBezTo>
                    <a:pt x="218" y="3"/>
                    <a:pt x="217" y="4"/>
                    <a:pt x="215" y="6"/>
                  </a:cubicBezTo>
                  <a:cubicBezTo>
                    <a:pt x="211" y="10"/>
                    <a:pt x="204" y="15"/>
                    <a:pt x="194" y="21"/>
                  </a:cubicBezTo>
                  <a:cubicBezTo>
                    <a:pt x="185" y="26"/>
                    <a:pt x="173" y="32"/>
                    <a:pt x="159" y="37"/>
                  </a:cubicBezTo>
                  <a:cubicBezTo>
                    <a:pt x="152" y="39"/>
                    <a:pt x="144" y="41"/>
                    <a:pt x="136" y="43"/>
                  </a:cubicBezTo>
                  <a:cubicBezTo>
                    <a:pt x="128" y="44"/>
                    <a:pt x="120" y="45"/>
                    <a:pt x="111" y="45"/>
                  </a:cubicBezTo>
                  <a:cubicBezTo>
                    <a:pt x="93" y="45"/>
                    <a:pt x="76" y="42"/>
                    <a:pt x="62" y="37"/>
                  </a:cubicBezTo>
                  <a:cubicBezTo>
                    <a:pt x="48" y="32"/>
                    <a:pt x="36" y="27"/>
                    <a:pt x="27" y="21"/>
                  </a:cubicBezTo>
                  <a:cubicBezTo>
                    <a:pt x="18" y="15"/>
                    <a:pt x="11" y="10"/>
                    <a:pt x="7" y="6"/>
                  </a:cubicBezTo>
                  <a:cubicBezTo>
                    <a:pt x="5" y="4"/>
                    <a:pt x="3" y="3"/>
                    <a:pt x="2" y="2"/>
                  </a:cubicBezTo>
                  <a:cubicBezTo>
                    <a:pt x="1" y="0"/>
                    <a:pt x="0" y="0"/>
                    <a:pt x="1" y="0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4" y="2"/>
                    <a:pt x="5" y="4"/>
                    <a:pt x="7" y="6"/>
                  </a:cubicBezTo>
                  <a:cubicBezTo>
                    <a:pt x="12" y="10"/>
                    <a:pt x="19" y="15"/>
                    <a:pt x="28" y="20"/>
                  </a:cubicBezTo>
                  <a:cubicBezTo>
                    <a:pt x="37" y="26"/>
                    <a:pt x="49" y="31"/>
                    <a:pt x="63" y="36"/>
                  </a:cubicBezTo>
                  <a:cubicBezTo>
                    <a:pt x="77" y="41"/>
                    <a:pt x="93" y="44"/>
                    <a:pt x="111" y="44"/>
                  </a:cubicBezTo>
                  <a:cubicBezTo>
                    <a:pt x="119" y="44"/>
                    <a:pt x="128" y="43"/>
                    <a:pt x="136" y="41"/>
                  </a:cubicBezTo>
                  <a:cubicBezTo>
                    <a:pt x="144" y="40"/>
                    <a:pt x="151" y="38"/>
                    <a:pt x="158" y="36"/>
                  </a:cubicBezTo>
                  <a:cubicBezTo>
                    <a:pt x="172" y="31"/>
                    <a:pt x="184" y="25"/>
                    <a:pt x="194" y="20"/>
                  </a:cubicBezTo>
                  <a:cubicBezTo>
                    <a:pt x="203" y="15"/>
                    <a:pt x="210" y="10"/>
                    <a:pt x="214" y="6"/>
                  </a:cubicBezTo>
                  <a:cubicBezTo>
                    <a:pt x="217" y="4"/>
                    <a:pt x="218" y="2"/>
                    <a:pt x="219" y="1"/>
                  </a:cubicBezTo>
                  <a:cubicBezTo>
                    <a:pt x="220" y="0"/>
                    <a:pt x="221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55">
              <a:extLst>
                <a:ext uri="{FF2B5EF4-FFF2-40B4-BE49-F238E27FC236}">
                  <a16:creationId xmlns:a16="http://schemas.microsoft.com/office/drawing/2014/main" id="{59FE5FA2-656D-4B5B-8225-97CF5C577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6" y="2557"/>
              <a:ext cx="324" cy="49"/>
            </a:xfrm>
            <a:custGeom>
              <a:avLst/>
              <a:gdLst>
                <a:gd name="T0" fmla="*/ 139 w 139"/>
                <a:gd name="T1" fmla="*/ 0 h 21"/>
                <a:gd name="T2" fmla="*/ 138 w 139"/>
                <a:gd name="T3" fmla="*/ 1 h 21"/>
                <a:gd name="T4" fmla="*/ 134 w 139"/>
                <a:gd name="T5" fmla="*/ 3 h 21"/>
                <a:gd name="T6" fmla="*/ 120 w 139"/>
                <a:gd name="T7" fmla="*/ 10 h 21"/>
                <a:gd name="T8" fmla="*/ 98 w 139"/>
                <a:gd name="T9" fmla="*/ 17 h 21"/>
                <a:gd name="T10" fmla="*/ 69 w 139"/>
                <a:gd name="T11" fmla="*/ 21 h 21"/>
                <a:gd name="T12" fmla="*/ 18 w 139"/>
                <a:gd name="T13" fmla="*/ 10 h 21"/>
                <a:gd name="T14" fmla="*/ 4 w 139"/>
                <a:gd name="T15" fmla="*/ 4 h 21"/>
                <a:gd name="T16" fmla="*/ 1 w 139"/>
                <a:gd name="T17" fmla="*/ 2 h 21"/>
                <a:gd name="T18" fmla="*/ 0 w 139"/>
                <a:gd name="T19" fmla="*/ 1 h 21"/>
                <a:gd name="T20" fmla="*/ 5 w 139"/>
                <a:gd name="T21" fmla="*/ 3 h 21"/>
                <a:gd name="T22" fmla="*/ 19 w 139"/>
                <a:gd name="T23" fmla="*/ 9 h 21"/>
                <a:gd name="T24" fmla="*/ 69 w 139"/>
                <a:gd name="T25" fmla="*/ 19 h 21"/>
                <a:gd name="T26" fmla="*/ 98 w 139"/>
                <a:gd name="T27" fmla="*/ 16 h 21"/>
                <a:gd name="T28" fmla="*/ 120 w 139"/>
                <a:gd name="T29" fmla="*/ 9 h 21"/>
                <a:gd name="T30" fmla="*/ 134 w 139"/>
                <a:gd name="T31" fmla="*/ 3 h 21"/>
                <a:gd name="T32" fmla="*/ 139 w 139"/>
                <a:gd name="T3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21">
                  <a:moveTo>
                    <a:pt x="139" y="0"/>
                  </a:moveTo>
                  <a:cubicBezTo>
                    <a:pt x="139" y="0"/>
                    <a:pt x="139" y="1"/>
                    <a:pt x="138" y="1"/>
                  </a:cubicBezTo>
                  <a:cubicBezTo>
                    <a:pt x="137" y="2"/>
                    <a:pt x="136" y="2"/>
                    <a:pt x="134" y="3"/>
                  </a:cubicBezTo>
                  <a:cubicBezTo>
                    <a:pt x="131" y="5"/>
                    <a:pt x="126" y="7"/>
                    <a:pt x="120" y="10"/>
                  </a:cubicBezTo>
                  <a:cubicBezTo>
                    <a:pt x="114" y="12"/>
                    <a:pt x="107" y="15"/>
                    <a:pt x="98" y="17"/>
                  </a:cubicBezTo>
                  <a:cubicBezTo>
                    <a:pt x="90" y="19"/>
                    <a:pt x="80" y="21"/>
                    <a:pt x="69" y="21"/>
                  </a:cubicBezTo>
                  <a:cubicBezTo>
                    <a:pt x="48" y="21"/>
                    <a:pt x="30" y="15"/>
                    <a:pt x="18" y="10"/>
                  </a:cubicBezTo>
                  <a:cubicBezTo>
                    <a:pt x="12" y="8"/>
                    <a:pt x="7" y="6"/>
                    <a:pt x="4" y="4"/>
                  </a:cubicBezTo>
                  <a:cubicBezTo>
                    <a:pt x="3" y="3"/>
                    <a:pt x="2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5" y="3"/>
                  </a:cubicBezTo>
                  <a:cubicBezTo>
                    <a:pt x="8" y="5"/>
                    <a:pt x="13" y="7"/>
                    <a:pt x="19" y="9"/>
                  </a:cubicBezTo>
                  <a:cubicBezTo>
                    <a:pt x="31" y="14"/>
                    <a:pt x="49" y="19"/>
                    <a:pt x="69" y="19"/>
                  </a:cubicBezTo>
                  <a:cubicBezTo>
                    <a:pt x="80" y="19"/>
                    <a:pt x="89" y="18"/>
                    <a:pt x="98" y="16"/>
                  </a:cubicBezTo>
                  <a:cubicBezTo>
                    <a:pt x="106" y="14"/>
                    <a:pt x="114" y="11"/>
                    <a:pt x="120" y="9"/>
                  </a:cubicBezTo>
                  <a:cubicBezTo>
                    <a:pt x="126" y="6"/>
                    <a:pt x="131" y="4"/>
                    <a:pt x="134" y="3"/>
                  </a:cubicBezTo>
                  <a:cubicBezTo>
                    <a:pt x="137" y="1"/>
                    <a:pt x="139" y="0"/>
                    <a:pt x="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56">
              <a:extLst>
                <a:ext uri="{FF2B5EF4-FFF2-40B4-BE49-F238E27FC236}">
                  <a16:creationId xmlns:a16="http://schemas.microsoft.com/office/drawing/2014/main" id="{3542FDB4-79C7-4D19-A2FD-593C6C300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2" y="2566"/>
              <a:ext cx="328" cy="107"/>
            </a:xfrm>
            <a:custGeom>
              <a:avLst/>
              <a:gdLst>
                <a:gd name="T0" fmla="*/ 141 w 141"/>
                <a:gd name="T1" fmla="*/ 1 h 46"/>
                <a:gd name="T2" fmla="*/ 139 w 141"/>
                <a:gd name="T3" fmla="*/ 1 h 46"/>
                <a:gd name="T4" fmla="*/ 135 w 141"/>
                <a:gd name="T5" fmla="*/ 1 h 46"/>
                <a:gd name="T6" fmla="*/ 132 w 141"/>
                <a:gd name="T7" fmla="*/ 1 h 46"/>
                <a:gd name="T8" fmla="*/ 128 w 141"/>
                <a:gd name="T9" fmla="*/ 1 h 46"/>
                <a:gd name="T10" fmla="*/ 118 w 141"/>
                <a:gd name="T11" fmla="*/ 1 h 46"/>
                <a:gd name="T12" fmla="*/ 113 w 141"/>
                <a:gd name="T13" fmla="*/ 1 h 46"/>
                <a:gd name="T14" fmla="*/ 107 w 141"/>
                <a:gd name="T15" fmla="*/ 2 h 46"/>
                <a:gd name="T16" fmla="*/ 93 w 141"/>
                <a:gd name="T17" fmla="*/ 4 h 46"/>
                <a:gd name="T18" fmla="*/ 64 w 141"/>
                <a:gd name="T19" fmla="*/ 11 h 46"/>
                <a:gd name="T20" fmla="*/ 37 w 141"/>
                <a:gd name="T21" fmla="*/ 22 h 46"/>
                <a:gd name="T22" fmla="*/ 26 w 141"/>
                <a:gd name="T23" fmla="*/ 28 h 46"/>
                <a:gd name="T24" fmla="*/ 21 w 141"/>
                <a:gd name="T25" fmla="*/ 30 h 46"/>
                <a:gd name="T26" fmla="*/ 17 w 141"/>
                <a:gd name="T27" fmla="*/ 33 h 46"/>
                <a:gd name="T28" fmla="*/ 9 w 141"/>
                <a:gd name="T29" fmla="*/ 38 h 46"/>
                <a:gd name="T30" fmla="*/ 6 w 141"/>
                <a:gd name="T31" fmla="*/ 41 h 46"/>
                <a:gd name="T32" fmla="*/ 4 w 141"/>
                <a:gd name="T33" fmla="*/ 42 h 46"/>
                <a:gd name="T34" fmla="*/ 1 w 141"/>
                <a:gd name="T35" fmla="*/ 45 h 46"/>
                <a:gd name="T36" fmla="*/ 0 w 141"/>
                <a:gd name="T37" fmla="*/ 46 h 46"/>
                <a:gd name="T38" fmla="*/ 1 w 141"/>
                <a:gd name="T39" fmla="*/ 45 h 46"/>
                <a:gd name="T40" fmla="*/ 4 w 141"/>
                <a:gd name="T41" fmla="*/ 42 h 46"/>
                <a:gd name="T42" fmla="*/ 6 w 141"/>
                <a:gd name="T43" fmla="*/ 40 h 46"/>
                <a:gd name="T44" fmla="*/ 9 w 141"/>
                <a:gd name="T45" fmla="*/ 38 h 46"/>
                <a:gd name="T46" fmla="*/ 16 w 141"/>
                <a:gd name="T47" fmla="*/ 33 h 46"/>
                <a:gd name="T48" fmla="*/ 20 w 141"/>
                <a:gd name="T49" fmla="*/ 30 h 46"/>
                <a:gd name="T50" fmla="*/ 25 w 141"/>
                <a:gd name="T51" fmla="*/ 27 h 46"/>
                <a:gd name="T52" fmla="*/ 36 w 141"/>
                <a:gd name="T53" fmla="*/ 21 h 46"/>
                <a:gd name="T54" fmla="*/ 64 w 141"/>
                <a:gd name="T55" fmla="*/ 9 h 46"/>
                <a:gd name="T56" fmla="*/ 93 w 141"/>
                <a:gd name="T57" fmla="*/ 2 h 46"/>
                <a:gd name="T58" fmla="*/ 106 w 141"/>
                <a:gd name="T59" fmla="*/ 1 h 46"/>
                <a:gd name="T60" fmla="*/ 112 w 141"/>
                <a:gd name="T61" fmla="*/ 0 h 46"/>
                <a:gd name="T62" fmla="*/ 118 w 141"/>
                <a:gd name="T63" fmla="*/ 0 h 46"/>
                <a:gd name="T64" fmla="*/ 128 w 141"/>
                <a:gd name="T65" fmla="*/ 0 h 46"/>
                <a:gd name="T66" fmla="*/ 132 w 141"/>
                <a:gd name="T67" fmla="*/ 0 h 46"/>
                <a:gd name="T68" fmla="*/ 135 w 141"/>
                <a:gd name="T69" fmla="*/ 1 h 46"/>
                <a:gd name="T70" fmla="*/ 139 w 141"/>
                <a:gd name="T71" fmla="*/ 1 h 46"/>
                <a:gd name="T72" fmla="*/ 141 w 141"/>
                <a:gd name="T73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1" h="46">
                  <a:moveTo>
                    <a:pt x="141" y="1"/>
                  </a:moveTo>
                  <a:cubicBezTo>
                    <a:pt x="141" y="2"/>
                    <a:pt x="140" y="2"/>
                    <a:pt x="139" y="1"/>
                  </a:cubicBezTo>
                  <a:cubicBezTo>
                    <a:pt x="138" y="1"/>
                    <a:pt x="137" y="1"/>
                    <a:pt x="135" y="1"/>
                  </a:cubicBezTo>
                  <a:cubicBezTo>
                    <a:pt x="134" y="1"/>
                    <a:pt x="133" y="1"/>
                    <a:pt x="132" y="1"/>
                  </a:cubicBezTo>
                  <a:cubicBezTo>
                    <a:pt x="130" y="1"/>
                    <a:pt x="129" y="1"/>
                    <a:pt x="128" y="1"/>
                  </a:cubicBezTo>
                  <a:cubicBezTo>
                    <a:pt x="125" y="1"/>
                    <a:pt x="122" y="1"/>
                    <a:pt x="118" y="1"/>
                  </a:cubicBezTo>
                  <a:cubicBezTo>
                    <a:pt x="116" y="1"/>
                    <a:pt x="114" y="1"/>
                    <a:pt x="113" y="1"/>
                  </a:cubicBezTo>
                  <a:cubicBezTo>
                    <a:pt x="111" y="2"/>
                    <a:pt x="109" y="2"/>
                    <a:pt x="107" y="2"/>
                  </a:cubicBezTo>
                  <a:cubicBezTo>
                    <a:pt x="102" y="2"/>
                    <a:pt x="98" y="3"/>
                    <a:pt x="93" y="4"/>
                  </a:cubicBezTo>
                  <a:cubicBezTo>
                    <a:pt x="84" y="5"/>
                    <a:pt x="74" y="8"/>
                    <a:pt x="64" y="11"/>
                  </a:cubicBezTo>
                  <a:cubicBezTo>
                    <a:pt x="54" y="14"/>
                    <a:pt x="45" y="18"/>
                    <a:pt x="37" y="22"/>
                  </a:cubicBezTo>
                  <a:cubicBezTo>
                    <a:pt x="33" y="24"/>
                    <a:pt x="29" y="26"/>
                    <a:pt x="26" y="28"/>
                  </a:cubicBezTo>
                  <a:cubicBezTo>
                    <a:pt x="24" y="29"/>
                    <a:pt x="22" y="30"/>
                    <a:pt x="21" y="30"/>
                  </a:cubicBezTo>
                  <a:cubicBezTo>
                    <a:pt x="19" y="31"/>
                    <a:pt x="18" y="32"/>
                    <a:pt x="17" y="33"/>
                  </a:cubicBezTo>
                  <a:cubicBezTo>
                    <a:pt x="14" y="35"/>
                    <a:pt x="11" y="37"/>
                    <a:pt x="9" y="38"/>
                  </a:cubicBezTo>
                  <a:cubicBezTo>
                    <a:pt x="8" y="39"/>
                    <a:pt x="7" y="40"/>
                    <a:pt x="6" y="41"/>
                  </a:cubicBezTo>
                  <a:cubicBezTo>
                    <a:pt x="6" y="41"/>
                    <a:pt x="5" y="42"/>
                    <a:pt x="4" y="42"/>
                  </a:cubicBezTo>
                  <a:cubicBezTo>
                    <a:pt x="3" y="44"/>
                    <a:pt x="2" y="44"/>
                    <a:pt x="1" y="4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1" y="45"/>
                  </a:cubicBezTo>
                  <a:cubicBezTo>
                    <a:pt x="1" y="44"/>
                    <a:pt x="2" y="43"/>
                    <a:pt x="4" y="42"/>
                  </a:cubicBezTo>
                  <a:cubicBezTo>
                    <a:pt x="4" y="41"/>
                    <a:pt x="5" y="41"/>
                    <a:pt x="6" y="40"/>
                  </a:cubicBezTo>
                  <a:cubicBezTo>
                    <a:pt x="7" y="39"/>
                    <a:pt x="8" y="39"/>
                    <a:pt x="9" y="38"/>
                  </a:cubicBezTo>
                  <a:cubicBezTo>
                    <a:pt x="11" y="36"/>
                    <a:pt x="13" y="34"/>
                    <a:pt x="16" y="33"/>
                  </a:cubicBezTo>
                  <a:cubicBezTo>
                    <a:pt x="17" y="32"/>
                    <a:pt x="19" y="31"/>
                    <a:pt x="20" y="30"/>
                  </a:cubicBezTo>
                  <a:cubicBezTo>
                    <a:pt x="22" y="29"/>
                    <a:pt x="23" y="28"/>
                    <a:pt x="25" y="27"/>
                  </a:cubicBezTo>
                  <a:cubicBezTo>
                    <a:pt x="28" y="25"/>
                    <a:pt x="32" y="23"/>
                    <a:pt x="36" y="21"/>
                  </a:cubicBezTo>
                  <a:cubicBezTo>
                    <a:pt x="44" y="17"/>
                    <a:pt x="53" y="13"/>
                    <a:pt x="64" y="9"/>
                  </a:cubicBezTo>
                  <a:cubicBezTo>
                    <a:pt x="74" y="6"/>
                    <a:pt x="84" y="4"/>
                    <a:pt x="93" y="2"/>
                  </a:cubicBezTo>
                  <a:cubicBezTo>
                    <a:pt x="98" y="2"/>
                    <a:pt x="102" y="1"/>
                    <a:pt x="106" y="1"/>
                  </a:cubicBezTo>
                  <a:cubicBezTo>
                    <a:pt x="108" y="1"/>
                    <a:pt x="110" y="0"/>
                    <a:pt x="112" y="0"/>
                  </a:cubicBezTo>
                  <a:cubicBezTo>
                    <a:pt x="114" y="0"/>
                    <a:pt x="116" y="0"/>
                    <a:pt x="118" y="0"/>
                  </a:cubicBezTo>
                  <a:cubicBezTo>
                    <a:pt x="122" y="0"/>
                    <a:pt x="125" y="0"/>
                    <a:pt x="128" y="0"/>
                  </a:cubicBezTo>
                  <a:cubicBezTo>
                    <a:pt x="129" y="0"/>
                    <a:pt x="130" y="0"/>
                    <a:pt x="132" y="0"/>
                  </a:cubicBezTo>
                  <a:cubicBezTo>
                    <a:pt x="133" y="0"/>
                    <a:pt x="134" y="1"/>
                    <a:pt x="135" y="1"/>
                  </a:cubicBezTo>
                  <a:cubicBezTo>
                    <a:pt x="137" y="1"/>
                    <a:pt x="138" y="1"/>
                    <a:pt x="139" y="1"/>
                  </a:cubicBezTo>
                  <a:cubicBezTo>
                    <a:pt x="141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57">
              <a:extLst>
                <a:ext uri="{FF2B5EF4-FFF2-40B4-BE49-F238E27FC236}">
                  <a16:creationId xmlns:a16="http://schemas.microsoft.com/office/drawing/2014/main" id="{A9E5E350-6A21-4610-B1C3-40436362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" y="2566"/>
              <a:ext cx="653" cy="107"/>
            </a:xfrm>
            <a:custGeom>
              <a:avLst/>
              <a:gdLst>
                <a:gd name="T0" fmla="*/ 281 w 281"/>
                <a:gd name="T1" fmla="*/ 42 h 46"/>
                <a:gd name="T2" fmla="*/ 274 w 281"/>
                <a:gd name="T3" fmla="*/ 35 h 46"/>
                <a:gd name="T4" fmla="*/ 245 w 281"/>
                <a:gd name="T5" fmla="*/ 22 h 46"/>
                <a:gd name="T6" fmla="*/ 223 w 281"/>
                <a:gd name="T7" fmla="*/ 18 h 46"/>
                <a:gd name="T8" fmla="*/ 198 w 281"/>
                <a:gd name="T9" fmla="*/ 15 h 46"/>
                <a:gd name="T10" fmla="*/ 170 w 281"/>
                <a:gd name="T11" fmla="*/ 9 h 46"/>
                <a:gd name="T12" fmla="*/ 140 w 281"/>
                <a:gd name="T13" fmla="*/ 4 h 46"/>
                <a:gd name="T14" fmla="*/ 82 w 281"/>
                <a:gd name="T15" fmla="*/ 10 h 46"/>
                <a:gd name="T16" fmla="*/ 59 w 281"/>
                <a:gd name="T17" fmla="*/ 19 h 46"/>
                <a:gd name="T18" fmla="*/ 39 w 281"/>
                <a:gd name="T19" fmla="*/ 27 h 46"/>
                <a:gd name="T20" fmla="*/ 11 w 281"/>
                <a:gd name="T21" fmla="*/ 41 h 46"/>
                <a:gd name="T22" fmla="*/ 3 w 281"/>
                <a:gd name="T23" fmla="*/ 45 h 46"/>
                <a:gd name="T24" fmla="*/ 1 w 281"/>
                <a:gd name="T25" fmla="*/ 46 h 46"/>
                <a:gd name="T26" fmla="*/ 0 w 281"/>
                <a:gd name="T27" fmla="*/ 46 h 46"/>
                <a:gd name="T28" fmla="*/ 1 w 281"/>
                <a:gd name="T29" fmla="*/ 46 h 46"/>
                <a:gd name="T30" fmla="*/ 3 w 281"/>
                <a:gd name="T31" fmla="*/ 44 h 46"/>
                <a:gd name="T32" fmla="*/ 10 w 281"/>
                <a:gd name="T33" fmla="*/ 40 h 46"/>
                <a:gd name="T34" fmla="*/ 38 w 281"/>
                <a:gd name="T35" fmla="*/ 27 h 46"/>
                <a:gd name="T36" fmla="*/ 58 w 281"/>
                <a:gd name="T37" fmla="*/ 18 h 46"/>
                <a:gd name="T38" fmla="*/ 82 w 281"/>
                <a:gd name="T39" fmla="*/ 9 h 46"/>
                <a:gd name="T40" fmla="*/ 140 w 281"/>
                <a:gd name="T41" fmla="*/ 2 h 46"/>
                <a:gd name="T42" fmla="*/ 170 w 281"/>
                <a:gd name="T43" fmla="*/ 8 h 46"/>
                <a:gd name="T44" fmla="*/ 198 w 281"/>
                <a:gd name="T45" fmla="*/ 14 h 46"/>
                <a:gd name="T46" fmla="*/ 224 w 281"/>
                <a:gd name="T47" fmla="*/ 17 h 46"/>
                <a:gd name="T48" fmla="*/ 246 w 281"/>
                <a:gd name="T49" fmla="*/ 21 h 46"/>
                <a:gd name="T50" fmla="*/ 274 w 281"/>
                <a:gd name="T51" fmla="*/ 35 h 46"/>
                <a:gd name="T52" fmla="*/ 281 w 281"/>
                <a:gd name="T53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1" h="46">
                  <a:moveTo>
                    <a:pt x="281" y="42"/>
                  </a:moveTo>
                  <a:cubicBezTo>
                    <a:pt x="281" y="42"/>
                    <a:pt x="279" y="39"/>
                    <a:pt x="274" y="35"/>
                  </a:cubicBezTo>
                  <a:cubicBezTo>
                    <a:pt x="268" y="31"/>
                    <a:pt x="259" y="26"/>
                    <a:pt x="245" y="22"/>
                  </a:cubicBezTo>
                  <a:cubicBezTo>
                    <a:pt x="239" y="21"/>
                    <a:pt x="231" y="19"/>
                    <a:pt x="223" y="18"/>
                  </a:cubicBezTo>
                  <a:cubicBezTo>
                    <a:pt x="215" y="17"/>
                    <a:pt x="207" y="16"/>
                    <a:pt x="198" y="15"/>
                  </a:cubicBezTo>
                  <a:cubicBezTo>
                    <a:pt x="189" y="14"/>
                    <a:pt x="179" y="12"/>
                    <a:pt x="170" y="9"/>
                  </a:cubicBezTo>
                  <a:cubicBezTo>
                    <a:pt x="160" y="7"/>
                    <a:pt x="151" y="5"/>
                    <a:pt x="140" y="4"/>
                  </a:cubicBezTo>
                  <a:cubicBezTo>
                    <a:pt x="119" y="1"/>
                    <a:pt x="99" y="5"/>
                    <a:pt x="82" y="10"/>
                  </a:cubicBezTo>
                  <a:cubicBezTo>
                    <a:pt x="74" y="13"/>
                    <a:pt x="66" y="16"/>
                    <a:pt x="59" y="19"/>
                  </a:cubicBezTo>
                  <a:cubicBezTo>
                    <a:pt x="51" y="22"/>
                    <a:pt x="45" y="25"/>
                    <a:pt x="39" y="27"/>
                  </a:cubicBezTo>
                  <a:cubicBezTo>
                    <a:pt x="27" y="33"/>
                    <a:pt x="17" y="38"/>
                    <a:pt x="11" y="41"/>
                  </a:cubicBezTo>
                  <a:cubicBezTo>
                    <a:pt x="7" y="43"/>
                    <a:pt x="5" y="44"/>
                    <a:pt x="3" y="45"/>
                  </a:cubicBezTo>
                  <a:cubicBezTo>
                    <a:pt x="2" y="45"/>
                    <a:pt x="2" y="45"/>
                    <a:pt x="1" y="46"/>
                  </a:cubicBezTo>
                  <a:cubicBezTo>
                    <a:pt x="1" y="46"/>
                    <a:pt x="0" y="46"/>
                    <a:pt x="0" y="46"/>
                  </a:cubicBezTo>
                  <a:cubicBezTo>
                    <a:pt x="0" y="46"/>
                    <a:pt x="1" y="46"/>
                    <a:pt x="1" y="46"/>
                  </a:cubicBezTo>
                  <a:cubicBezTo>
                    <a:pt x="1" y="45"/>
                    <a:pt x="2" y="45"/>
                    <a:pt x="3" y="44"/>
                  </a:cubicBezTo>
                  <a:cubicBezTo>
                    <a:pt x="5" y="44"/>
                    <a:pt x="7" y="42"/>
                    <a:pt x="10" y="40"/>
                  </a:cubicBezTo>
                  <a:cubicBezTo>
                    <a:pt x="17" y="37"/>
                    <a:pt x="26" y="32"/>
                    <a:pt x="38" y="27"/>
                  </a:cubicBezTo>
                  <a:cubicBezTo>
                    <a:pt x="44" y="24"/>
                    <a:pt x="51" y="21"/>
                    <a:pt x="58" y="18"/>
                  </a:cubicBezTo>
                  <a:cubicBezTo>
                    <a:pt x="65" y="15"/>
                    <a:pt x="73" y="12"/>
                    <a:pt x="82" y="9"/>
                  </a:cubicBezTo>
                  <a:cubicBezTo>
                    <a:pt x="99" y="4"/>
                    <a:pt x="119" y="0"/>
                    <a:pt x="140" y="2"/>
                  </a:cubicBezTo>
                  <a:cubicBezTo>
                    <a:pt x="151" y="3"/>
                    <a:pt x="161" y="6"/>
                    <a:pt x="170" y="8"/>
                  </a:cubicBezTo>
                  <a:cubicBezTo>
                    <a:pt x="180" y="11"/>
                    <a:pt x="189" y="13"/>
                    <a:pt x="198" y="14"/>
                  </a:cubicBezTo>
                  <a:cubicBezTo>
                    <a:pt x="207" y="15"/>
                    <a:pt x="216" y="16"/>
                    <a:pt x="224" y="17"/>
                  </a:cubicBezTo>
                  <a:cubicBezTo>
                    <a:pt x="232" y="18"/>
                    <a:pt x="239" y="19"/>
                    <a:pt x="246" y="21"/>
                  </a:cubicBezTo>
                  <a:cubicBezTo>
                    <a:pt x="259" y="25"/>
                    <a:pt x="269" y="30"/>
                    <a:pt x="274" y="35"/>
                  </a:cubicBezTo>
                  <a:cubicBezTo>
                    <a:pt x="280" y="39"/>
                    <a:pt x="281" y="42"/>
                    <a:pt x="28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58">
              <a:extLst>
                <a:ext uri="{FF2B5EF4-FFF2-40B4-BE49-F238E27FC236}">
                  <a16:creationId xmlns:a16="http://schemas.microsoft.com/office/drawing/2014/main" id="{3E5B46D5-C681-4CF6-8E63-ACD3EC5E4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" y="2559"/>
              <a:ext cx="163" cy="114"/>
            </a:xfrm>
            <a:custGeom>
              <a:avLst/>
              <a:gdLst>
                <a:gd name="T0" fmla="*/ 70 w 70"/>
                <a:gd name="T1" fmla="*/ 0 h 49"/>
                <a:gd name="T2" fmla="*/ 70 w 70"/>
                <a:gd name="T3" fmla="*/ 3 h 49"/>
                <a:gd name="T4" fmla="*/ 67 w 70"/>
                <a:gd name="T5" fmla="*/ 12 h 49"/>
                <a:gd name="T6" fmla="*/ 45 w 70"/>
                <a:gd name="T7" fmla="*/ 34 h 49"/>
                <a:gd name="T8" fmla="*/ 14 w 70"/>
                <a:gd name="T9" fmla="*/ 46 h 49"/>
                <a:gd name="T10" fmla="*/ 3 w 70"/>
                <a:gd name="T11" fmla="*/ 48 h 49"/>
                <a:gd name="T12" fmla="*/ 0 w 70"/>
                <a:gd name="T13" fmla="*/ 49 h 49"/>
                <a:gd name="T14" fmla="*/ 3 w 70"/>
                <a:gd name="T15" fmla="*/ 48 h 49"/>
                <a:gd name="T16" fmla="*/ 13 w 70"/>
                <a:gd name="T17" fmla="*/ 45 h 49"/>
                <a:gd name="T18" fmla="*/ 44 w 70"/>
                <a:gd name="T19" fmla="*/ 33 h 49"/>
                <a:gd name="T20" fmla="*/ 66 w 70"/>
                <a:gd name="T21" fmla="*/ 11 h 49"/>
                <a:gd name="T22" fmla="*/ 70 w 70"/>
                <a:gd name="T2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49">
                  <a:moveTo>
                    <a:pt x="70" y="0"/>
                  </a:moveTo>
                  <a:cubicBezTo>
                    <a:pt x="70" y="0"/>
                    <a:pt x="70" y="1"/>
                    <a:pt x="70" y="3"/>
                  </a:cubicBezTo>
                  <a:cubicBezTo>
                    <a:pt x="69" y="5"/>
                    <a:pt x="68" y="8"/>
                    <a:pt x="67" y="12"/>
                  </a:cubicBezTo>
                  <a:cubicBezTo>
                    <a:pt x="64" y="18"/>
                    <a:pt x="57" y="28"/>
                    <a:pt x="45" y="34"/>
                  </a:cubicBezTo>
                  <a:cubicBezTo>
                    <a:pt x="34" y="40"/>
                    <a:pt x="22" y="44"/>
                    <a:pt x="14" y="46"/>
                  </a:cubicBezTo>
                  <a:cubicBezTo>
                    <a:pt x="9" y="47"/>
                    <a:pt x="6" y="48"/>
                    <a:pt x="3" y="48"/>
                  </a:cubicBezTo>
                  <a:cubicBezTo>
                    <a:pt x="1" y="49"/>
                    <a:pt x="0" y="49"/>
                    <a:pt x="0" y="49"/>
                  </a:cubicBezTo>
                  <a:cubicBezTo>
                    <a:pt x="0" y="49"/>
                    <a:pt x="1" y="48"/>
                    <a:pt x="3" y="48"/>
                  </a:cubicBezTo>
                  <a:cubicBezTo>
                    <a:pt x="6" y="47"/>
                    <a:pt x="9" y="46"/>
                    <a:pt x="13" y="45"/>
                  </a:cubicBezTo>
                  <a:cubicBezTo>
                    <a:pt x="21" y="42"/>
                    <a:pt x="33" y="39"/>
                    <a:pt x="44" y="33"/>
                  </a:cubicBezTo>
                  <a:cubicBezTo>
                    <a:pt x="56" y="27"/>
                    <a:pt x="62" y="18"/>
                    <a:pt x="66" y="11"/>
                  </a:cubicBezTo>
                  <a:cubicBezTo>
                    <a:pt x="69" y="5"/>
                    <a:pt x="69" y="0"/>
                    <a:pt x="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59">
              <a:extLst>
                <a:ext uri="{FF2B5EF4-FFF2-40B4-BE49-F238E27FC236}">
                  <a16:creationId xmlns:a16="http://schemas.microsoft.com/office/drawing/2014/main" id="{A9A58FA3-CC05-46A6-B22D-D80CDE6F9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559"/>
              <a:ext cx="242" cy="114"/>
            </a:xfrm>
            <a:custGeom>
              <a:avLst/>
              <a:gdLst>
                <a:gd name="T0" fmla="*/ 1 w 104"/>
                <a:gd name="T1" fmla="*/ 49 h 49"/>
                <a:gd name="T2" fmla="*/ 4 w 104"/>
                <a:gd name="T3" fmla="*/ 46 h 49"/>
                <a:gd name="T4" fmla="*/ 14 w 104"/>
                <a:gd name="T5" fmla="*/ 40 h 49"/>
                <a:gd name="T6" fmla="*/ 50 w 104"/>
                <a:gd name="T7" fmla="*/ 21 h 49"/>
                <a:gd name="T8" fmla="*/ 87 w 104"/>
                <a:gd name="T9" fmla="*/ 6 h 49"/>
                <a:gd name="T10" fmla="*/ 99 w 104"/>
                <a:gd name="T11" fmla="*/ 1 h 49"/>
                <a:gd name="T12" fmla="*/ 104 w 104"/>
                <a:gd name="T13" fmla="*/ 0 h 49"/>
                <a:gd name="T14" fmla="*/ 99 w 104"/>
                <a:gd name="T15" fmla="*/ 2 h 49"/>
                <a:gd name="T16" fmla="*/ 88 w 104"/>
                <a:gd name="T17" fmla="*/ 7 h 49"/>
                <a:gd name="T18" fmla="*/ 50 w 104"/>
                <a:gd name="T19" fmla="*/ 22 h 49"/>
                <a:gd name="T20" fmla="*/ 15 w 104"/>
                <a:gd name="T21" fmla="*/ 41 h 49"/>
                <a:gd name="T22" fmla="*/ 4 w 104"/>
                <a:gd name="T23" fmla="*/ 47 h 49"/>
                <a:gd name="T24" fmla="*/ 1 w 104"/>
                <a:gd name="T2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49">
                  <a:moveTo>
                    <a:pt x="1" y="49"/>
                  </a:moveTo>
                  <a:cubicBezTo>
                    <a:pt x="0" y="49"/>
                    <a:pt x="2" y="48"/>
                    <a:pt x="4" y="46"/>
                  </a:cubicBezTo>
                  <a:cubicBezTo>
                    <a:pt x="6" y="45"/>
                    <a:pt x="10" y="42"/>
                    <a:pt x="14" y="40"/>
                  </a:cubicBezTo>
                  <a:cubicBezTo>
                    <a:pt x="22" y="34"/>
                    <a:pt x="35" y="28"/>
                    <a:pt x="50" y="21"/>
                  </a:cubicBezTo>
                  <a:cubicBezTo>
                    <a:pt x="64" y="15"/>
                    <a:pt x="78" y="9"/>
                    <a:pt x="87" y="6"/>
                  </a:cubicBezTo>
                  <a:cubicBezTo>
                    <a:pt x="92" y="4"/>
                    <a:pt x="96" y="2"/>
                    <a:pt x="99" y="1"/>
                  </a:cubicBezTo>
                  <a:cubicBezTo>
                    <a:pt x="102" y="1"/>
                    <a:pt x="103" y="0"/>
                    <a:pt x="104" y="0"/>
                  </a:cubicBezTo>
                  <a:cubicBezTo>
                    <a:pt x="104" y="0"/>
                    <a:pt x="102" y="1"/>
                    <a:pt x="99" y="2"/>
                  </a:cubicBezTo>
                  <a:cubicBezTo>
                    <a:pt x="96" y="3"/>
                    <a:pt x="93" y="5"/>
                    <a:pt x="88" y="7"/>
                  </a:cubicBezTo>
                  <a:cubicBezTo>
                    <a:pt x="78" y="11"/>
                    <a:pt x="65" y="16"/>
                    <a:pt x="50" y="22"/>
                  </a:cubicBezTo>
                  <a:cubicBezTo>
                    <a:pt x="36" y="29"/>
                    <a:pt x="23" y="35"/>
                    <a:pt x="15" y="41"/>
                  </a:cubicBezTo>
                  <a:cubicBezTo>
                    <a:pt x="10" y="43"/>
                    <a:pt x="7" y="45"/>
                    <a:pt x="4" y="47"/>
                  </a:cubicBezTo>
                  <a:cubicBezTo>
                    <a:pt x="2" y="48"/>
                    <a:pt x="1" y="49"/>
                    <a:pt x="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60">
              <a:extLst>
                <a:ext uri="{FF2B5EF4-FFF2-40B4-BE49-F238E27FC236}">
                  <a16:creationId xmlns:a16="http://schemas.microsoft.com/office/drawing/2014/main" id="{A5C9489E-510A-490F-BEDE-E644FB2CC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564"/>
              <a:ext cx="504" cy="109"/>
            </a:xfrm>
            <a:custGeom>
              <a:avLst/>
              <a:gdLst>
                <a:gd name="T0" fmla="*/ 217 w 217"/>
                <a:gd name="T1" fmla="*/ 0 h 47"/>
                <a:gd name="T2" fmla="*/ 208 w 217"/>
                <a:gd name="T3" fmla="*/ 0 h 47"/>
                <a:gd name="T4" fmla="*/ 185 w 217"/>
                <a:gd name="T5" fmla="*/ 6 h 47"/>
                <a:gd name="T6" fmla="*/ 155 w 217"/>
                <a:gd name="T7" fmla="*/ 22 h 47"/>
                <a:gd name="T8" fmla="*/ 137 w 217"/>
                <a:gd name="T9" fmla="*/ 32 h 47"/>
                <a:gd name="T10" fmla="*/ 115 w 217"/>
                <a:gd name="T11" fmla="*/ 39 h 47"/>
                <a:gd name="T12" fmla="*/ 70 w 217"/>
                <a:gd name="T13" fmla="*/ 43 h 47"/>
                <a:gd name="T14" fmla="*/ 34 w 217"/>
                <a:gd name="T15" fmla="*/ 44 h 47"/>
                <a:gd name="T16" fmla="*/ 9 w 217"/>
                <a:gd name="T17" fmla="*/ 46 h 47"/>
                <a:gd name="T18" fmla="*/ 2 w 217"/>
                <a:gd name="T19" fmla="*/ 47 h 47"/>
                <a:gd name="T20" fmla="*/ 0 w 217"/>
                <a:gd name="T21" fmla="*/ 47 h 47"/>
                <a:gd name="T22" fmla="*/ 2 w 217"/>
                <a:gd name="T23" fmla="*/ 46 h 47"/>
                <a:gd name="T24" fmla="*/ 9 w 217"/>
                <a:gd name="T25" fmla="*/ 45 h 47"/>
                <a:gd name="T26" fmla="*/ 33 w 217"/>
                <a:gd name="T27" fmla="*/ 43 h 47"/>
                <a:gd name="T28" fmla="*/ 70 w 217"/>
                <a:gd name="T29" fmla="*/ 42 h 47"/>
                <a:gd name="T30" fmla="*/ 114 w 217"/>
                <a:gd name="T31" fmla="*/ 37 h 47"/>
                <a:gd name="T32" fmla="*/ 136 w 217"/>
                <a:gd name="T33" fmla="*/ 31 h 47"/>
                <a:gd name="T34" fmla="*/ 154 w 217"/>
                <a:gd name="T35" fmla="*/ 21 h 47"/>
                <a:gd name="T36" fmla="*/ 184 w 217"/>
                <a:gd name="T37" fmla="*/ 5 h 47"/>
                <a:gd name="T38" fmla="*/ 208 w 217"/>
                <a:gd name="T39" fmla="*/ 0 h 47"/>
                <a:gd name="T40" fmla="*/ 215 w 217"/>
                <a:gd name="T41" fmla="*/ 0 h 47"/>
                <a:gd name="T42" fmla="*/ 217 w 217"/>
                <a:gd name="T4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7" h="47">
                  <a:moveTo>
                    <a:pt x="217" y="0"/>
                  </a:moveTo>
                  <a:cubicBezTo>
                    <a:pt x="217" y="0"/>
                    <a:pt x="214" y="0"/>
                    <a:pt x="208" y="0"/>
                  </a:cubicBezTo>
                  <a:cubicBezTo>
                    <a:pt x="203" y="1"/>
                    <a:pt x="194" y="2"/>
                    <a:pt x="185" y="6"/>
                  </a:cubicBezTo>
                  <a:cubicBezTo>
                    <a:pt x="176" y="10"/>
                    <a:pt x="166" y="16"/>
                    <a:pt x="155" y="22"/>
                  </a:cubicBezTo>
                  <a:cubicBezTo>
                    <a:pt x="149" y="26"/>
                    <a:pt x="143" y="29"/>
                    <a:pt x="137" y="32"/>
                  </a:cubicBezTo>
                  <a:cubicBezTo>
                    <a:pt x="130" y="35"/>
                    <a:pt x="122" y="37"/>
                    <a:pt x="115" y="39"/>
                  </a:cubicBezTo>
                  <a:cubicBezTo>
                    <a:pt x="99" y="42"/>
                    <a:pt x="84" y="43"/>
                    <a:pt x="70" y="43"/>
                  </a:cubicBezTo>
                  <a:cubicBezTo>
                    <a:pt x="56" y="43"/>
                    <a:pt x="44" y="43"/>
                    <a:pt x="34" y="44"/>
                  </a:cubicBezTo>
                  <a:cubicBezTo>
                    <a:pt x="23" y="44"/>
                    <a:pt x="15" y="45"/>
                    <a:pt x="9" y="46"/>
                  </a:cubicBezTo>
                  <a:cubicBezTo>
                    <a:pt x="6" y="46"/>
                    <a:pt x="4" y="46"/>
                    <a:pt x="2" y="47"/>
                  </a:cubicBezTo>
                  <a:cubicBezTo>
                    <a:pt x="1" y="47"/>
                    <a:pt x="0" y="47"/>
                    <a:pt x="0" y="47"/>
                  </a:cubicBezTo>
                  <a:cubicBezTo>
                    <a:pt x="0" y="47"/>
                    <a:pt x="1" y="47"/>
                    <a:pt x="2" y="46"/>
                  </a:cubicBezTo>
                  <a:cubicBezTo>
                    <a:pt x="4" y="46"/>
                    <a:pt x="6" y="46"/>
                    <a:pt x="9" y="45"/>
                  </a:cubicBezTo>
                  <a:cubicBezTo>
                    <a:pt x="15" y="44"/>
                    <a:pt x="23" y="43"/>
                    <a:pt x="33" y="43"/>
                  </a:cubicBezTo>
                  <a:cubicBezTo>
                    <a:pt x="44" y="42"/>
                    <a:pt x="56" y="42"/>
                    <a:pt x="70" y="42"/>
                  </a:cubicBezTo>
                  <a:cubicBezTo>
                    <a:pt x="84" y="41"/>
                    <a:pt x="99" y="41"/>
                    <a:pt x="114" y="37"/>
                  </a:cubicBezTo>
                  <a:cubicBezTo>
                    <a:pt x="122" y="36"/>
                    <a:pt x="129" y="34"/>
                    <a:pt x="136" y="31"/>
                  </a:cubicBezTo>
                  <a:cubicBezTo>
                    <a:pt x="142" y="28"/>
                    <a:pt x="148" y="25"/>
                    <a:pt x="154" y="21"/>
                  </a:cubicBezTo>
                  <a:cubicBezTo>
                    <a:pt x="165" y="15"/>
                    <a:pt x="175" y="9"/>
                    <a:pt x="184" y="5"/>
                  </a:cubicBezTo>
                  <a:cubicBezTo>
                    <a:pt x="194" y="1"/>
                    <a:pt x="202" y="0"/>
                    <a:pt x="208" y="0"/>
                  </a:cubicBezTo>
                  <a:cubicBezTo>
                    <a:pt x="211" y="0"/>
                    <a:pt x="213" y="0"/>
                    <a:pt x="215" y="0"/>
                  </a:cubicBezTo>
                  <a:cubicBezTo>
                    <a:pt x="217" y="0"/>
                    <a:pt x="217" y="0"/>
                    <a:pt x="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61">
              <a:extLst>
                <a:ext uri="{FF2B5EF4-FFF2-40B4-BE49-F238E27FC236}">
                  <a16:creationId xmlns:a16="http://schemas.microsoft.com/office/drawing/2014/main" id="{D1E6C7E6-78BC-4FA7-9C7D-5A6AE1FC8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7" y="2559"/>
              <a:ext cx="239" cy="114"/>
            </a:xfrm>
            <a:custGeom>
              <a:avLst/>
              <a:gdLst>
                <a:gd name="T0" fmla="*/ 0 w 103"/>
                <a:gd name="T1" fmla="*/ 49 h 49"/>
                <a:gd name="T2" fmla="*/ 3 w 103"/>
                <a:gd name="T3" fmla="*/ 46 h 49"/>
                <a:gd name="T4" fmla="*/ 13 w 103"/>
                <a:gd name="T5" fmla="*/ 40 h 49"/>
                <a:gd name="T6" fmla="*/ 49 w 103"/>
                <a:gd name="T7" fmla="*/ 21 h 49"/>
                <a:gd name="T8" fmla="*/ 87 w 103"/>
                <a:gd name="T9" fmla="*/ 6 h 49"/>
                <a:gd name="T10" fmla="*/ 98 w 103"/>
                <a:gd name="T11" fmla="*/ 1 h 49"/>
                <a:gd name="T12" fmla="*/ 103 w 103"/>
                <a:gd name="T13" fmla="*/ 0 h 49"/>
                <a:gd name="T14" fmla="*/ 99 w 103"/>
                <a:gd name="T15" fmla="*/ 2 h 49"/>
                <a:gd name="T16" fmla="*/ 87 w 103"/>
                <a:gd name="T17" fmla="*/ 7 h 49"/>
                <a:gd name="T18" fmla="*/ 50 w 103"/>
                <a:gd name="T19" fmla="*/ 22 h 49"/>
                <a:gd name="T20" fmla="*/ 14 w 103"/>
                <a:gd name="T21" fmla="*/ 41 h 49"/>
                <a:gd name="T22" fmla="*/ 4 w 103"/>
                <a:gd name="T23" fmla="*/ 47 h 49"/>
                <a:gd name="T24" fmla="*/ 0 w 103"/>
                <a:gd name="T2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" h="49">
                  <a:moveTo>
                    <a:pt x="0" y="49"/>
                  </a:moveTo>
                  <a:cubicBezTo>
                    <a:pt x="0" y="49"/>
                    <a:pt x="1" y="48"/>
                    <a:pt x="3" y="46"/>
                  </a:cubicBezTo>
                  <a:cubicBezTo>
                    <a:pt x="6" y="45"/>
                    <a:pt x="9" y="42"/>
                    <a:pt x="13" y="40"/>
                  </a:cubicBezTo>
                  <a:cubicBezTo>
                    <a:pt x="22" y="34"/>
                    <a:pt x="34" y="28"/>
                    <a:pt x="49" y="21"/>
                  </a:cubicBezTo>
                  <a:cubicBezTo>
                    <a:pt x="63" y="15"/>
                    <a:pt x="77" y="9"/>
                    <a:pt x="87" y="6"/>
                  </a:cubicBezTo>
                  <a:cubicBezTo>
                    <a:pt x="92" y="4"/>
                    <a:pt x="96" y="2"/>
                    <a:pt x="98" y="1"/>
                  </a:cubicBezTo>
                  <a:cubicBezTo>
                    <a:pt x="101" y="1"/>
                    <a:pt x="103" y="0"/>
                    <a:pt x="103" y="0"/>
                  </a:cubicBezTo>
                  <a:cubicBezTo>
                    <a:pt x="103" y="0"/>
                    <a:pt x="101" y="1"/>
                    <a:pt x="99" y="2"/>
                  </a:cubicBezTo>
                  <a:cubicBezTo>
                    <a:pt x="96" y="3"/>
                    <a:pt x="92" y="5"/>
                    <a:pt x="87" y="7"/>
                  </a:cubicBezTo>
                  <a:cubicBezTo>
                    <a:pt x="78" y="11"/>
                    <a:pt x="64" y="16"/>
                    <a:pt x="50" y="22"/>
                  </a:cubicBezTo>
                  <a:cubicBezTo>
                    <a:pt x="35" y="29"/>
                    <a:pt x="23" y="35"/>
                    <a:pt x="14" y="41"/>
                  </a:cubicBezTo>
                  <a:cubicBezTo>
                    <a:pt x="10" y="43"/>
                    <a:pt x="6" y="45"/>
                    <a:pt x="4" y="47"/>
                  </a:cubicBezTo>
                  <a:cubicBezTo>
                    <a:pt x="1" y="48"/>
                    <a:pt x="0" y="49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62">
              <a:extLst>
                <a:ext uri="{FF2B5EF4-FFF2-40B4-BE49-F238E27FC236}">
                  <a16:creationId xmlns:a16="http://schemas.microsoft.com/office/drawing/2014/main" id="{2B6C9F72-898E-46F5-81D2-A7BF6D051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3" y="2564"/>
              <a:ext cx="507" cy="109"/>
            </a:xfrm>
            <a:custGeom>
              <a:avLst/>
              <a:gdLst>
                <a:gd name="T0" fmla="*/ 218 w 218"/>
                <a:gd name="T1" fmla="*/ 0 h 47"/>
                <a:gd name="T2" fmla="*/ 209 w 218"/>
                <a:gd name="T3" fmla="*/ 0 h 47"/>
                <a:gd name="T4" fmla="*/ 185 w 218"/>
                <a:gd name="T5" fmla="*/ 6 h 47"/>
                <a:gd name="T6" fmla="*/ 155 w 218"/>
                <a:gd name="T7" fmla="*/ 22 h 47"/>
                <a:gd name="T8" fmla="*/ 137 w 218"/>
                <a:gd name="T9" fmla="*/ 32 h 47"/>
                <a:gd name="T10" fmla="*/ 115 w 218"/>
                <a:gd name="T11" fmla="*/ 39 h 47"/>
                <a:gd name="T12" fmla="*/ 70 w 218"/>
                <a:gd name="T13" fmla="*/ 43 h 47"/>
                <a:gd name="T14" fmla="*/ 34 w 218"/>
                <a:gd name="T15" fmla="*/ 44 h 47"/>
                <a:gd name="T16" fmla="*/ 9 w 218"/>
                <a:gd name="T17" fmla="*/ 46 h 47"/>
                <a:gd name="T18" fmla="*/ 3 w 218"/>
                <a:gd name="T19" fmla="*/ 47 h 47"/>
                <a:gd name="T20" fmla="*/ 1 w 218"/>
                <a:gd name="T21" fmla="*/ 47 h 47"/>
                <a:gd name="T22" fmla="*/ 3 w 218"/>
                <a:gd name="T23" fmla="*/ 46 h 47"/>
                <a:gd name="T24" fmla="*/ 9 w 218"/>
                <a:gd name="T25" fmla="*/ 45 h 47"/>
                <a:gd name="T26" fmla="*/ 34 w 218"/>
                <a:gd name="T27" fmla="*/ 43 h 47"/>
                <a:gd name="T28" fmla="*/ 70 w 218"/>
                <a:gd name="T29" fmla="*/ 42 h 47"/>
                <a:gd name="T30" fmla="*/ 115 w 218"/>
                <a:gd name="T31" fmla="*/ 37 h 47"/>
                <a:gd name="T32" fmla="*/ 136 w 218"/>
                <a:gd name="T33" fmla="*/ 31 h 47"/>
                <a:gd name="T34" fmla="*/ 154 w 218"/>
                <a:gd name="T35" fmla="*/ 21 h 47"/>
                <a:gd name="T36" fmla="*/ 185 w 218"/>
                <a:gd name="T37" fmla="*/ 5 h 47"/>
                <a:gd name="T38" fmla="*/ 209 w 218"/>
                <a:gd name="T39" fmla="*/ 0 h 47"/>
                <a:gd name="T40" fmla="*/ 215 w 218"/>
                <a:gd name="T41" fmla="*/ 0 h 47"/>
                <a:gd name="T42" fmla="*/ 218 w 218"/>
                <a:gd name="T4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8" h="47">
                  <a:moveTo>
                    <a:pt x="218" y="0"/>
                  </a:moveTo>
                  <a:cubicBezTo>
                    <a:pt x="218" y="0"/>
                    <a:pt x="214" y="0"/>
                    <a:pt x="209" y="0"/>
                  </a:cubicBezTo>
                  <a:cubicBezTo>
                    <a:pt x="203" y="1"/>
                    <a:pt x="195" y="2"/>
                    <a:pt x="185" y="6"/>
                  </a:cubicBezTo>
                  <a:cubicBezTo>
                    <a:pt x="176" y="10"/>
                    <a:pt x="166" y="16"/>
                    <a:pt x="155" y="22"/>
                  </a:cubicBezTo>
                  <a:cubicBezTo>
                    <a:pt x="150" y="26"/>
                    <a:pt x="144" y="29"/>
                    <a:pt x="137" y="32"/>
                  </a:cubicBezTo>
                  <a:cubicBezTo>
                    <a:pt x="130" y="35"/>
                    <a:pt x="123" y="37"/>
                    <a:pt x="115" y="39"/>
                  </a:cubicBezTo>
                  <a:cubicBezTo>
                    <a:pt x="100" y="42"/>
                    <a:pt x="84" y="43"/>
                    <a:pt x="70" y="43"/>
                  </a:cubicBezTo>
                  <a:cubicBezTo>
                    <a:pt x="57" y="43"/>
                    <a:pt x="44" y="43"/>
                    <a:pt x="34" y="44"/>
                  </a:cubicBezTo>
                  <a:cubicBezTo>
                    <a:pt x="23" y="44"/>
                    <a:pt x="15" y="45"/>
                    <a:pt x="9" y="46"/>
                  </a:cubicBezTo>
                  <a:cubicBezTo>
                    <a:pt x="7" y="46"/>
                    <a:pt x="4" y="46"/>
                    <a:pt x="3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7"/>
                    <a:pt x="1" y="47"/>
                    <a:pt x="3" y="46"/>
                  </a:cubicBezTo>
                  <a:cubicBezTo>
                    <a:pt x="4" y="46"/>
                    <a:pt x="6" y="46"/>
                    <a:pt x="9" y="45"/>
                  </a:cubicBezTo>
                  <a:cubicBezTo>
                    <a:pt x="15" y="44"/>
                    <a:pt x="23" y="43"/>
                    <a:pt x="34" y="43"/>
                  </a:cubicBezTo>
                  <a:cubicBezTo>
                    <a:pt x="44" y="42"/>
                    <a:pt x="57" y="42"/>
                    <a:pt x="70" y="42"/>
                  </a:cubicBezTo>
                  <a:cubicBezTo>
                    <a:pt x="84" y="41"/>
                    <a:pt x="99" y="41"/>
                    <a:pt x="115" y="37"/>
                  </a:cubicBezTo>
                  <a:cubicBezTo>
                    <a:pt x="122" y="36"/>
                    <a:pt x="130" y="34"/>
                    <a:pt x="136" y="31"/>
                  </a:cubicBezTo>
                  <a:cubicBezTo>
                    <a:pt x="143" y="28"/>
                    <a:pt x="149" y="25"/>
                    <a:pt x="154" y="21"/>
                  </a:cubicBezTo>
                  <a:cubicBezTo>
                    <a:pt x="165" y="15"/>
                    <a:pt x="175" y="9"/>
                    <a:pt x="185" y="5"/>
                  </a:cubicBezTo>
                  <a:cubicBezTo>
                    <a:pt x="194" y="1"/>
                    <a:pt x="203" y="0"/>
                    <a:pt x="209" y="0"/>
                  </a:cubicBezTo>
                  <a:cubicBezTo>
                    <a:pt x="212" y="0"/>
                    <a:pt x="214" y="0"/>
                    <a:pt x="215" y="0"/>
                  </a:cubicBezTo>
                  <a:cubicBezTo>
                    <a:pt x="217" y="0"/>
                    <a:pt x="218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463">
              <a:extLst>
                <a:ext uri="{FF2B5EF4-FFF2-40B4-BE49-F238E27FC236}">
                  <a16:creationId xmlns:a16="http://schemas.microsoft.com/office/drawing/2014/main" id="{4C3C6ADA-B06D-4572-8225-90954E82D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0" y="2555"/>
              <a:ext cx="604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0E405E6B-C820-4792-B3A2-A6C143DD6E17}"/>
              </a:ext>
            </a:extLst>
          </p:cNvPr>
          <p:cNvGrpSpPr/>
          <p:nvPr/>
        </p:nvGrpSpPr>
        <p:grpSpPr>
          <a:xfrm>
            <a:off x="1663042" y="3116353"/>
            <a:ext cx="4313149" cy="1382803"/>
            <a:chOff x="-400050" y="3116353"/>
            <a:chExt cx="13258800" cy="1382803"/>
          </a:xfrm>
        </p:grpSpPr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46B6C1E-E42C-4946-A205-42448E3382CF}"/>
                </a:ext>
              </a:extLst>
            </p:cNvPr>
            <p:cNvCxnSpPr/>
            <p:nvPr/>
          </p:nvCxnSpPr>
          <p:spPr>
            <a:xfrm>
              <a:off x="-400050" y="3116353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526D624-84F2-4C5C-AF7F-79D1A6E5FC0A}"/>
                </a:ext>
              </a:extLst>
            </p:cNvPr>
            <p:cNvCxnSpPr/>
            <p:nvPr/>
          </p:nvCxnSpPr>
          <p:spPr>
            <a:xfrm>
              <a:off x="-400050" y="4499156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567F87CE-B13F-4832-98CF-5B56C479C811}"/>
              </a:ext>
            </a:extLst>
          </p:cNvPr>
          <p:cNvSpPr txBox="1">
            <a:spLocks/>
          </p:cNvSpPr>
          <p:nvPr/>
        </p:nvSpPr>
        <p:spPr>
          <a:xfrm>
            <a:off x="1625600" y="2055675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DEE6E675-F1E6-4FA1-8EC5-91F04098DDEE}"/>
              </a:ext>
            </a:extLst>
          </p:cNvPr>
          <p:cNvSpPr txBox="1">
            <a:spLocks/>
          </p:cNvSpPr>
          <p:nvPr/>
        </p:nvSpPr>
        <p:spPr>
          <a:xfrm>
            <a:off x="1625600" y="3497065"/>
            <a:ext cx="4350591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온라인 상품 리뷰 </a:t>
            </a:r>
            <a:r>
              <a:rPr lang="ko-KR" altLang="en-US" sz="1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크롤링</a:t>
            </a:r>
            <a:endParaRPr lang="en-US" altLang="ko-KR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557498EE-F35A-48FC-9025-1665BFDEE25D}"/>
              </a:ext>
            </a:extLst>
          </p:cNvPr>
          <p:cNvSpPr txBox="1">
            <a:spLocks/>
          </p:cNvSpPr>
          <p:nvPr/>
        </p:nvSpPr>
        <p:spPr>
          <a:xfrm>
            <a:off x="1625600" y="4824396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91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Isosceles Triangle 500">
            <a:extLst>
              <a:ext uri="{FF2B5EF4-FFF2-40B4-BE49-F238E27FC236}">
                <a16:creationId xmlns:a16="http://schemas.microsoft.com/office/drawing/2014/main" id="{313757ED-9CFC-411E-8373-A5E647EBF55F}"/>
              </a:ext>
            </a:extLst>
          </p:cNvPr>
          <p:cNvSpPr/>
          <p:nvPr/>
        </p:nvSpPr>
        <p:spPr>
          <a:xfrm flipH="1">
            <a:off x="0" y="3497145"/>
            <a:ext cx="4267200" cy="3360855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Isosceles Triangle 499">
            <a:extLst>
              <a:ext uri="{FF2B5EF4-FFF2-40B4-BE49-F238E27FC236}">
                <a16:creationId xmlns:a16="http://schemas.microsoft.com/office/drawing/2014/main" id="{38647AEF-79D0-4C0D-86E8-ABD5AB497E0B}"/>
              </a:ext>
            </a:extLst>
          </p:cNvPr>
          <p:cNvSpPr/>
          <p:nvPr/>
        </p:nvSpPr>
        <p:spPr>
          <a:xfrm flipV="1">
            <a:off x="10257008" y="-4"/>
            <a:ext cx="1934991" cy="1524003"/>
          </a:xfrm>
          <a:prstGeom prst="triangle">
            <a:avLst>
              <a:gd name="adj" fmla="val 10000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382C7-DDC2-4853-9834-2DF02C08A3C3}"/>
              </a:ext>
            </a:extLst>
          </p:cNvPr>
          <p:cNvSpPr/>
          <p:nvPr/>
        </p:nvSpPr>
        <p:spPr>
          <a:xfrm>
            <a:off x="969338" y="1473200"/>
            <a:ext cx="11222662" cy="4724400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Isosceles Triangle 498">
            <a:extLst>
              <a:ext uri="{FF2B5EF4-FFF2-40B4-BE49-F238E27FC236}">
                <a16:creationId xmlns:a16="http://schemas.microsoft.com/office/drawing/2014/main" id="{FEA198A9-B397-489F-A626-CEABD0A912CA}"/>
              </a:ext>
            </a:extLst>
          </p:cNvPr>
          <p:cNvSpPr/>
          <p:nvPr/>
        </p:nvSpPr>
        <p:spPr>
          <a:xfrm>
            <a:off x="7801871" y="1502415"/>
            <a:ext cx="4313149" cy="4666854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</a:t>
            </a:r>
            <a:r>
              <a:rPr lang="ko-KR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연구방법론</a:t>
            </a:r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</a:t>
            </a:r>
            <a:r>
              <a:rPr lang="ko-KR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연구모형</a:t>
            </a:r>
            <a:r>
              <a:rPr lang="ko-KR" altLang="en-US" b="1" dirty="0"/>
              <a:t> 연구</a:t>
            </a:r>
            <a:endParaRPr lang="en-US" b="1" dirty="0"/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0E405E6B-C820-4792-B3A2-A6C143DD6E17}"/>
              </a:ext>
            </a:extLst>
          </p:cNvPr>
          <p:cNvGrpSpPr/>
          <p:nvPr/>
        </p:nvGrpSpPr>
        <p:grpSpPr>
          <a:xfrm>
            <a:off x="1663042" y="3116353"/>
            <a:ext cx="6061849" cy="1382803"/>
            <a:chOff x="-400050" y="3116353"/>
            <a:chExt cx="13258800" cy="1382803"/>
          </a:xfrm>
        </p:grpSpPr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46B6C1E-E42C-4946-A205-42448E3382CF}"/>
                </a:ext>
              </a:extLst>
            </p:cNvPr>
            <p:cNvCxnSpPr/>
            <p:nvPr/>
          </p:nvCxnSpPr>
          <p:spPr>
            <a:xfrm>
              <a:off x="-400050" y="3116353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526D624-84F2-4C5C-AF7F-79D1A6E5FC0A}"/>
                </a:ext>
              </a:extLst>
            </p:cNvPr>
            <p:cNvCxnSpPr/>
            <p:nvPr/>
          </p:nvCxnSpPr>
          <p:spPr>
            <a:xfrm>
              <a:off x="-400050" y="4499156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567F87CE-B13F-4832-98CF-5B56C479C811}"/>
              </a:ext>
            </a:extLst>
          </p:cNvPr>
          <p:cNvSpPr txBox="1">
            <a:spLocks/>
          </p:cNvSpPr>
          <p:nvPr/>
        </p:nvSpPr>
        <p:spPr>
          <a:xfrm>
            <a:off x="1625600" y="2055675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bg1"/>
                </a:solidFill>
              </a:rPr>
              <a:t>LDA </a:t>
            </a:r>
            <a:r>
              <a:rPr lang="ko-KR" altLang="en-US" sz="1500" b="1" dirty="0">
                <a:solidFill>
                  <a:schemeClr val="bg1"/>
                </a:solidFill>
              </a:rPr>
              <a:t>기법 </a:t>
            </a:r>
            <a:r>
              <a:rPr lang="en-US" altLang="ko-KR" sz="1500" b="1" dirty="0">
                <a:solidFill>
                  <a:schemeClr val="bg1"/>
                </a:solidFill>
              </a:rPr>
              <a:t>-</a:t>
            </a:r>
            <a:r>
              <a:rPr lang="ko-KR" altLang="en-US" sz="1500" b="1" dirty="0">
                <a:solidFill>
                  <a:schemeClr val="bg1"/>
                </a:solidFill>
              </a:rPr>
              <a:t> 리뷰 평가 기준 후보군을 추출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bg1"/>
                </a:solidFill>
              </a:rPr>
              <a:t>k-NN -</a:t>
            </a:r>
            <a:r>
              <a:rPr lang="ko-KR" altLang="en-US" sz="1500" b="1" dirty="0">
                <a:solidFill>
                  <a:schemeClr val="bg1"/>
                </a:solidFill>
              </a:rPr>
              <a:t> 정제 하는 모델 개발 및 성능 평가</a:t>
            </a:r>
            <a:endParaRPr lang="en-US" altLang="ko-KR" sz="1500" b="1" dirty="0">
              <a:solidFill>
                <a:schemeClr val="bg1"/>
              </a:solidFill>
            </a:endParaRPr>
          </a:p>
        </p:txBody>
      </p: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DEE6E675-F1E6-4FA1-8EC5-91F04098DDEE}"/>
              </a:ext>
            </a:extLst>
          </p:cNvPr>
          <p:cNvSpPr txBox="1">
            <a:spLocks/>
          </p:cNvSpPr>
          <p:nvPr/>
        </p:nvSpPr>
        <p:spPr>
          <a:xfrm>
            <a:off x="1625600" y="3497065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557498EE-F35A-48FC-9025-1665BFDEE25D}"/>
              </a:ext>
            </a:extLst>
          </p:cNvPr>
          <p:cNvSpPr txBox="1">
            <a:spLocks/>
          </p:cNvSpPr>
          <p:nvPr/>
        </p:nvSpPr>
        <p:spPr>
          <a:xfrm>
            <a:off x="1682891" y="3472938"/>
            <a:ext cx="5958965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bg1"/>
                </a:solidFill>
              </a:rPr>
              <a:t>k-NN </a:t>
            </a:r>
            <a:r>
              <a:rPr lang="ko-KR" altLang="en-US" sz="1500" b="1" dirty="0">
                <a:solidFill>
                  <a:schemeClr val="bg1"/>
                </a:solidFill>
              </a:rPr>
              <a:t>분류기를 생성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chemeClr val="bg1"/>
                </a:solidFill>
              </a:rPr>
              <a:t>추출 단계 </a:t>
            </a:r>
            <a:r>
              <a:rPr lang="en-US" altLang="ko-KR" sz="1500" b="1" dirty="0">
                <a:solidFill>
                  <a:schemeClr val="bg1"/>
                </a:solidFill>
              </a:rPr>
              <a:t>:</a:t>
            </a:r>
            <a:r>
              <a:rPr lang="ko-KR" altLang="en-US" sz="1500" b="1" dirty="0">
                <a:solidFill>
                  <a:schemeClr val="bg1"/>
                </a:solidFill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</a:rPr>
              <a:t>k-NN </a:t>
            </a:r>
            <a:r>
              <a:rPr lang="ko-KR" altLang="en-US" sz="1500" b="1" dirty="0">
                <a:solidFill>
                  <a:schemeClr val="bg1"/>
                </a:solidFill>
              </a:rPr>
              <a:t>분류기와 단어 언급 비율을 이용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ko-KR" sz="1500" b="1" dirty="0">
                <a:solidFill>
                  <a:schemeClr val="bg1"/>
                </a:solidFill>
              </a:rPr>
              <a:t>	     </a:t>
            </a:r>
            <a:r>
              <a:rPr lang="ko-KR" altLang="en-US" sz="1500" b="1" dirty="0">
                <a:solidFill>
                  <a:schemeClr val="bg1"/>
                </a:solidFill>
              </a:rPr>
              <a:t>리뷰 평가 기준 후보군을 정제 후 최종 결과 도출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최종 결과를 바탕으로 중요시 된 단어 시각화</a:t>
            </a:r>
            <a:endParaRPr lang="en-US" sz="1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583F34C1-5687-4B79-A218-CB1B05472498}"/>
              </a:ext>
            </a:extLst>
          </p:cNvPr>
          <p:cNvGrpSpPr/>
          <p:nvPr/>
        </p:nvGrpSpPr>
        <p:grpSpPr>
          <a:xfrm>
            <a:off x="774885" y="2185909"/>
            <a:ext cx="396399" cy="396399"/>
            <a:chOff x="8440738" y="5054601"/>
            <a:chExt cx="360363" cy="360363"/>
          </a:xfrm>
          <a:solidFill>
            <a:schemeClr val="bg1"/>
          </a:solidFill>
        </p:grpSpPr>
        <p:sp>
          <p:nvSpPr>
            <p:cNvPr id="489" name="Freeform 191">
              <a:extLst>
                <a:ext uri="{FF2B5EF4-FFF2-40B4-BE49-F238E27FC236}">
                  <a16:creationId xmlns:a16="http://schemas.microsoft.com/office/drawing/2014/main" id="{A6170D2A-E01D-41DD-AFE5-F1CD12783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9638" y="5084763"/>
              <a:ext cx="180975" cy="44450"/>
            </a:xfrm>
            <a:custGeom>
              <a:avLst/>
              <a:gdLst>
                <a:gd name="T0" fmla="*/ 2 w 48"/>
                <a:gd name="T1" fmla="*/ 4 h 12"/>
                <a:gd name="T2" fmla="*/ 19 w 48"/>
                <a:gd name="T3" fmla="*/ 4 h 12"/>
                <a:gd name="T4" fmla="*/ 22 w 48"/>
                <a:gd name="T5" fmla="*/ 11 h 12"/>
                <a:gd name="T6" fmla="*/ 24 w 48"/>
                <a:gd name="T7" fmla="*/ 12 h 12"/>
                <a:gd name="T8" fmla="*/ 46 w 48"/>
                <a:gd name="T9" fmla="*/ 12 h 12"/>
                <a:gd name="T10" fmla="*/ 48 w 48"/>
                <a:gd name="T11" fmla="*/ 10 h 12"/>
                <a:gd name="T12" fmla="*/ 46 w 48"/>
                <a:gd name="T13" fmla="*/ 8 h 12"/>
                <a:gd name="T14" fmla="*/ 25 w 48"/>
                <a:gd name="T15" fmla="*/ 8 h 12"/>
                <a:gd name="T16" fmla="*/ 22 w 48"/>
                <a:gd name="T17" fmla="*/ 1 h 12"/>
                <a:gd name="T18" fmla="*/ 20 w 48"/>
                <a:gd name="T19" fmla="*/ 0 h 12"/>
                <a:gd name="T20" fmla="*/ 2 w 48"/>
                <a:gd name="T21" fmla="*/ 0 h 12"/>
                <a:gd name="T22" fmla="*/ 0 w 48"/>
                <a:gd name="T23" fmla="*/ 2 h 12"/>
                <a:gd name="T24" fmla="*/ 2 w 48"/>
                <a:gd name="T2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12">
                  <a:moveTo>
                    <a:pt x="2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4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7" y="12"/>
                    <a:pt x="48" y="11"/>
                    <a:pt x="48" y="10"/>
                  </a:cubicBezTo>
                  <a:cubicBezTo>
                    <a:pt x="48" y="9"/>
                    <a:pt x="47" y="8"/>
                    <a:pt x="46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0" name="Freeform 192">
              <a:extLst>
                <a:ext uri="{FF2B5EF4-FFF2-40B4-BE49-F238E27FC236}">
                  <a16:creationId xmlns:a16="http://schemas.microsoft.com/office/drawing/2014/main" id="{F50C5BAD-EEBC-47B7-939A-F3CD5741D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5513" y="5054601"/>
              <a:ext cx="150813" cy="44450"/>
            </a:xfrm>
            <a:custGeom>
              <a:avLst/>
              <a:gdLst>
                <a:gd name="T0" fmla="*/ 2 w 40"/>
                <a:gd name="T1" fmla="*/ 4 h 12"/>
                <a:gd name="T2" fmla="*/ 19 w 40"/>
                <a:gd name="T3" fmla="*/ 4 h 12"/>
                <a:gd name="T4" fmla="*/ 22 w 40"/>
                <a:gd name="T5" fmla="*/ 11 h 12"/>
                <a:gd name="T6" fmla="*/ 24 w 40"/>
                <a:gd name="T7" fmla="*/ 12 h 12"/>
                <a:gd name="T8" fmla="*/ 38 w 40"/>
                <a:gd name="T9" fmla="*/ 12 h 12"/>
                <a:gd name="T10" fmla="*/ 40 w 40"/>
                <a:gd name="T11" fmla="*/ 10 h 12"/>
                <a:gd name="T12" fmla="*/ 38 w 40"/>
                <a:gd name="T13" fmla="*/ 8 h 12"/>
                <a:gd name="T14" fmla="*/ 25 w 40"/>
                <a:gd name="T15" fmla="*/ 8 h 12"/>
                <a:gd name="T16" fmla="*/ 22 w 40"/>
                <a:gd name="T17" fmla="*/ 1 h 12"/>
                <a:gd name="T18" fmla="*/ 20 w 40"/>
                <a:gd name="T19" fmla="*/ 0 h 12"/>
                <a:gd name="T20" fmla="*/ 2 w 40"/>
                <a:gd name="T21" fmla="*/ 0 h 12"/>
                <a:gd name="T22" fmla="*/ 0 w 40"/>
                <a:gd name="T23" fmla="*/ 2 h 12"/>
                <a:gd name="T24" fmla="*/ 2 w 40"/>
                <a:gd name="T2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12">
                  <a:moveTo>
                    <a:pt x="2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4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9" y="12"/>
                    <a:pt x="40" y="11"/>
                    <a:pt x="40" y="10"/>
                  </a:cubicBezTo>
                  <a:cubicBezTo>
                    <a:pt x="40" y="9"/>
                    <a:pt x="39" y="8"/>
                    <a:pt x="38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1" name="Freeform 193">
              <a:extLst>
                <a:ext uri="{FF2B5EF4-FFF2-40B4-BE49-F238E27FC236}">
                  <a16:creationId xmlns:a16="http://schemas.microsoft.com/office/drawing/2014/main" id="{90688EFD-766A-4E1E-9CF6-377359197A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0738" y="5114926"/>
              <a:ext cx="360363" cy="300038"/>
            </a:xfrm>
            <a:custGeom>
              <a:avLst/>
              <a:gdLst>
                <a:gd name="T0" fmla="*/ 96 w 96"/>
                <a:gd name="T1" fmla="*/ 50 h 80"/>
                <a:gd name="T2" fmla="*/ 96 w 96"/>
                <a:gd name="T3" fmla="*/ 49 h 80"/>
                <a:gd name="T4" fmla="*/ 96 w 96"/>
                <a:gd name="T5" fmla="*/ 49 h 80"/>
                <a:gd name="T6" fmla="*/ 96 w 96"/>
                <a:gd name="T7" fmla="*/ 49 h 80"/>
                <a:gd name="T8" fmla="*/ 82 w 96"/>
                <a:gd name="T9" fmla="*/ 25 h 80"/>
                <a:gd name="T10" fmla="*/ 80 w 96"/>
                <a:gd name="T11" fmla="*/ 24 h 80"/>
                <a:gd name="T12" fmla="*/ 76 w 96"/>
                <a:gd name="T13" fmla="*/ 24 h 80"/>
                <a:gd name="T14" fmla="*/ 76 w 96"/>
                <a:gd name="T15" fmla="*/ 10 h 80"/>
                <a:gd name="T16" fmla="*/ 74 w 96"/>
                <a:gd name="T17" fmla="*/ 8 h 80"/>
                <a:gd name="T18" fmla="*/ 45 w 96"/>
                <a:gd name="T19" fmla="*/ 8 h 80"/>
                <a:gd name="T20" fmla="*/ 42 w 96"/>
                <a:gd name="T21" fmla="*/ 1 h 80"/>
                <a:gd name="T22" fmla="*/ 40 w 96"/>
                <a:gd name="T23" fmla="*/ 0 h 80"/>
                <a:gd name="T24" fmla="*/ 22 w 96"/>
                <a:gd name="T25" fmla="*/ 0 h 80"/>
                <a:gd name="T26" fmla="*/ 20 w 96"/>
                <a:gd name="T27" fmla="*/ 2 h 80"/>
                <a:gd name="T28" fmla="*/ 20 w 96"/>
                <a:gd name="T29" fmla="*/ 24 h 80"/>
                <a:gd name="T30" fmla="*/ 16 w 96"/>
                <a:gd name="T31" fmla="*/ 24 h 80"/>
                <a:gd name="T32" fmla="*/ 14 w 96"/>
                <a:gd name="T33" fmla="*/ 25 h 80"/>
                <a:gd name="T34" fmla="*/ 0 w 96"/>
                <a:gd name="T35" fmla="*/ 49 h 80"/>
                <a:gd name="T36" fmla="*/ 0 w 96"/>
                <a:gd name="T37" fmla="*/ 49 h 80"/>
                <a:gd name="T38" fmla="*/ 0 w 96"/>
                <a:gd name="T39" fmla="*/ 49 h 80"/>
                <a:gd name="T40" fmla="*/ 0 w 96"/>
                <a:gd name="T41" fmla="*/ 50 h 80"/>
                <a:gd name="T42" fmla="*/ 0 w 96"/>
                <a:gd name="T43" fmla="*/ 50 h 80"/>
                <a:gd name="T44" fmla="*/ 0 w 96"/>
                <a:gd name="T45" fmla="*/ 78 h 80"/>
                <a:gd name="T46" fmla="*/ 2 w 96"/>
                <a:gd name="T47" fmla="*/ 80 h 80"/>
                <a:gd name="T48" fmla="*/ 94 w 96"/>
                <a:gd name="T49" fmla="*/ 80 h 80"/>
                <a:gd name="T50" fmla="*/ 96 w 96"/>
                <a:gd name="T51" fmla="*/ 78 h 80"/>
                <a:gd name="T52" fmla="*/ 96 w 96"/>
                <a:gd name="T53" fmla="*/ 50 h 80"/>
                <a:gd name="T54" fmla="*/ 96 w 96"/>
                <a:gd name="T55" fmla="*/ 50 h 80"/>
                <a:gd name="T56" fmla="*/ 46 w 96"/>
                <a:gd name="T57" fmla="*/ 27 h 80"/>
                <a:gd name="T58" fmla="*/ 43 w 96"/>
                <a:gd name="T59" fmla="*/ 21 h 80"/>
                <a:gd name="T60" fmla="*/ 50 w 96"/>
                <a:gd name="T61" fmla="*/ 14 h 80"/>
                <a:gd name="T62" fmla="*/ 57 w 96"/>
                <a:gd name="T63" fmla="*/ 21 h 80"/>
                <a:gd name="T64" fmla="*/ 54 w 96"/>
                <a:gd name="T65" fmla="*/ 27 h 80"/>
                <a:gd name="T66" fmla="*/ 62 w 96"/>
                <a:gd name="T67" fmla="*/ 38 h 80"/>
                <a:gd name="T68" fmla="*/ 38 w 96"/>
                <a:gd name="T69" fmla="*/ 38 h 80"/>
                <a:gd name="T70" fmla="*/ 46 w 96"/>
                <a:gd name="T71" fmla="*/ 27 h 80"/>
                <a:gd name="T72" fmla="*/ 66 w 96"/>
                <a:gd name="T73" fmla="*/ 48 h 80"/>
                <a:gd name="T74" fmla="*/ 64 w 96"/>
                <a:gd name="T75" fmla="*/ 50 h 80"/>
                <a:gd name="T76" fmla="*/ 64 w 96"/>
                <a:gd name="T77" fmla="*/ 54 h 80"/>
                <a:gd name="T78" fmla="*/ 58 w 96"/>
                <a:gd name="T79" fmla="*/ 60 h 80"/>
                <a:gd name="T80" fmla="*/ 40 w 96"/>
                <a:gd name="T81" fmla="*/ 60 h 80"/>
                <a:gd name="T82" fmla="*/ 34 w 96"/>
                <a:gd name="T83" fmla="*/ 54 h 80"/>
                <a:gd name="T84" fmla="*/ 34 w 96"/>
                <a:gd name="T85" fmla="*/ 50 h 80"/>
                <a:gd name="T86" fmla="*/ 32 w 96"/>
                <a:gd name="T87" fmla="*/ 48 h 80"/>
                <a:gd name="T88" fmla="*/ 5 w 96"/>
                <a:gd name="T89" fmla="*/ 48 h 80"/>
                <a:gd name="T90" fmla="*/ 17 w 96"/>
                <a:gd name="T91" fmla="*/ 28 h 80"/>
                <a:gd name="T92" fmla="*/ 20 w 96"/>
                <a:gd name="T93" fmla="*/ 28 h 80"/>
                <a:gd name="T94" fmla="*/ 20 w 96"/>
                <a:gd name="T95" fmla="*/ 42 h 80"/>
                <a:gd name="T96" fmla="*/ 22 w 96"/>
                <a:gd name="T97" fmla="*/ 44 h 80"/>
                <a:gd name="T98" fmla="*/ 74 w 96"/>
                <a:gd name="T99" fmla="*/ 44 h 80"/>
                <a:gd name="T100" fmla="*/ 76 w 96"/>
                <a:gd name="T101" fmla="*/ 42 h 80"/>
                <a:gd name="T102" fmla="*/ 76 w 96"/>
                <a:gd name="T103" fmla="*/ 28 h 80"/>
                <a:gd name="T104" fmla="*/ 79 w 96"/>
                <a:gd name="T105" fmla="*/ 28 h 80"/>
                <a:gd name="T106" fmla="*/ 91 w 96"/>
                <a:gd name="T107" fmla="*/ 48 h 80"/>
                <a:gd name="T108" fmla="*/ 66 w 96"/>
                <a:gd name="T109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6" h="80">
                  <a:moveTo>
                    <a:pt x="96" y="50"/>
                  </a:moveTo>
                  <a:cubicBezTo>
                    <a:pt x="96" y="50"/>
                    <a:pt x="96" y="50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4"/>
                    <a:pt x="81" y="24"/>
                    <a:pt x="80" y="24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9"/>
                    <a:pt x="75" y="8"/>
                    <a:pt x="74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0"/>
                    <a:pt x="41" y="0"/>
                    <a:pt x="4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5" y="24"/>
                    <a:pt x="15" y="24"/>
                    <a:pt x="14" y="25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1" y="80"/>
                    <a:pt x="2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5" y="80"/>
                    <a:pt x="96" y="79"/>
                    <a:pt x="96" y="78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50"/>
                    <a:pt x="96" y="50"/>
                    <a:pt x="96" y="50"/>
                  </a:cubicBezTo>
                  <a:close/>
                  <a:moveTo>
                    <a:pt x="46" y="27"/>
                  </a:moveTo>
                  <a:cubicBezTo>
                    <a:pt x="44" y="25"/>
                    <a:pt x="43" y="23"/>
                    <a:pt x="43" y="21"/>
                  </a:cubicBezTo>
                  <a:cubicBezTo>
                    <a:pt x="43" y="17"/>
                    <a:pt x="46" y="14"/>
                    <a:pt x="50" y="14"/>
                  </a:cubicBezTo>
                  <a:cubicBezTo>
                    <a:pt x="54" y="14"/>
                    <a:pt x="57" y="17"/>
                    <a:pt x="57" y="21"/>
                  </a:cubicBezTo>
                  <a:cubicBezTo>
                    <a:pt x="57" y="23"/>
                    <a:pt x="56" y="25"/>
                    <a:pt x="54" y="27"/>
                  </a:cubicBezTo>
                  <a:cubicBezTo>
                    <a:pt x="59" y="28"/>
                    <a:pt x="62" y="31"/>
                    <a:pt x="62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1"/>
                    <a:pt x="41" y="28"/>
                    <a:pt x="46" y="27"/>
                  </a:cubicBezTo>
                  <a:close/>
                  <a:moveTo>
                    <a:pt x="66" y="48"/>
                  </a:moveTo>
                  <a:cubicBezTo>
                    <a:pt x="65" y="48"/>
                    <a:pt x="64" y="49"/>
                    <a:pt x="64" y="50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7"/>
                    <a:pt x="61" y="60"/>
                    <a:pt x="58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7" y="60"/>
                    <a:pt x="34" y="57"/>
                    <a:pt x="34" y="54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4" y="49"/>
                    <a:pt x="33" y="48"/>
                    <a:pt x="32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21" y="44"/>
                    <a:pt x="22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5" y="44"/>
                    <a:pt x="76" y="43"/>
                    <a:pt x="76" y="42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6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3B68849C-9517-4809-8E4A-5D2A5916E6F0}"/>
              </a:ext>
            </a:extLst>
          </p:cNvPr>
          <p:cNvGrpSpPr/>
          <p:nvPr/>
        </p:nvGrpSpPr>
        <p:grpSpPr>
          <a:xfrm>
            <a:off x="740206" y="4998470"/>
            <a:ext cx="398146" cy="384175"/>
            <a:chOff x="3390900" y="4703763"/>
            <a:chExt cx="361951" cy="349250"/>
          </a:xfrm>
          <a:solidFill>
            <a:schemeClr val="bg1"/>
          </a:solidFill>
        </p:grpSpPr>
        <p:sp>
          <p:nvSpPr>
            <p:cNvPr id="493" name="Freeform 168">
              <a:extLst>
                <a:ext uri="{FF2B5EF4-FFF2-40B4-BE49-F238E27FC236}">
                  <a16:creationId xmlns:a16="http://schemas.microsoft.com/office/drawing/2014/main" id="{189F9B29-9854-4FA7-86CC-19452706A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6163" y="4887913"/>
              <a:ext cx="166688" cy="165100"/>
            </a:xfrm>
            <a:custGeom>
              <a:avLst/>
              <a:gdLst>
                <a:gd name="T0" fmla="*/ 22 w 44"/>
                <a:gd name="T1" fmla="*/ 0 h 44"/>
                <a:gd name="T2" fmla="*/ 0 w 44"/>
                <a:gd name="T3" fmla="*/ 22 h 44"/>
                <a:gd name="T4" fmla="*/ 22 w 44"/>
                <a:gd name="T5" fmla="*/ 44 h 44"/>
                <a:gd name="T6" fmla="*/ 44 w 44"/>
                <a:gd name="T7" fmla="*/ 22 h 44"/>
                <a:gd name="T8" fmla="*/ 22 w 44"/>
                <a:gd name="T9" fmla="*/ 0 h 44"/>
                <a:gd name="T10" fmla="*/ 33 w 44"/>
                <a:gd name="T11" fmla="*/ 17 h 44"/>
                <a:gd name="T12" fmla="*/ 20 w 44"/>
                <a:gd name="T13" fmla="*/ 31 h 44"/>
                <a:gd name="T14" fmla="*/ 11 w 44"/>
                <a:gd name="T15" fmla="*/ 21 h 44"/>
                <a:gd name="T16" fmla="*/ 11 w 44"/>
                <a:gd name="T17" fmla="*/ 19 h 44"/>
                <a:gd name="T18" fmla="*/ 13 w 44"/>
                <a:gd name="T19" fmla="*/ 19 h 44"/>
                <a:gd name="T20" fmla="*/ 20 w 44"/>
                <a:gd name="T21" fmla="*/ 25 h 44"/>
                <a:gd name="T22" fmla="*/ 31 w 44"/>
                <a:gd name="T23" fmla="*/ 15 h 44"/>
                <a:gd name="T24" fmla="*/ 33 w 44"/>
                <a:gd name="T25" fmla="*/ 15 h 44"/>
                <a:gd name="T26" fmla="*/ 33 w 44"/>
                <a:gd name="T27" fmla="*/ 1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33" y="17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19"/>
                    <a:pt x="11" y="19"/>
                  </a:cubicBezTo>
                  <a:cubicBezTo>
                    <a:pt x="11" y="18"/>
                    <a:pt x="13" y="18"/>
                    <a:pt x="13" y="19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4"/>
                    <a:pt x="33" y="14"/>
                    <a:pt x="33" y="15"/>
                  </a:cubicBezTo>
                  <a:cubicBezTo>
                    <a:pt x="34" y="15"/>
                    <a:pt x="34" y="17"/>
                    <a:pt x="3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4" name="Freeform 169">
              <a:extLst>
                <a:ext uri="{FF2B5EF4-FFF2-40B4-BE49-F238E27FC236}">
                  <a16:creationId xmlns:a16="http://schemas.microsoft.com/office/drawing/2014/main" id="{75D86ECE-4247-4CB4-9FCD-FB7FE8142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700" y="4703763"/>
              <a:ext cx="104775" cy="71438"/>
            </a:xfrm>
            <a:custGeom>
              <a:avLst/>
              <a:gdLst>
                <a:gd name="T0" fmla="*/ 11 w 28"/>
                <a:gd name="T1" fmla="*/ 0 h 19"/>
                <a:gd name="T2" fmla="*/ 0 w 28"/>
                <a:gd name="T3" fmla="*/ 4 h 19"/>
                <a:gd name="T4" fmla="*/ 6 w 28"/>
                <a:gd name="T5" fmla="*/ 17 h 19"/>
                <a:gd name="T6" fmla="*/ 11 w 28"/>
                <a:gd name="T7" fmla="*/ 13 h 19"/>
                <a:gd name="T8" fmla="*/ 13 w 28"/>
                <a:gd name="T9" fmla="*/ 9 h 19"/>
                <a:gd name="T10" fmla="*/ 15 w 28"/>
                <a:gd name="T11" fmla="*/ 13 h 19"/>
                <a:gd name="T12" fmla="*/ 24 w 28"/>
                <a:gd name="T13" fmla="*/ 18 h 19"/>
                <a:gd name="T14" fmla="*/ 28 w 28"/>
                <a:gd name="T15" fmla="*/ 17 h 19"/>
                <a:gd name="T16" fmla="*/ 11 w 28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9">
                  <a:moveTo>
                    <a:pt x="11" y="0"/>
                  </a:moveTo>
                  <a:cubicBezTo>
                    <a:pt x="7" y="0"/>
                    <a:pt x="3" y="2"/>
                    <a:pt x="0" y="4"/>
                  </a:cubicBezTo>
                  <a:cubicBezTo>
                    <a:pt x="3" y="8"/>
                    <a:pt x="5" y="12"/>
                    <a:pt x="6" y="17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7"/>
                    <a:pt x="20" y="19"/>
                    <a:pt x="24" y="18"/>
                  </a:cubicBezTo>
                  <a:cubicBezTo>
                    <a:pt x="25" y="18"/>
                    <a:pt x="27" y="17"/>
                    <a:pt x="28" y="17"/>
                  </a:cubicBezTo>
                  <a:cubicBezTo>
                    <a:pt x="26" y="7"/>
                    <a:pt x="19" y="0"/>
                    <a:pt x="1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5" name="Freeform 170">
              <a:extLst>
                <a:ext uri="{FF2B5EF4-FFF2-40B4-BE49-F238E27FC236}">
                  <a16:creationId xmlns:a16="http://schemas.microsoft.com/office/drawing/2014/main" id="{2862354E-6062-406C-A72E-C685B533F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050" y="4703763"/>
              <a:ext cx="127000" cy="71438"/>
            </a:xfrm>
            <a:custGeom>
              <a:avLst/>
              <a:gdLst>
                <a:gd name="T0" fmla="*/ 2 w 34"/>
                <a:gd name="T1" fmla="*/ 16 h 19"/>
                <a:gd name="T2" fmla="*/ 7 w 34"/>
                <a:gd name="T3" fmla="*/ 18 h 19"/>
                <a:gd name="T4" fmla="*/ 17 w 34"/>
                <a:gd name="T5" fmla="*/ 13 h 19"/>
                <a:gd name="T6" fmla="*/ 19 w 34"/>
                <a:gd name="T7" fmla="*/ 9 h 19"/>
                <a:gd name="T8" fmla="*/ 21 w 34"/>
                <a:gd name="T9" fmla="*/ 13 h 19"/>
                <a:gd name="T10" fmla="*/ 30 w 34"/>
                <a:gd name="T11" fmla="*/ 18 h 19"/>
                <a:gd name="T12" fmla="*/ 34 w 34"/>
                <a:gd name="T13" fmla="*/ 17 h 19"/>
                <a:gd name="T14" fmla="*/ 17 w 34"/>
                <a:gd name="T15" fmla="*/ 0 h 19"/>
                <a:gd name="T16" fmla="*/ 0 w 34"/>
                <a:gd name="T17" fmla="*/ 15 h 19"/>
                <a:gd name="T18" fmla="*/ 2 w 34"/>
                <a:gd name="T19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19">
                  <a:moveTo>
                    <a:pt x="2" y="16"/>
                  </a:moveTo>
                  <a:cubicBezTo>
                    <a:pt x="4" y="17"/>
                    <a:pt x="5" y="18"/>
                    <a:pt x="7" y="18"/>
                  </a:cubicBezTo>
                  <a:cubicBezTo>
                    <a:pt x="11" y="18"/>
                    <a:pt x="16" y="15"/>
                    <a:pt x="17" y="13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3" y="17"/>
                    <a:pt x="26" y="19"/>
                    <a:pt x="30" y="18"/>
                  </a:cubicBezTo>
                  <a:cubicBezTo>
                    <a:pt x="31" y="18"/>
                    <a:pt x="33" y="17"/>
                    <a:pt x="34" y="17"/>
                  </a:cubicBezTo>
                  <a:cubicBezTo>
                    <a:pt x="32" y="7"/>
                    <a:pt x="25" y="0"/>
                    <a:pt x="17" y="0"/>
                  </a:cubicBezTo>
                  <a:cubicBezTo>
                    <a:pt x="9" y="0"/>
                    <a:pt x="2" y="7"/>
                    <a:pt x="0" y="15"/>
                  </a:cubicBezTo>
                  <a:lnTo>
                    <a:pt x="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6" name="Freeform 171">
              <a:extLst>
                <a:ext uri="{FF2B5EF4-FFF2-40B4-BE49-F238E27FC236}">
                  <a16:creationId xmlns:a16="http://schemas.microsoft.com/office/drawing/2014/main" id="{49C87D3C-D7FC-40A4-AFDE-D6E739D34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0" y="4767263"/>
              <a:ext cx="219075" cy="195263"/>
            </a:xfrm>
            <a:custGeom>
              <a:avLst/>
              <a:gdLst>
                <a:gd name="T0" fmla="*/ 58 w 58"/>
                <a:gd name="T1" fmla="*/ 34 h 52"/>
                <a:gd name="T2" fmla="*/ 56 w 58"/>
                <a:gd name="T3" fmla="*/ 33 h 52"/>
                <a:gd name="T4" fmla="*/ 42 w 58"/>
                <a:gd name="T5" fmla="*/ 28 h 52"/>
                <a:gd name="T6" fmla="*/ 42 w 58"/>
                <a:gd name="T7" fmla="*/ 21 h 52"/>
                <a:gd name="T8" fmla="*/ 49 w 58"/>
                <a:gd name="T9" fmla="*/ 4 h 52"/>
                <a:gd name="T10" fmla="*/ 49 w 58"/>
                <a:gd name="T11" fmla="*/ 4 h 52"/>
                <a:gd name="T12" fmla="*/ 46 w 58"/>
                <a:gd name="T13" fmla="*/ 5 h 52"/>
                <a:gd name="T14" fmla="*/ 43 w 58"/>
                <a:gd name="T15" fmla="*/ 5 h 52"/>
                <a:gd name="T16" fmla="*/ 34 w 58"/>
                <a:gd name="T17" fmla="*/ 0 h 52"/>
                <a:gd name="T18" fmla="*/ 22 w 58"/>
                <a:gd name="T19" fmla="*/ 5 h 52"/>
                <a:gd name="T20" fmla="*/ 15 w 58"/>
                <a:gd name="T21" fmla="*/ 3 h 52"/>
                <a:gd name="T22" fmla="*/ 14 w 58"/>
                <a:gd name="T23" fmla="*/ 2 h 52"/>
                <a:gd name="T24" fmla="*/ 14 w 58"/>
                <a:gd name="T25" fmla="*/ 4 h 52"/>
                <a:gd name="T26" fmla="*/ 22 w 58"/>
                <a:gd name="T27" fmla="*/ 22 h 52"/>
                <a:gd name="T28" fmla="*/ 22 w 58"/>
                <a:gd name="T29" fmla="*/ 28 h 52"/>
                <a:gd name="T30" fmla="*/ 8 w 58"/>
                <a:gd name="T31" fmla="*/ 33 h 52"/>
                <a:gd name="T32" fmla="*/ 0 w 58"/>
                <a:gd name="T33" fmla="*/ 44 h 52"/>
                <a:gd name="T34" fmla="*/ 0 w 58"/>
                <a:gd name="T35" fmla="*/ 52 h 52"/>
                <a:gd name="T36" fmla="*/ 48 w 58"/>
                <a:gd name="T37" fmla="*/ 52 h 52"/>
                <a:gd name="T38" fmla="*/ 58 w 58"/>
                <a:gd name="T39" fmla="*/ 3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52">
                  <a:moveTo>
                    <a:pt x="58" y="34"/>
                  </a:moveTo>
                  <a:cubicBezTo>
                    <a:pt x="57" y="34"/>
                    <a:pt x="57" y="33"/>
                    <a:pt x="56" y="33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6" y="17"/>
                    <a:pt x="49" y="11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8" y="4"/>
                    <a:pt x="46" y="5"/>
                    <a:pt x="46" y="5"/>
                  </a:cubicBezTo>
                  <a:cubicBezTo>
                    <a:pt x="45" y="5"/>
                    <a:pt x="44" y="5"/>
                    <a:pt x="43" y="5"/>
                  </a:cubicBezTo>
                  <a:cubicBezTo>
                    <a:pt x="39" y="5"/>
                    <a:pt x="36" y="3"/>
                    <a:pt x="34" y="0"/>
                  </a:cubicBezTo>
                  <a:cubicBezTo>
                    <a:pt x="31" y="3"/>
                    <a:pt x="26" y="5"/>
                    <a:pt x="22" y="5"/>
                  </a:cubicBezTo>
                  <a:cubicBezTo>
                    <a:pt x="19" y="5"/>
                    <a:pt x="17" y="4"/>
                    <a:pt x="15" y="3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12"/>
                    <a:pt x="17" y="18"/>
                    <a:pt x="22" y="22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3" y="35"/>
                    <a:pt x="0" y="39"/>
                    <a:pt x="0" y="4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9" y="45"/>
                    <a:pt x="52" y="38"/>
                    <a:pt x="58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7" name="Freeform 172">
              <a:extLst>
                <a:ext uri="{FF2B5EF4-FFF2-40B4-BE49-F238E27FC236}">
                  <a16:creationId xmlns:a16="http://schemas.microsoft.com/office/drawing/2014/main" id="{0960280B-D412-4F16-A394-0AD6AC3E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875" y="4767263"/>
              <a:ext cx="101600" cy="117475"/>
            </a:xfrm>
            <a:custGeom>
              <a:avLst/>
              <a:gdLst>
                <a:gd name="T0" fmla="*/ 20 w 27"/>
                <a:gd name="T1" fmla="*/ 28 h 31"/>
                <a:gd name="T2" fmla="*/ 20 w 27"/>
                <a:gd name="T3" fmla="*/ 26 h 31"/>
                <a:gd name="T4" fmla="*/ 20 w 27"/>
                <a:gd name="T5" fmla="*/ 21 h 31"/>
                <a:gd name="T6" fmla="*/ 27 w 27"/>
                <a:gd name="T7" fmla="*/ 4 h 31"/>
                <a:gd name="T8" fmla="*/ 27 w 27"/>
                <a:gd name="T9" fmla="*/ 4 h 31"/>
                <a:gd name="T10" fmla="*/ 24 w 27"/>
                <a:gd name="T11" fmla="*/ 5 h 31"/>
                <a:gd name="T12" fmla="*/ 21 w 27"/>
                <a:gd name="T13" fmla="*/ 5 h 31"/>
                <a:gd name="T14" fmla="*/ 12 w 27"/>
                <a:gd name="T15" fmla="*/ 0 h 31"/>
                <a:gd name="T16" fmla="*/ 5 w 27"/>
                <a:gd name="T17" fmla="*/ 4 h 31"/>
                <a:gd name="T18" fmla="*/ 5 w 27"/>
                <a:gd name="T19" fmla="*/ 4 h 31"/>
                <a:gd name="T20" fmla="*/ 0 w 27"/>
                <a:gd name="T21" fmla="*/ 22 h 31"/>
                <a:gd name="T22" fmla="*/ 0 w 27"/>
                <a:gd name="T23" fmla="*/ 22 h 31"/>
                <a:gd name="T24" fmla="*/ 0 w 27"/>
                <a:gd name="T25" fmla="*/ 26 h 31"/>
                <a:gd name="T26" fmla="*/ 10 w 27"/>
                <a:gd name="T27" fmla="*/ 29 h 31"/>
                <a:gd name="T28" fmla="*/ 13 w 27"/>
                <a:gd name="T29" fmla="*/ 31 h 31"/>
                <a:gd name="T30" fmla="*/ 20 w 27"/>
                <a:gd name="T31" fmla="*/ 29 h 31"/>
                <a:gd name="T32" fmla="*/ 20 w 27"/>
                <a:gd name="T33" fmla="*/ 2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31">
                  <a:moveTo>
                    <a:pt x="20" y="28"/>
                  </a:moveTo>
                  <a:cubicBezTo>
                    <a:pt x="20" y="26"/>
                    <a:pt x="20" y="26"/>
                    <a:pt x="20" y="26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4" y="17"/>
                    <a:pt x="27" y="11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6" y="4"/>
                    <a:pt x="24" y="5"/>
                    <a:pt x="24" y="5"/>
                  </a:cubicBezTo>
                  <a:cubicBezTo>
                    <a:pt x="23" y="5"/>
                    <a:pt x="22" y="5"/>
                    <a:pt x="21" y="5"/>
                  </a:cubicBezTo>
                  <a:cubicBezTo>
                    <a:pt x="17" y="5"/>
                    <a:pt x="14" y="3"/>
                    <a:pt x="12" y="0"/>
                  </a:cubicBezTo>
                  <a:cubicBezTo>
                    <a:pt x="10" y="2"/>
                    <a:pt x="8" y="3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1"/>
                    <a:pt x="3" y="17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30"/>
                    <a:pt x="12" y="31"/>
                    <a:pt x="13" y="31"/>
                  </a:cubicBezTo>
                  <a:cubicBezTo>
                    <a:pt x="15" y="30"/>
                    <a:pt x="18" y="29"/>
                    <a:pt x="20" y="29"/>
                  </a:cubicBezTo>
                  <a:lnTo>
                    <a:pt x="2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03" name="Graphic 8">
            <a:extLst>
              <a:ext uri="{FF2B5EF4-FFF2-40B4-BE49-F238E27FC236}">
                <a16:creationId xmlns:a16="http://schemas.microsoft.com/office/drawing/2014/main" id="{9480148E-7413-43B8-964E-93C86A7D57DE}"/>
              </a:ext>
            </a:extLst>
          </p:cNvPr>
          <p:cNvSpPr/>
          <p:nvPr/>
        </p:nvSpPr>
        <p:spPr>
          <a:xfrm rot="5400000">
            <a:off x="625031" y="3434666"/>
            <a:ext cx="647632" cy="647632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04" name="Group 440">
            <a:extLst>
              <a:ext uri="{FF2B5EF4-FFF2-40B4-BE49-F238E27FC236}">
                <a16:creationId xmlns:a16="http://schemas.microsoft.com/office/drawing/2014/main" id="{6A96AF0A-AEC5-43D9-B063-36469F47F0D1}"/>
              </a:ext>
            </a:extLst>
          </p:cNvPr>
          <p:cNvGrpSpPr/>
          <p:nvPr/>
        </p:nvGrpSpPr>
        <p:grpSpPr>
          <a:xfrm>
            <a:off x="785046" y="3594681"/>
            <a:ext cx="327603" cy="327603"/>
            <a:chOff x="4833938" y="2887663"/>
            <a:chExt cx="360363" cy="360363"/>
          </a:xfrm>
          <a:solidFill>
            <a:schemeClr val="bg1"/>
          </a:solidFill>
        </p:grpSpPr>
        <p:sp>
          <p:nvSpPr>
            <p:cNvPr id="505" name="Freeform 199">
              <a:extLst>
                <a:ext uri="{FF2B5EF4-FFF2-40B4-BE49-F238E27FC236}">
                  <a16:creationId xmlns:a16="http://schemas.microsoft.com/office/drawing/2014/main" id="{BF0FD31C-32D7-4808-A039-76FC1B9A2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938" y="3098801"/>
              <a:ext cx="360363" cy="149225"/>
            </a:xfrm>
            <a:custGeom>
              <a:avLst/>
              <a:gdLst>
                <a:gd name="T0" fmla="*/ 85 w 96"/>
                <a:gd name="T1" fmla="*/ 22 h 40"/>
                <a:gd name="T2" fmla="*/ 90 w 96"/>
                <a:gd name="T3" fmla="*/ 12 h 40"/>
                <a:gd name="T4" fmla="*/ 78 w 96"/>
                <a:gd name="T5" fmla="*/ 0 h 40"/>
                <a:gd name="T6" fmla="*/ 66 w 96"/>
                <a:gd name="T7" fmla="*/ 12 h 40"/>
                <a:gd name="T8" fmla="*/ 71 w 96"/>
                <a:gd name="T9" fmla="*/ 22 h 40"/>
                <a:gd name="T10" fmla="*/ 63 w 96"/>
                <a:gd name="T11" fmla="*/ 28 h 40"/>
                <a:gd name="T12" fmla="*/ 55 w 96"/>
                <a:gd name="T13" fmla="*/ 22 h 40"/>
                <a:gd name="T14" fmla="*/ 60 w 96"/>
                <a:gd name="T15" fmla="*/ 12 h 40"/>
                <a:gd name="T16" fmla="*/ 48 w 96"/>
                <a:gd name="T17" fmla="*/ 0 h 40"/>
                <a:gd name="T18" fmla="*/ 36 w 96"/>
                <a:gd name="T19" fmla="*/ 12 h 40"/>
                <a:gd name="T20" fmla="*/ 41 w 96"/>
                <a:gd name="T21" fmla="*/ 22 h 40"/>
                <a:gd name="T22" fmla="*/ 33 w 96"/>
                <a:gd name="T23" fmla="*/ 28 h 40"/>
                <a:gd name="T24" fmla="*/ 25 w 96"/>
                <a:gd name="T25" fmla="*/ 22 h 40"/>
                <a:gd name="T26" fmla="*/ 30 w 96"/>
                <a:gd name="T27" fmla="*/ 12 h 40"/>
                <a:gd name="T28" fmla="*/ 18 w 96"/>
                <a:gd name="T29" fmla="*/ 0 h 40"/>
                <a:gd name="T30" fmla="*/ 6 w 96"/>
                <a:gd name="T31" fmla="*/ 12 h 40"/>
                <a:gd name="T32" fmla="*/ 11 w 96"/>
                <a:gd name="T33" fmla="*/ 22 h 40"/>
                <a:gd name="T34" fmla="*/ 0 w 96"/>
                <a:gd name="T35" fmla="*/ 38 h 40"/>
                <a:gd name="T36" fmla="*/ 2 w 96"/>
                <a:gd name="T37" fmla="*/ 40 h 40"/>
                <a:gd name="T38" fmla="*/ 94 w 96"/>
                <a:gd name="T39" fmla="*/ 40 h 40"/>
                <a:gd name="T40" fmla="*/ 96 w 96"/>
                <a:gd name="T41" fmla="*/ 38 h 40"/>
                <a:gd name="T42" fmla="*/ 85 w 96"/>
                <a:gd name="T43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40">
                  <a:moveTo>
                    <a:pt x="85" y="22"/>
                  </a:moveTo>
                  <a:cubicBezTo>
                    <a:pt x="88" y="19"/>
                    <a:pt x="90" y="16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71" y="0"/>
                    <a:pt x="66" y="5"/>
                    <a:pt x="66" y="12"/>
                  </a:cubicBezTo>
                  <a:cubicBezTo>
                    <a:pt x="66" y="16"/>
                    <a:pt x="68" y="19"/>
                    <a:pt x="71" y="22"/>
                  </a:cubicBezTo>
                  <a:cubicBezTo>
                    <a:pt x="68" y="23"/>
                    <a:pt x="65" y="25"/>
                    <a:pt x="63" y="28"/>
                  </a:cubicBezTo>
                  <a:cubicBezTo>
                    <a:pt x="61" y="25"/>
                    <a:pt x="58" y="23"/>
                    <a:pt x="55" y="22"/>
                  </a:cubicBezTo>
                  <a:cubicBezTo>
                    <a:pt x="58" y="19"/>
                    <a:pt x="60" y="16"/>
                    <a:pt x="60" y="12"/>
                  </a:cubicBezTo>
                  <a:cubicBezTo>
                    <a:pt x="60" y="5"/>
                    <a:pt x="55" y="0"/>
                    <a:pt x="48" y="0"/>
                  </a:cubicBezTo>
                  <a:cubicBezTo>
                    <a:pt x="41" y="0"/>
                    <a:pt x="36" y="5"/>
                    <a:pt x="36" y="12"/>
                  </a:cubicBezTo>
                  <a:cubicBezTo>
                    <a:pt x="36" y="16"/>
                    <a:pt x="38" y="19"/>
                    <a:pt x="41" y="22"/>
                  </a:cubicBezTo>
                  <a:cubicBezTo>
                    <a:pt x="38" y="23"/>
                    <a:pt x="35" y="25"/>
                    <a:pt x="33" y="28"/>
                  </a:cubicBezTo>
                  <a:cubicBezTo>
                    <a:pt x="31" y="25"/>
                    <a:pt x="28" y="23"/>
                    <a:pt x="25" y="22"/>
                  </a:cubicBezTo>
                  <a:cubicBezTo>
                    <a:pt x="28" y="19"/>
                    <a:pt x="30" y="16"/>
                    <a:pt x="30" y="12"/>
                  </a:cubicBezTo>
                  <a:cubicBezTo>
                    <a:pt x="30" y="5"/>
                    <a:pt x="25" y="0"/>
                    <a:pt x="18" y="0"/>
                  </a:cubicBezTo>
                  <a:cubicBezTo>
                    <a:pt x="11" y="0"/>
                    <a:pt x="6" y="5"/>
                    <a:pt x="6" y="12"/>
                  </a:cubicBezTo>
                  <a:cubicBezTo>
                    <a:pt x="6" y="16"/>
                    <a:pt x="8" y="19"/>
                    <a:pt x="11" y="22"/>
                  </a:cubicBezTo>
                  <a:cubicBezTo>
                    <a:pt x="5" y="25"/>
                    <a:pt x="0" y="31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6" y="39"/>
                    <a:pt x="96" y="38"/>
                  </a:cubicBezTo>
                  <a:cubicBezTo>
                    <a:pt x="96" y="31"/>
                    <a:pt x="91" y="25"/>
                    <a:pt x="8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6" name="Freeform 200">
              <a:extLst>
                <a:ext uri="{FF2B5EF4-FFF2-40B4-BE49-F238E27FC236}">
                  <a16:creationId xmlns:a16="http://schemas.microsoft.com/office/drawing/2014/main" id="{D0F09020-9CD2-4E51-A972-628AFC222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863" y="3052763"/>
              <a:ext cx="36513" cy="30163"/>
            </a:xfrm>
            <a:custGeom>
              <a:avLst/>
              <a:gdLst>
                <a:gd name="T0" fmla="*/ 0 w 10"/>
                <a:gd name="T1" fmla="*/ 0 h 8"/>
                <a:gd name="T2" fmla="*/ 5 w 10"/>
                <a:gd name="T3" fmla="*/ 8 h 8"/>
                <a:gd name="T4" fmla="*/ 10 w 10"/>
                <a:gd name="T5" fmla="*/ 0 h 8"/>
                <a:gd name="T6" fmla="*/ 0 w 10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cubicBezTo>
                    <a:pt x="1" y="3"/>
                    <a:pt x="3" y="5"/>
                    <a:pt x="5" y="8"/>
                  </a:cubicBezTo>
                  <a:cubicBezTo>
                    <a:pt x="7" y="5"/>
                    <a:pt x="9" y="3"/>
                    <a:pt x="1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7" name="Freeform 201">
              <a:extLst>
                <a:ext uri="{FF2B5EF4-FFF2-40B4-BE49-F238E27FC236}">
                  <a16:creationId xmlns:a16="http://schemas.microsoft.com/office/drawing/2014/main" id="{487AC365-3346-42E1-8ECE-7C37C1EBA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2947988"/>
              <a:ext cx="68263" cy="38100"/>
            </a:xfrm>
            <a:custGeom>
              <a:avLst/>
              <a:gdLst>
                <a:gd name="T0" fmla="*/ 18 w 18"/>
                <a:gd name="T1" fmla="*/ 10 h 10"/>
                <a:gd name="T2" fmla="*/ 16 w 18"/>
                <a:gd name="T3" fmla="*/ 0 h 10"/>
                <a:gd name="T4" fmla="*/ 2 w 18"/>
                <a:gd name="T5" fmla="*/ 0 h 10"/>
                <a:gd name="T6" fmla="*/ 0 w 18"/>
                <a:gd name="T7" fmla="*/ 10 h 10"/>
                <a:gd name="T8" fmla="*/ 18 w 18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7"/>
                    <a:pt x="18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7"/>
                    <a:pt x="0" y="10"/>
                  </a:cubicBez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8" name="Freeform 202">
              <a:extLst>
                <a:ext uri="{FF2B5EF4-FFF2-40B4-BE49-F238E27FC236}">
                  <a16:creationId xmlns:a16="http://schemas.microsoft.com/office/drawing/2014/main" id="{C102007C-BD28-4985-8683-43D0D659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2947988"/>
              <a:ext cx="60325" cy="38100"/>
            </a:xfrm>
            <a:custGeom>
              <a:avLst/>
              <a:gdLst>
                <a:gd name="T0" fmla="*/ 0 w 16"/>
                <a:gd name="T1" fmla="*/ 10 h 10"/>
                <a:gd name="T2" fmla="*/ 15 w 16"/>
                <a:gd name="T3" fmla="*/ 10 h 10"/>
                <a:gd name="T4" fmla="*/ 16 w 16"/>
                <a:gd name="T5" fmla="*/ 0 h 10"/>
                <a:gd name="T6" fmla="*/ 2 w 16"/>
                <a:gd name="T7" fmla="*/ 0 h 10"/>
                <a:gd name="T8" fmla="*/ 0 w 16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10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15" y="7"/>
                    <a:pt x="15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0" y="6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9" name="Freeform 203">
              <a:extLst>
                <a:ext uri="{FF2B5EF4-FFF2-40B4-BE49-F238E27FC236}">
                  <a16:creationId xmlns:a16="http://schemas.microsoft.com/office/drawing/2014/main" id="{E166B4C8-E544-4478-A5E3-28B50F807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1100" y="2901951"/>
              <a:ext cx="46038" cy="30163"/>
            </a:xfrm>
            <a:custGeom>
              <a:avLst/>
              <a:gdLst>
                <a:gd name="T0" fmla="*/ 12 w 12"/>
                <a:gd name="T1" fmla="*/ 8 h 8"/>
                <a:gd name="T2" fmla="*/ 6 w 12"/>
                <a:gd name="T3" fmla="*/ 0 h 8"/>
                <a:gd name="T4" fmla="*/ 0 w 12"/>
                <a:gd name="T5" fmla="*/ 8 h 8"/>
                <a:gd name="T6" fmla="*/ 12 w 12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8">
                  <a:moveTo>
                    <a:pt x="12" y="8"/>
                  </a:moveTo>
                  <a:cubicBezTo>
                    <a:pt x="10" y="5"/>
                    <a:pt x="8" y="2"/>
                    <a:pt x="6" y="0"/>
                  </a:cubicBezTo>
                  <a:cubicBezTo>
                    <a:pt x="4" y="2"/>
                    <a:pt x="2" y="5"/>
                    <a:pt x="0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0" name="Freeform 204">
              <a:extLst>
                <a:ext uri="{FF2B5EF4-FFF2-40B4-BE49-F238E27FC236}">
                  <a16:creationId xmlns:a16="http://schemas.microsoft.com/office/drawing/2014/main" id="{9E75986F-B909-4C66-AA43-1116B1B80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3000376"/>
              <a:ext cx="68263" cy="38100"/>
            </a:xfrm>
            <a:custGeom>
              <a:avLst/>
              <a:gdLst>
                <a:gd name="T0" fmla="*/ 0 w 18"/>
                <a:gd name="T1" fmla="*/ 0 h 10"/>
                <a:gd name="T2" fmla="*/ 2 w 18"/>
                <a:gd name="T3" fmla="*/ 10 h 10"/>
                <a:gd name="T4" fmla="*/ 16 w 18"/>
                <a:gd name="T5" fmla="*/ 10 h 10"/>
                <a:gd name="T6" fmla="*/ 18 w 18"/>
                <a:gd name="T7" fmla="*/ 0 h 10"/>
                <a:gd name="T8" fmla="*/ 0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0" y="0"/>
                  </a:moveTo>
                  <a:cubicBezTo>
                    <a:pt x="0" y="3"/>
                    <a:pt x="1" y="7"/>
                    <a:pt x="2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7"/>
                    <a:pt x="18" y="3"/>
                    <a:pt x="1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1" name="Freeform 206">
              <a:extLst>
                <a:ext uri="{FF2B5EF4-FFF2-40B4-BE49-F238E27FC236}">
                  <a16:creationId xmlns:a16="http://schemas.microsoft.com/office/drawing/2014/main" id="{F45AA89E-60E9-4971-AEF1-FC63BF9B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3000376"/>
              <a:ext cx="65088" cy="38100"/>
            </a:xfrm>
            <a:custGeom>
              <a:avLst/>
              <a:gdLst>
                <a:gd name="T0" fmla="*/ 15 w 17"/>
                <a:gd name="T1" fmla="*/ 0 h 10"/>
                <a:gd name="T2" fmla="*/ 0 w 17"/>
                <a:gd name="T3" fmla="*/ 0 h 10"/>
                <a:gd name="T4" fmla="*/ 3 w 17"/>
                <a:gd name="T5" fmla="*/ 10 h 10"/>
                <a:gd name="T6" fmla="*/ 17 w 17"/>
                <a:gd name="T7" fmla="*/ 10 h 10"/>
                <a:gd name="T8" fmla="*/ 15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7"/>
                    <a:pt x="3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7"/>
                    <a:pt x="15" y="3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2" name="Freeform 207">
              <a:extLst>
                <a:ext uri="{FF2B5EF4-FFF2-40B4-BE49-F238E27FC236}">
                  <a16:creationId xmlns:a16="http://schemas.microsoft.com/office/drawing/2014/main" id="{A6B51F4B-CAC8-4F50-B3D3-E3ACF3056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3052763"/>
              <a:ext cx="79375" cy="46038"/>
            </a:xfrm>
            <a:custGeom>
              <a:avLst/>
              <a:gdLst>
                <a:gd name="T0" fmla="*/ 21 w 21"/>
                <a:gd name="T1" fmla="*/ 12 h 12"/>
                <a:gd name="T2" fmla="*/ 20 w 21"/>
                <a:gd name="T3" fmla="*/ 11 h 12"/>
                <a:gd name="T4" fmla="*/ 14 w 21"/>
                <a:gd name="T5" fmla="*/ 0 h 12"/>
                <a:gd name="T6" fmla="*/ 0 w 21"/>
                <a:gd name="T7" fmla="*/ 0 h 12"/>
                <a:gd name="T8" fmla="*/ 2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21" y="12"/>
                  </a:moveTo>
                  <a:cubicBezTo>
                    <a:pt x="21" y="12"/>
                    <a:pt x="21" y="11"/>
                    <a:pt x="20" y="11"/>
                  </a:cubicBezTo>
                  <a:cubicBezTo>
                    <a:pt x="18" y="7"/>
                    <a:pt x="15" y="4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7"/>
                    <a:pt x="12" y="11"/>
                    <a:pt x="2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3" name="Freeform 208">
              <a:extLst>
                <a:ext uri="{FF2B5EF4-FFF2-40B4-BE49-F238E27FC236}">
                  <a16:creationId xmlns:a16="http://schemas.microsoft.com/office/drawing/2014/main" id="{08992CD2-550D-443F-8CEE-BF8F2CBA9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3052763"/>
              <a:ext cx="79375" cy="46038"/>
            </a:xfrm>
            <a:custGeom>
              <a:avLst/>
              <a:gdLst>
                <a:gd name="T0" fmla="*/ 7 w 21"/>
                <a:gd name="T1" fmla="*/ 0 h 12"/>
                <a:gd name="T2" fmla="*/ 1 w 21"/>
                <a:gd name="T3" fmla="*/ 11 h 12"/>
                <a:gd name="T4" fmla="*/ 0 w 21"/>
                <a:gd name="T5" fmla="*/ 12 h 12"/>
                <a:gd name="T6" fmla="*/ 0 w 21"/>
                <a:gd name="T7" fmla="*/ 12 h 12"/>
                <a:gd name="T8" fmla="*/ 21 w 21"/>
                <a:gd name="T9" fmla="*/ 0 h 12"/>
                <a:gd name="T10" fmla="*/ 7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7" y="0"/>
                  </a:moveTo>
                  <a:cubicBezTo>
                    <a:pt x="6" y="4"/>
                    <a:pt x="3" y="7"/>
                    <a:pt x="1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" y="11"/>
                    <a:pt x="16" y="7"/>
                    <a:pt x="21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4" name="Freeform 209">
              <a:extLst>
                <a:ext uri="{FF2B5EF4-FFF2-40B4-BE49-F238E27FC236}">
                  <a16:creationId xmlns:a16="http://schemas.microsoft.com/office/drawing/2014/main" id="{9E81E934-DEE1-48CF-B3C7-FAE412718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2887663"/>
              <a:ext cx="79375" cy="44450"/>
            </a:xfrm>
            <a:custGeom>
              <a:avLst/>
              <a:gdLst>
                <a:gd name="T0" fmla="*/ 13 w 21"/>
                <a:gd name="T1" fmla="*/ 12 h 12"/>
                <a:gd name="T2" fmla="*/ 20 w 21"/>
                <a:gd name="T3" fmla="*/ 1 h 12"/>
                <a:gd name="T4" fmla="*/ 21 w 21"/>
                <a:gd name="T5" fmla="*/ 0 h 12"/>
                <a:gd name="T6" fmla="*/ 21 w 21"/>
                <a:gd name="T7" fmla="*/ 0 h 12"/>
                <a:gd name="T8" fmla="*/ 0 w 21"/>
                <a:gd name="T9" fmla="*/ 12 h 12"/>
                <a:gd name="T10" fmla="*/ 13 w 21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13" y="12"/>
                  </a:moveTo>
                  <a:cubicBezTo>
                    <a:pt x="15" y="8"/>
                    <a:pt x="17" y="4"/>
                    <a:pt x="20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2" y="1"/>
                    <a:pt x="4" y="5"/>
                    <a:pt x="0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5" name="Freeform 210">
              <a:extLst>
                <a:ext uri="{FF2B5EF4-FFF2-40B4-BE49-F238E27FC236}">
                  <a16:creationId xmlns:a16="http://schemas.microsoft.com/office/drawing/2014/main" id="{BD0ADFF5-BD6F-4578-99EE-A574C1900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2887663"/>
              <a:ext cx="79375" cy="44450"/>
            </a:xfrm>
            <a:custGeom>
              <a:avLst/>
              <a:gdLst>
                <a:gd name="T0" fmla="*/ 0 w 21"/>
                <a:gd name="T1" fmla="*/ 0 h 12"/>
                <a:gd name="T2" fmla="*/ 1 w 21"/>
                <a:gd name="T3" fmla="*/ 1 h 12"/>
                <a:gd name="T4" fmla="*/ 8 w 21"/>
                <a:gd name="T5" fmla="*/ 12 h 12"/>
                <a:gd name="T6" fmla="*/ 21 w 21"/>
                <a:gd name="T7" fmla="*/ 12 h 12"/>
                <a:gd name="T8" fmla="*/ 0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0" y="0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4" y="4"/>
                    <a:pt x="6" y="8"/>
                    <a:pt x="8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6" y="5"/>
                    <a:pt x="9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6" name="Freeform 211">
              <a:extLst>
                <a:ext uri="{FF2B5EF4-FFF2-40B4-BE49-F238E27FC236}">
                  <a16:creationId xmlns:a16="http://schemas.microsoft.com/office/drawing/2014/main" id="{9B0C8AD7-4195-4F87-B724-F157A95C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363" y="2947988"/>
              <a:ext cx="60325" cy="38100"/>
            </a:xfrm>
            <a:custGeom>
              <a:avLst/>
              <a:gdLst>
                <a:gd name="T0" fmla="*/ 0 w 16"/>
                <a:gd name="T1" fmla="*/ 0 h 10"/>
                <a:gd name="T2" fmla="*/ 1 w 16"/>
                <a:gd name="T3" fmla="*/ 10 h 10"/>
                <a:gd name="T4" fmla="*/ 16 w 16"/>
                <a:gd name="T5" fmla="*/ 10 h 10"/>
                <a:gd name="T6" fmla="*/ 13 w 16"/>
                <a:gd name="T7" fmla="*/ 0 h 10"/>
                <a:gd name="T8" fmla="*/ 0 w 16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1" y="3"/>
                    <a:pt x="1" y="7"/>
                    <a:pt x="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6"/>
                    <a:pt x="15" y="3"/>
                    <a:pt x="13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7" name="Freeform 212">
              <a:extLst>
                <a:ext uri="{FF2B5EF4-FFF2-40B4-BE49-F238E27FC236}">
                  <a16:creationId xmlns:a16="http://schemas.microsoft.com/office/drawing/2014/main" id="{7AB6C314-87CA-4B2F-B2F6-4651DFE55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188" y="3000376"/>
              <a:ext cx="63500" cy="38100"/>
            </a:xfrm>
            <a:custGeom>
              <a:avLst/>
              <a:gdLst>
                <a:gd name="T0" fmla="*/ 17 w 17"/>
                <a:gd name="T1" fmla="*/ 0 h 10"/>
                <a:gd name="T2" fmla="*/ 2 w 17"/>
                <a:gd name="T3" fmla="*/ 0 h 10"/>
                <a:gd name="T4" fmla="*/ 0 w 17"/>
                <a:gd name="T5" fmla="*/ 10 h 10"/>
                <a:gd name="T6" fmla="*/ 14 w 17"/>
                <a:gd name="T7" fmla="*/ 10 h 10"/>
                <a:gd name="T8" fmla="*/ 17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7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1" y="7"/>
                    <a:pt x="0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6" y="7"/>
                    <a:pt x="17" y="4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18" name="Graphic 8">
            <a:extLst>
              <a:ext uri="{FF2B5EF4-FFF2-40B4-BE49-F238E27FC236}">
                <a16:creationId xmlns:a16="http://schemas.microsoft.com/office/drawing/2014/main" id="{CD6AD602-49E4-4557-B254-C8ED98F643EE}"/>
              </a:ext>
            </a:extLst>
          </p:cNvPr>
          <p:cNvSpPr/>
          <p:nvPr/>
        </p:nvSpPr>
        <p:spPr>
          <a:xfrm rot="5400000">
            <a:off x="636437" y="2098871"/>
            <a:ext cx="647632" cy="647632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19" name="Group 440">
            <a:extLst>
              <a:ext uri="{FF2B5EF4-FFF2-40B4-BE49-F238E27FC236}">
                <a16:creationId xmlns:a16="http://schemas.microsoft.com/office/drawing/2014/main" id="{4F87D05A-B9C8-4912-81BF-5A0B1E75C392}"/>
              </a:ext>
            </a:extLst>
          </p:cNvPr>
          <p:cNvGrpSpPr/>
          <p:nvPr/>
        </p:nvGrpSpPr>
        <p:grpSpPr>
          <a:xfrm>
            <a:off x="796452" y="2258886"/>
            <a:ext cx="327603" cy="327603"/>
            <a:chOff x="4833938" y="2887663"/>
            <a:chExt cx="360363" cy="360363"/>
          </a:xfrm>
          <a:solidFill>
            <a:schemeClr val="bg1"/>
          </a:solidFill>
        </p:grpSpPr>
        <p:sp>
          <p:nvSpPr>
            <p:cNvPr id="520" name="Freeform 199">
              <a:extLst>
                <a:ext uri="{FF2B5EF4-FFF2-40B4-BE49-F238E27FC236}">
                  <a16:creationId xmlns:a16="http://schemas.microsoft.com/office/drawing/2014/main" id="{EADC48D8-86A6-4856-872C-60F5ED960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938" y="3098801"/>
              <a:ext cx="360363" cy="149225"/>
            </a:xfrm>
            <a:custGeom>
              <a:avLst/>
              <a:gdLst>
                <a:gd name="T0" fmla="*/ 85 w 96"/>
                <a:gd name="T1" fmla="*/ 22 h 40"/>
                <a:gd name="T2" fmla="*/ 90 w 96"/>
                <a:gd name="T3" fmla="*/ 12 h 40"/>
                <a:gd name="T4" fmla="*/ 78 w 96"/>
                <a:gd name="T5" fmla="*/ 0 h 40"/>
                <a:gd name="T6" fmla="*/ 66 w 96"/>
                <a:gd name="T7" fmla="*/ 12 h 40"/>
                <a:gd name="T8" fmla="*/ 71 w 96"/>
                <a:gd name="T9" fmla="*/ 22 h 40"/>
                <a:gd name="T10" fmla="*/ 63 w 96"/>
                <a:gd name="T11" fmla="*/ 28 h 40"/>
                <a:gd name="T12" fmla="*/ 55 w 96"/>
                <a:gd name="T13" fmla="*/ 22 h 40"/>
                <a:gd name="T14" fmla="*/ 60 w 96"/>
                <a:gd name="T15" fmla="*/ 12 h 40"/>
                <a:gd name="T16" fmla="*/ 48 w 96"/>
                <a:gd name="T17" fmla="*/ 0 h 40"/>
                <a:gd name="T18" fmla="*/ 36 w 96"/>
                <a:gd name="T19" fmla="*/ 12 h 40"/>
                <a:gd name="T20" fmla="*/ 41 w 96"/>
                <a:gd name="T21" fmla="*/ 22 h 40"/>
                <a:gd name="T22" fmla="*/ 33 w 96"/>
                <a:gd name="T23" fmla="*/ 28 h 40"/>
                <a:gd name="T24" fmla="*/ 25 w 96"/>
                <a:gd name="T25" fmla="*/ 22 h 40"/>
                <a:gd name="T26" fmla="*/ 30 w 96"/>
                <a:gd name="T27" fmla="*/ 12 h 40"/>
                <a:gd name="T28" fmla="*/ 18 w 96"/>
                <a:gd name="T29" fmla="*/ 0 h 40"/>
                <a:gd name="T30" fmla="*/ 6 w 96"/>
                <a:gd name="T31" fmla="*/ 12 h 40"/>
                <a:gd name="T32" fmla="*/ 11 w 96"/>
                <a:gd name="T33" fmla="*/ 22 h 40"/>
                <a:gd name="T34" fmla="*/ 0 w 96"/>
                <a:gd name="T35" fmla="*/ 38 h 40"/>
                <a:gd name="T36" fmla="*/ 2 w 96"/>
                <a:gd name="T37" fmla="*/ 40 h 40"/>
                <a:gd name="T38" fmla="*/ 94 w 96"/>
                <a:gd name="T39" fmla="*/ 40 h 40"/>
                <a:gd name="T40" fmla="*/ 96 w 96"/>
                <a:gd name="T41" fmla="*/ 38 h 40"/>
                <a:gd name="T42" fmla="*/ 85 w 96"/>
                <a:gd name="T43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40">
                  <a:moveTo>
                    <a:pt x="85" y="22"/>
                  </a:moveTo>
                  <a:cubicBezTo>
                    <a:pt x="88" y="19"/>
                    <a:pt x="90" y="16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71" y="0"/>
                    <a:pt x="66" y="5"/>
                    <a:pt x="66" y="12"/>
                  </a:cubicBezTo>
                  <a:cubicBezTo>
                    <a:pt x="66" y="16"/>
                    <a:pt x="68" y="19"/>
                    <a:pt x="71" y="22"/>
                  </a:cubicBezTo>
                  <a:cubicBezTo>
                    <a:pt x="68" y="23"/>
                    <a:pt x="65" y="25"/>
                    <a:pt x="63" y="28"/>
                  </a:cubicBezTo>
                  <a:cubicBezTo>
                    <a:pt x="61" y="25"/>
                    <a:pt x="58" y="23"/>
                    <a:pt x="55" y="22"/>
                  </a:cubicBezTo>
                  <a:cubicBezTo>
                    <a:pt x="58" y="19"/>
                    <a:pt x="60" y="16"/>
                    <a:pt x="60" y="12"/>
                  </a:cubicBezTo>
                  <a:cubicBezTo>
                    <a:pt x="60" y="5"/>
                    <a:pt x="55" y="0"/>
                    <a:pt x="48" y="0"/>
                  </a:cubicBezTo>
                  <a:cubicBezTo>
                    <a:pt x="41" y="0"/>
                    <a:pt x="36" y="5"/>
                    <a:pt x="36" y="12"/>
                  </a:cubicBezTo>
                  <a:cubicBezTo>
                    <a:pt x="36" y="16"/>
                    <a:pt x="38" y="19"/>
                    <a:pt x="41" y="22"/>
                  </a:cubicBezTo>
                  <a:cubicBezTo>
                    <a:pt x="38" y="23"/>
                    <a:pt x="35" y="25"/>
                    <a:pt x="33" y="28"/>
                  </a:cubicBezTo>
                  <a:cubicBezTo>
                    <a:pt x="31" y="25"/>
                    <a:pt x="28" y="23"/>
                    <a:pt x="25" y="22"/>
                  </a:cubicBezTo>
                  <a:cubicBezTo>
                    <a:pt x="28" y="19"/>
                    <a:pt x="30" y="16"/>
                    <a:pt x="30" y="12"/>
                  </a:cubicBezTo>
                  <a:cubicBezTo>
                    <a:pt x="30" y="5"/>
                    <a:pt x="25" y="0"/>
                    <a:pt x="18" y="0"/>
                  </a:cubicBezTo>
                  <a:cubicBezTo>
                    <a:pt x="11" y="0"/>
                    <a:pt x="6" y="5"/>
                    <a:pt x="6" y="12"/>
                  </a:cubicBezTo>
                  <a:cubicBezTo>
                    <a:pt x="6" y="16"/>
                    <a:pt x="8" y="19"/>
                    <a:pt x="11" y="22"/>
                  </a:cubicBezTo>
                  <a:cubicBezTo>
                    <a:pt x="5" y="25"/>
                    <a:pt x="0" y="31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6" y="39"/>
                    <a:pt x="96" y="38"/>
                  </a:cubicBezTo>
                  <a:cubicBezTo>
                    <a:pt x="96" y="31"/>
                    <a:pt x="91" y="25"/>
                    <a:pt x="8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1" name="Freeform 200">
              <a:extLst>
                <a:ext uri="{FF2B5EF4-FFF2-40B4-BE49-F238E27FC236}">
                  <a16:creationId xmlns:a16="http://schemas.microsoft.com/office/drawing/2014/main" id="{A86F989A-49BE-4CB9-8F9F-466A19F2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863" y="3052763"/>
              <a:ext cx="36513" cy="30163"/>
            </a:xfrm>
            <a:custGeom>
              <a:avLst/>
              <a:gdLst>
                <a:gd name="T0" fmla="*/ 0 w 10"/>
                <a:gd name="T1" fmla="*/ 0 h 8"/>
                <a:gd name="T2" fmla="*/ 5 w 10"/>
                <a:gd name="T3" fmla="*/ 8 h 8"/>
                <a:gd name="T4" fmla="*/ 10 w 10"/>
                <a:gd name="T5" fmla="*/ 0 h 8"/>
                <a:gd name="T6" fmla="*/ 0 w 10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cubicBezTo>
                    <a:pt x="1" y="3"/>
                    <a:pt x="3" y="5"/>
                    <a:pt x="5" y="8"/>
                  </a:cubicBezTo>
                  <a:cubicBezTo>
                    <a:pt x="7" y="5"/>
                    <a:pt x="9" y="3"/>
                    <a:pt x="1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2" name="Freeform 201">
              <a:extLst>
                <a:ext uri="{FF2B5EF4-FFF2-40B4-BE49-F238E27FC236}">
                  <a16:creationId xmlns:a16="http://schemas.microsoft.com/office/drawing/2014/main" id="{ED8912AA-F90B-4B6B-98B0-05017314C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2947988"/>
              <a:ext cx="68263" cy="38100"/>
            </a:xfrm>
            <a:custGeom>
              <a:avLst/>
              <a:gdLst>
                <a:gd name="T0" fmla="*/ 18 w 18"/>
                <a:gd name="T1" fmla="*/ 10 h 10"/>
                <a:gd name="T2" fmla="*/ 16 w 18"/>
                <a:gd name="T3" fmla="*/ 0 h 10"/>
                <a:gd name="T4" fmla="*/ 2 w 18"/>
                <a:gd name="T5" fmla="*/ 0 h 10"/>
                <a:gd name="T6" fmla="*/ 0 w 18"/>
                <a:gd name="T7" fmla="*/ 10 h 10"/>
                <a:gd name="T8" fmla="*/ 18 w 18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7"/>
                    <a:pt x="18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7"/>
                    <a:pt x="0" y="10"/>
                  </a:cubicBez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3" name="Freeform 202">
              <a:extLst>
                <a:ext uri="{FF2B5EF4-FFF2-40B4-BE49-F238E27FC236}">
                  <a16:creationId xmlns:a16="http://schemas.microsoft.com/office/drawing/2014/main" id="{0F44AF3A-6DF7-462C-8AB3-645F162D2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2947988"/>
              <a:ext cx="60325" cy="38100"/>
            </a:xfrm>
            <a:custGeom>
              <a:avLst/>
              <a:gdLst>
                <a:gd name="T0" fmla="*/ 0 w 16"/>
                <a:gd name="T1" fmla="*/ 10 h 10"/>
                <a:gd name="T2" fmla="*/ 15 w 16"/>
                <a:gd name="T3" fmla="*/ 10 h 10"/>
                <a:gd name="T4" fmla="*/ 16 w 16"/>
                <a:gd name="T5" fmla="*/ 0 h 10"/>
                <a:gd name="T6" fmla="*/ 2 w 16"/>
                <a:gd name="T7" fmla="*/ 0 h 10"/>
                <a:gd name="T8" fmla="*/ 0 w 16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10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15" y="7"/>
                    <a:pt x="15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0" y="6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4" name="Freeform 203">
              <a:extLst>
                <a:ext uri="{FF2B5EF4-FFF2-40B4-BE49-F238E27FC236}">
                  <a16:creationId xmlns:a16="http://schemas.microsoft.com/office/drawing/2014/main" id="{3A6A04E7-D3A5-4B1F-AA88-D7CDA5683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1100" y="2901951"/>
              <a:ext cx="46038" cy="30163"/>
            </a:xfrm>
            <a:custGeom>
              <a:avLst/>
              <a:gdLst>
                <a:gd name="T0" fmla="*/ 12 w 12"/>
                <a:gd name="T1" fmla="*/ 8 h 8"/>
                <a:gd name="T2" fmla="*/ 6 w 12"/>
                <a:gd name="T3" fmla="*/ 0 h 8"/>
                <a:gd name="T4" fmla="*/ 0 w 12"/>
                <a:gd name="T5" fmla="*/ 8 h 8"/>
                <a:gd name="T6" fmla="*/ 12 w 12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8">
                  <a:moveTo>
                    <a:pt x="12" y="8"/>
                  </a:moveTo>
                  <a:cubicBezTo>
                    <a:pt x="10" y="5"/>
                    <a:pt x="8" y="2"/>
                    <a:pt x="6" y="0"/>
                  </a:cubicBezTo>
                  <a:cubicBezTo>
                    <a:pt x="4" y="2"/>
                    <a:pt x="2" y="5"/>
                    <a:pt x="0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5" name="Freeform 204">
              <a:extLst>
                <a:ext uri="{FF2B5EF4-FFF2-40B4-BE49-F238E27FC236}">
                  <a16:creationId xmlns:a16="http://schemas.microsoft.com/office/drawing/2014/main" id="{631642BA-B246-4F92-B207-FC1EF8D5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3000376"/>
              <a:ext cx="68263" cy="38100"/>
            </a:xfrm>
            <a:custGeom>
              <a:avLst/>
              <a:gdLst>
                <a:gd name="T0" fmla="*/ 0 w 18"/>
                <a:gd name="T1" fmla="*/ 0 h 10"/>
                <a:gd name="T2" fmla="*/ 2 w 18"/>
                <a:gd name="T3" fmla="*/ 10 h 10"/>
                <a:gd name="T4" fmla="*/ 16 w 18"/>
                <a:gd name="T5" fmla="*/ 10 h 10"/>
                <a:gd name="T6" fmla="*/ 18 w 18"/>
                <a:gd name="T7" fmla="*/ 0 h 10"/>
                <a:gd name="T8" fmla="*/ 0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0" y="0"/>
                  </a:moveTo>
                  <a:cubicBezTo>
                    <a:pt x="0" y="3"/>
                    <a:pt x="1" y="7"/>
                    <a:pt x="2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7"/>
                    <a:pt x="18" y="3"/>
                    <a:pt x="1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6" name="Freeform 206">
              <a:extLst>
                <a:ext uri="{FF2B5EF4-FFF2-40B4-BE49-F238E27FC236}">
                  <a16:creationId xmlns:a16="http://schemas.microsoft.com/office/drawing/2014/main" id="{CC0F91BD-C55F-44C8-8573-21DD66814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3000376"/>
              <a:ext cx="65088" cy="38100"/>
            </a:xfrm>
            <a:custGeom>
              <a:avLst/>
              <a:gdLst>
                <a:gd name="T0" fmla="*/ 15 w 17"/>
                <a:gd name="T1" fmla="*/ 0 h 10"/>
                <a:gd name="T2" fmla="*/ 0 w 17"/>
                <a:gd name="T3" fmla="*/ 0 h 10"/>
                <a:gd name="T4" fmla="*/ 3 w 17"/>
                <a:gd name="T5" fmla="*/ 10 h 10"/>
                <a:gd name="T6" fmla="*/ 17 w 17"/>
                <a:gd name="T7" fmla="*/ 10 h 10"/>
                <a:gd name="T8" fmla="*/ 15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7"/>
                    <a:pt x="3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7"/>
                    <a:pt x="15" y="3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7" name="Freeform 207">
              <a:extLst>
                <a:ext uri="{FF2B5EF4-FFF2-40B4-BE49-F238E27FC236}">
                  <a16:creationId xmlns:a16="http://schemas.microsoft.com/office/drawing/2014/main" id="{02CFE1BB-A45A-4455-A076-C397DC46D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3052763"/>
              <a:ext cx="79375" cy="46038"/>
            </a:xfrm>
            <a:custGeom>
              <a:avLst/>
              <a:gdLst>
                <a:gd name="T0" fmla="*/ 21 w 21"/>
                <a:gd name="T1" fmla="*/ 12 h 12"/>
                <a:gd name="T2" fmla="*/ 20 w 21"/>
                <a:gd name="T3" fmla="*/ 11 h 12"/>
                <a:gd name="T4" fmla="*/ 14 w 21"/>
                <a:gd name="T5" fmla="*/ 0 h 12"/>
                <a:gd name="T6" fmla="*/ 0 w 21"/>
                <a:gd name="T7" fmla="*/ 0 h 12"/>
                <a:gd name="T8" fmla="*/ 2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21" y="12"/>
                  </a:moveTo>
                  <a:cubicBezTo>
                    <a:pt x="21" y="12"/>
                    <a:pt x="21" y="11"/>
                    <a:pt x="20" y="11"/>
                  </a:cubicBezTo>
                  <a:cubicBezTo>
                    <a:pt x="18" y="7"/>
                    <a:pt x="15" y="4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7"/>
                    <a:pt x="12" y="11"/>
                    <a:pt x="2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8" name="Freeform 208">
              <a:extLst>
                <a:ext uri="{FF2B5EF4-FFF2-40B4-BE49-F238E27FC236}">
                  <a16:creationId xmlns:a16="http://schemas.microsoft.com/office/drawing/2014/main" id="{1BFC9141-309A-4C13-81D9-CD16D0098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3052763"/>
              <a:ext cx="79375" cy="46038"/>
            </a:xfrm>
            <a:custGeom>
              <a:avLst/>
              <a:gdLst>
                <a:gd name="T0" fmla="*/ 7 w 21"/>
                <a:gd name="T1" fmla="*/ 0 h 12"/>
                <a:gd name="T2" fmla="*/ 1 w 21"/>
                <a:gd name="T3" fmla="*/ 11 h 12"/>
                <a:gd name="T4" fmla="*/ 0 w 21"/>
                <a:gd name="T5" fmla="*/ 12 h 12"/>
                <a:gd name="T6" fmla="*/ 0 w 21"/>
                <a:gd name="T7" fmla="*/ 12 h 12"/>
                <a:gd name="T8" fmla="*/ 21 w 21"/>
                <a:gd name="T9" fmla="*/ 0 h 12"/>
                <a:gd name="T10" fmla="*/ 7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7" y="0"/>
                  </a:moveTo>
                  <a:cubicBezTo>
                    <a:pt x="6" y="4"/>
                    <a:pt x="3" y="7"/>
                    <a:pt x="1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" y="11"/>
                    <a:pt x="16" y="7"/>
                    <a:pt x="21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9" name="Freeform 209">
              <a:extLst>
                <a:ext uri="{FF2B5EF4-FFF2-40B4-BE49-F238E27FC236}">
                  <a16:creationId xmlns:a16="http://schemas.microsoft.com/office/drawing/2014/main" id="{314BAF07-0496-4CD6-9DC3-7EB9C6E7E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2887663"/>
              <a:ext cx="79375" cy="44450"/>
            </a:xfrm>
            <a:custGeom>
              <a:avLst/>
              <a:gdLst>
                <a:gd name="T0" fmla="*/ 13 w 21"/>
                <a:gd name="T1" fmla="*/ 12 h 12"/>
                <a:gd name="T2" fmla="*/ 20 w 21"/>
                <a:gd name="T3" fmla="*/ 1 h 12"/>
                <a:gd name="T4" fmla="*/ 21 w 21"/>
                <a:gd name="T5" fmla="*/ 0 h 12"/>
                <a:gd name="T6" fmla="*/ 21 w 21"/>
                <a:gd name="T7" fmla="*/ 0 h 12"/>
                <a:gd name="T8" fmla="*/ 0 w 21"/>
                <a:gd name="T9" fmla="*/ 12 h 12"/>
                <a:gd name="T10" fmla="*/ 13 w 21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13" y="12"/>
                  </a:moveTo>
                  <a:cubicBezTo>
                    <a:pt x="15" y="8"/>
                    <a:pt x="17" y="4"/>
                    <a:pt x="20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2" y="1"/>
                    <a:pt x="4" y="5"/>
                    <a:pt x="0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0" name="Freeform 210">
              <a:extLst>
                <a:ext uri="{FF2B5EF4-FFF2-40B4-BE49-F238E27FC236}">
                  <a16:creationId xmlns:a16="http://schemas.microsoft.com/office/drawing/2014/main" id="{0A8E4569-A034-4CAE-971D-80C060C3E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2887663"/>
              <a:ext cx="79375" cy="44450"/>
            </a:xfrm>
            <a:custGeom>
              <a:avLst/>
              <a:gdLst>
                <a:gd name="T0" fmla="*/ 0 w 21"/>
                <a:gd name="T1" fmla="*/ 0 h 12"/>
                <a:gd name="T2" fmla="*/ 1 w 21"/>
                <a:gd name="T3" fmla="*/ 1 h 12"/>
                <a:gd name="T4" fmla="*/ 8 w 21"/>
                <a:gd name="T5" fmla="*/ 12 h 12"/>
                <a:gd name="T6" fmla="*/ 21 w 21"/>
                <a:gd name="T7" fmla="*/ 12 h 12"/>
                <a:gd name="T8" fmla="*/ 0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0" y="0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4" y="4"/>
                    <a:pt x="6" y="8"/>
                    <a:pt x="8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6" y="5"/>
                    <a:pt x="9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1" name="Freeform 211">
              <a:extLst>
                <a:ext uri="{FF2B5EF4-FFF2-40B4-BE49-F238E27FC236}">
                  <a16:creationId xmlns:a16="http://schemas.microsoft.com/office/drawing/2014/main" id="{74C83145-52C0-4772-AB68-A31EE2DD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363" y="2947988"/>
              <a:ext cx="60325" cy="38100"/>
            </a:xfrm>
            <a:custGeom>
              <a:avLst/>
              <a:gdLst>
                <a:gd name="T0" fmla="*/ 0 w 16"/>
                <a:gd name="T1" fmla="*/ 0 h 10"/>
                <a:gd name="T2" fmla="*/ 1 w 16"/>
                <a:gd name="T3" fmla="*/ 10 h 10"/>
                <a:gd name="T4" fmla="*/ 16 w 16"/>
                <a:gd name="T5" fmla="*/ 10 h 10"/>
                <a:gd name="T6" fmla="*/ 13 w 16"/>
                <a:gd name="T7" fmla="*/ 0 h 10"/>
                <a:gd name="T8" fmla="*/ 0 w 16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1" y="3"/>
                    <a:pt x="1" y="7"/>
                    <a:pt x="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6"/>
                    <a:pt x="15" y="3"/>
                    <a:pt x="13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2" name="Freeform 212">
              <a:extLst>
                <a:ext uri="{FF2B5EF4-FFF2-40B4-BE49-F238E27FC236}">
                  <a16:creationId xmlns:a16="http://schemas.microsoft.com/office/drawing/2014/main" id="{9ABBD2E8-3A56-4C42-BAD7-763609005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188" y="3000376"/>
              <a:ext cx="63500" cy="38100"/>
            </a:xfrm>
            <a:custGeom>
              <a:avLst/>
              <a:gdLst>
                <a:gd name="T0" fmla="*/ 17 w 17"/>
                <a:gd name="T1" fmla="*/ 0 h 10"/>
                <a:gd name="T2" fmla="*/ 2 w 17"/>
                <a:gd name="T3" fmla="*/ 0 h 10"/>
                <a:gd name="T4" fmla="*/ 0 w 17"/>
                <a:gd name="T5" fmla="*/ 10 h 10"/>
                <a:gd name="T6" fmla="*/ 14 w 17"/>
                <a:gd name="T7" fmla="*/ 10 h 10"/>
                <a:gd name="T8" fmla="*/ 17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7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1" y="7"/>
                    <a:pt x="0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6" y="7"/>
                    <a:pt x="17" y="4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33" name="Graphic 8">
            <a:extLst>
              <a:ext uri="{FF2B5EF4-FFF2-40B4-BE49-F238E27FC236}">
                <a16:creationId xmlns:a16="http://schemas.microsoft.com/office/drawing/2014/main" id="{112AD1F0-95F2-460D-A4E1-AB5B50E6EC01}"/>
              </a:ext>
            </a:extLst>
          </p:cNvPr>
          <p:cNvSpPr/>
          <p:nvPr/>
        </p:nvSpPr>
        <p:spPr>
          <a:xfrm rot="5400000">
            <a:off x="641629" y="4881559"/>
            <a:ext cx="647632" cy="647632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34" name="Group 440">
            <a:extLst>
              <a:ext uri="{FF2B5EF4-FFF2-40B4-BE49-F238E27FC236}">
                <a16:creationId xmlns:a16="http://schemas.microsoft.com/office/drawing/2014/main" id="{2D5F0992-B034-4A04-9C0F-96509240A8BE}"/>
              </a:ext>
            </a:extLst>
          </p:cNvPr>
          <p:cNvGrpSpPr/>
          <p:nvPr/>
        </p:nvGrpSpPr>
        <p:grpSpPr>
          <a:xfrm>
            <a:off x="801644" y="5041574"/>
            <a:ext cx="327603" cy="327603"/>
            <a:chOff x="4833938" y="2887663"/>
            <a:chExt cx="360363" cy="360363"/>
          </a:xfrm>
          <a:solidFill>
            <a:schemeClr val="bg1"/>
          </a:solidFill>
        </p:grpSpPr>
        <p:sp>
          <p:nvSpPr>
            <p:cNvPr id="535" name="Freeform 199">
              <a:extLst>
                <a:ext uri="{FF2B5EF4-FFF2-40B4-BE49-F238E27FC236}">
                  <a16:creationId xmlns:a16="http://schemas.microsoft.com/office/drawing/2014/main" id="{86EFA478-2C98-493E-8DEF-D0CD9924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938" y="3098801"/>
              <a:ext cx="360363" cy="149225"/>
            </a:xfrm>
            <a:custGeom>
              <a:avLst/>
              <a:gdLst>
                <a:gd name="T0" fmla="*/ 85 w 96"/>
                <a:gd name="T1" fmla="*/ 22 h 40"/>
                <a:gd name="T2" fmla="*/ 90 w 96"/>
                <a:gd name="T3" fmla="*/ 12 h 40"/>
                <a:gd name="T4" fmla="*/ 78 w 96"/>
                <a:gd name="T5" fmla="*/ 0 h 40"/>
                <a:gd name="T6" fmla="*/ 66 w 96"/>
                <a:gd name="T7" fmla="*/ 12 h 40"/>
                <a:gd name="T8" fmla="*/ 71 w 96"/>
                <a:gd name="T9" fmla="*/ 22 h 40"/>
                <a:gd name="T10" fmla="*/ 63 w 96"/>
                <a:gd name="T11" fmla="*/ 28 h 40"/>
                <a:gd name="T12" fmla="*/ 55 w 96"/>
                <a:gd name="T13" fmla="*/ 22 h 40"/>
                <a:gd name="T14" fmla="*/ 60 w 96"/>
                <a:gd name="T15" fmla="*/ 12 h 40"/>
                <a:gd name="T16" fmla="*/ 48 w 96"/>
                <a:gd name="T17" fmla="*/ 0 h 40"/>
                <a:gd name="T18" fmla="*/ 36 w 96"/>
                <a:gd name="T19" fmla="*/ 12 h 40"/>
                <a:gd name="T20" fmla="*/ 41 w 96"/>
                <a:gd name="T21" fmla="*/ 22 h 40"/>
                <a:gd name="T22" fmla="*/ 33 w 96"/>
                <a:gd name="T23" fmla="*/ 28 h 40"/>
                <a:gd name="T24" fmla="*/ 25 w 96"/>
                <a:gd name="T25" fmla="*/ 22 h 40"/>
                <a:gd name="T26" fmla="*/ 30 w 96"/>
                <a:gd name="T27" fmla="*/ 12 h 40"/>
                <a:gd name="T28" fmla="*/ 18 w 96"/>
                <a:gd name="T29" fmla="*/ 0 h 40"/>
                <a:gd name="T30" fmla="*/ 6 w 96"/>
                <a:gd name="T31" fmla="*/ 12 h 40"/>
                <a:gd name="T32" fmla="*/ 11 w 96"/>
                <a:gd name="T33" fmla="*/ 22 h 40"/>
                <a:gd name="T34" fmla="*/ 0 w 96"/>
                <a:gd name="T35" fmla="*/ 38 h 40"/>
                <a:gd name="T36" fmla="*/ 2 w 96"/>
                <a:gd name="T37" fmla="*/ 40 h 40"/>
                <a:gd name="T38" fmla="*/ 94 w 96"/>
                <a:gd name="T39" fmla="*/ 40 h 40"/>
                <a:gd name="T40" fmla="*/ 96 w 96"/>
                <a:gd name="T41" fmla="*/ 38 h 40"/>
                <a:gd name="T42" fmla="*/ 85 w 96"/>
                <a:gd name="T43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40">
                  <a:moveTo>
                    <a:pt x="85" y="22"/>
                  </a:moveTo>
                  <a:cubicBezTo>
                    <a:pt x="88" y="19"/>
                    <a:pt x="90" y="16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71" y="0"/>
                    <a:pt x="66" y="5"/>
                    <a:pt x="66" y="12"/>
                  </a:cubicBezTo>
                  <a:cubicBezTo>
                    <a:pt x="66" y="16"/>
                    <a:pt x="68" y="19"/>
                    <a:pt x="71" y="22"/>
                  </a:cubicBezTo>
                  <a:cubicBezTo>
                    <a:pt x="68" y="23"/>
                    <a:pt x="65" y="25"/>
                    <a:pt x="63" y="28"/>
                  </a:cubicBezTo>
                  <a:cubicBezTo>
                    <a:pt x="61" y="25"/>
                    <a:pt x="58" y="23"/>
                    <a:pt x="55" y="22"/>
                  </a:cubicBezTo>
                  <a:cubicBezTo>
                    <a:pt x="58" y="19"/>
                    <a:pt x="60" y="16"/>
                    <a:pt x="60" y="12"/>
                  </a:cubicBezTo>
                  <a:cubicBezTo>
                    <a:pt x="60" y="5"/>
                    <a:pt x="55" y="0"/>
                    <a:pt x="48" y="0"/>
                  </a:cubicBezTo>
                  <a:cubicBezTo>
                    <a:pt x="41" y="0"/>
                    <a:pt x="36" y="5"/>
                    <a:pt x="36" y="12"/>
                  </a:cubicBezTo>
                  <a:cubicBezTo>
                    <a:pt x="36" y="16"/>
                    <a:pt x="38" y="19"/>
                    <a:pt x="41" y="22"/>
                  </a:cubicBezTo>
                  <a:cubicBezTo>
                    <a:pt x="38" y="23"/>
                    <a:pt x="35" y="25"/>
                    <a:pt x="33" y="28"/>
                  </a:cubicBezTo>
                  <a:cubicBezTo>
                    <a:pt x="31" y="25"/>
                    <a:pt x="28" y="23"/>
                    <a:pt x="25" y="22"/>
                  </a:cubicBezTo>
                  <a:cubicBezTo>
                    <a:pt x="28" y="19"/>
                    <a:pt x="30" y="16"/>
                    <a:pt x="30" y="12"/>
                  </a:cubicBezTo>
                  <a:cubicBezTo>
                    <a:pt x="30" y="5"/>
                    <a:pt x="25" y="0"/>
                    <a:pt x="18" y="0"/>
                  </a:cubicBezTo>
                  <a:cubicBezTo>
                    <a:pt x="11" y="0"/>
                    <a:pt x="6" y="5"/>
                    <a:pt x="6" y="12"/>
                  </a:cubicBezTo>
                  <a:cubicBezTo>
                    <a:pt x="6" y="16"/>
                    <a:pt x="8" y="19"/>
                    <a:pt x="11" y="22"/>
                  </a:cubicBezTo>
                  <a:cubicBezTo>
                    <a:pt x="5" y="25"/>
                    <a:pt x="0" y="31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6" y="39"/>
                    <a:pt x="96" y="38"/>
                  </a:cubicBezTo>
                  <a:cubicBezTo>
                    <a:pt x="96" y="31"/>
                    <a:pt x="91" y="25"/>
                    <a:pt x="8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6" name="Freeform 200">
              <a:extLst>
                <a:ext uri="{FF2B5EF4-FFF2-40B4-BE49-F238E27FC236}">
                  <a16:creationId xmlns:a16="http://schemas.microsoft.com/office/drawing/2014/main" id="{7DE8A9A1-A008-4CF8-93A2-8434E1AB2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863" y="3052763"/>
              <a:ext cx="36513" cy="30163"/>
            </a:xfrm>
            <a:custGeom>
              <a:avLst/>
              <a:gdLst>
                <a:gd name="T0" fmla="*/ 0 w 10"/>
                <a:gd name="T1" fmla="*/ 0 h 8"/>
                <a:gd name="T2" fmla="*/ 5 w 10"/>
                <a:gd name="T3" fmla="*/ 8 h 8"/>
                <a:gd name="T4" fmla="*/ 10 w 10"/>
                <a:gd name="T5" fmla="*/ 0 h 8"/>
                <a:gd name="T6" fmla="*/ 0 w 10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cubicBezTo>
                    <a:pt x="1" y="3"/>
                    <a:pt x="3" y="5"/>
                    <a:pt x="5" y="8"/>
                  </a:cubicBezTo>
                  <a:cubicBezTo>
                    <a:pt x="7" y="5"/>
                    <a:pt x="9" y="3"/>
                    <a:pt x="1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7" name="Freeform 201">
              <a:extLst>
                <a:ext uri="{FF2B5EF4-FFF2-40B4-BE49-F238E27FC236}">
                  <a16:creationId xmlns:a16="http://schemas.microsoft.com/office/drawing/2014/main" id="{829383C1-03E2-46D1-B62A-BA5C3BD3A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2947988"/>
              <a:ext cx="68263" cy="38100"/>
            </a:xfrm>
            <a:custGeom>
              <a:avLst/>
              <a:gdLst>
                <a:gd name="T0" fmla="*/ 18 w 18"/>
                <a:gd name="T1" fmla="*/ 10 h 10"/>
                <a:gd name="T2" fmla="*/ 16 w 18"/>
                <a:gd name="T3" fmla="*/ 0 h 10"/>
                <a:gd name="T4" fmla="*/ 2 w 18"/>
                <a:gd name="T5" fmla="*/ 0 h 10"/>
                <a:gd name="T6" fmla="*/ 0 w 18"/>
                <a:gd name="T7" fmla="*/ 10 h 10"/>
                <a:gd name="T8" fmla="*/ 18 w 18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7"/>
                    <a:pt x="18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7"/>
                    <a:pt x="0" y="10"/>
                  </a:cubicBez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8" name="Freeform 202">
              <a:extLst>
                <a:ext uri="{FF2B5EF4-FFF2-40B4-BE49-F238E27FC236}">
                  <a16:creationId xmlns:a16="http://schemas.microsoft.com/office/drawing/2014/main" id="{9608D7AB-7DD4-4D95-8F30-73950AEF8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2947988"/>
              <a:ext cx="60325" cy="38100"/>
            </a:xfrm>
            <a:custGeom>
              <a:avLst/>
              <a:gdLst>
                <a:gd name="T0" fmla="*/ 0 w 16"/>
                <a:gd name="T1" fmla="*/ 10 h 10"/>
                <a:gd name="T2" fmla="*/ 15 w 16"/>
                <a:gd name="T3" fmla="*/ 10 h 10"/>
                <a:gd name="T4" fmla="*/ 16 w 16"/>
                <a:gd name="T5" fmla="*/ 0 h 10"/>
                <a:gd name="T6" fmla="*/ 2 w 16"/>
                <a:gd name="T7" fmla="*/ 0 h 10"/>
                <a:gd name="T8" fmla="*/ 0 w 16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10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15" y="7"/>
                    <a:pt x="15" y="3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0" y="6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9" name="Freeform 203">
              <a:extLst>
                <a:ext uri="{FF2B5EF4-FFF2-40B4-BE49-F238E27FC236}">
                  <a16:creationId xmlns:a16="http://schemas.microsoft.com/office/drawing/2014/main" id="{187635B3-B29B-4C3B-A7E4-E626388D6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1100" y="2901951"/>
              <a:ext cx="46038" cy="30163"/>
            </a:xfrm>
            <a:custGeom>
              <a:avLst/>
              <a:gdLst>
                <a:gd name="T0" fmla="*/ 12 w 12"/>
                <a:gd name="T1" fmla="*/ 8 h 8"/>
                <a:gd name="T2" fmla="*/ 6 w 12"/>
                <a:gd name="T3" fmla="*/ 0 h 8"/>
                <a:gd name="T4" fmla="*/ 0 w 12"/>
                <a:gd name="T5" fmla="*/ 8 h 8"/>
                <a:gd name="T6" fmla="*/ 12 w 12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8">
                  <a:moveTo>
                    <a:pt x="12" y="8"/>
                  </a:moveTo>
                  <a:cubicBezTo>
                    <a:pt x="10" y="5"/>
                    <a:pt x="8" y="2"/>
                    <a:pt x="6" y="0"/>
                  </a:cubicBezTo>
                  <a:cubicBezTo>
                    <a:pt x="4" y="2"/>
                    <a:pt x="2" y="5"/>
                    <a:pt x="0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0" name="Freeform 204">
              <a:extLst>
                <a:ext uri="{FF2B5EF4-FFF2-40B4-BE49-F238E27FC236}">
                  <a16:creationId xmlns:a16="http://schemas.microsoft.com/office/drawing/2014/main" id="{1A75AC34-79EA-4455-87F1-DB2AD1DF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8" y="3000376"/>
              <a:ext cx="68263" cy="38100"/>
            </a:xfrm>
            <a:custGeom>
              <a:avLst/>
              <a:gdLst>
                <a:gd name="T0" fmla="*/ 0 w 18"/>
                <a:gd name="T1" fmla="*/ 0 h 10"/>
                <a:gd name="T2" fmla="*/ 2 w 18"/>
                <a:gd name="T3" fmla="*/ 10 h 10"/>
                <a:gd name="T4" fmla="*/ 16 w 18"/>
                <a:gd name="T5" fmla="*/ 10 h 10"/>
                <a:gd name="T6" fmla="*/ 18 w 18"/>
                <a:gd name="T7" fmla="*/ 0 h 10"/>
                <a:gd name="T8" fmla="*/ 0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0" y="0"/>
                  </a:moveTo>
                  <a:cubicBezTo>
                    <a:pt x="0" y="3"/>
                    <a:pt x="1" y="7"/>
                    <a:pt x="2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7"/>
                    <a:pt x="18" y="3"/>
                    <a:pt x="1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1" name="Freeform 206">
              <a:extLst>
                <a:ext uri="{FF2B5EF4-FFF2-40B4-BE49-F238E27FC236}">
                  <a16:creationId xmlns:a16="http://schemas.microsoft.com/office/drawing/2014/main" id="{BD7DC996-FFA5-423F-B6B2-B32177357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3000376"/>
              <a:ext cx="65088" cy="38100"/>
            </a:xfrm>
            <a:custGeom>
              <a:avLst/>
              <a:gdLst>
                <a:gd name="T0" fmla="*/ 15 w 17"/>
                <a:gd name="T1" fmla="*/ 0 h 10"/>
                <a:gd name="T2" fmla="*/ 0 w 17"/>
                <a:gd name="T3" fmla="*/ 0 h 10"/>
                <a:gd name="T4" fmla="*/ 3 w 17"/>
                <a:gd name="T5" fmla="*/ 10 h 10"/>
                <a:gd name="T6" fmla="*/ 17 w 17"/>
                <a:gd name="T7" fmla="*/ 10 h 10"/>
                <a:gd name="T8" fmla="*/ 15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7"/>
                    <a:pt x="3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7"/>
                    <a:pt x="15" y="3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2" name="Freeform 207">
              <a:extLst>
                <a:ext uri="{FF2B5EF4-FFF2-40B4-BE49-F238E27FC236}">
                  <a16:creationId xmlns:a16="http://schemas.microsoft.com/office/drawing/2014/main" id="{9FB5AD58-E5A2-4003-9111-E1C0E0C25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3052763"/>
              <a:ext cx="79375" cy="46038"/>
            </a:xfrm>
            <a:custGeom>
              <a:avLst/>
              <a:gdLst>
                <a:gd name="T0" fmla="*/ 21 w 21"/>
                <a:gd name="T1" fmla="*/ 12 h 12"/>
                <a:gd name="T2" fmla="*/ 20 w 21"/>
                <a:gd name="T3" fmla="*/ 11 h 12"/>
                <a:gd name="T4" fmla="*/ 14 w 21"/>
                <a:gd name="T5" fmla="*/ 0 h 12"/>
                <a:gd name="T6" fmla="*/ 0 w 21"/>
                <a:gd name="T7" fmla="*/ 0 h 12"/>
                <a:gd name="T8" fmla="*/ 2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21" y="12"/>
                  </a:moveTo>
                  <a:cubicBezTo>
                    <a:pt x="21" y="12"/>
                    <a:pt x="21" y="11"/>
                    <a:pt x="20" y="11"/>
                  </a:cubicBezTo>
                  <a:cubicBezTo>
                    <a:pt x="18" y="7"/>
                    <a:pt x="15" y="4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7"/>
                    <a:pt x="12" y="11"/>
                    <a:pt x="2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3" name="Freeform 208">
              <a:extLst>
                <a:ext uri="{FF2B5EF4-FFF2-40B4-BE49-F238E27FC236}">
                  <a16:creationId xmlns:a16="http://schemas.microsoft.com/office/drawing/2014/main" id="{9FA18F19-8D13-4745-A2F5-223F4608F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3052763"/>
              <a:ext cx="79375" cy="46038"/>
            </a:xfrm>
            <a:custGeom>
              <a:avLst/>
              <a:gdLst>
                <a:gd name="T0" fmla="*/ 7 w 21"/>
                <a:gd name="T1" fmla="*/ 0 h 12"/>
                <a:gd name="T2" fmla="*/ 1 w 21"/>
                <a:gd name="T3" fmla="*/ 11 h 12"/>
                <a:gd name="T4" fmla="*/ 0 w 21"/>
                <a:gd name="T5" fmla="*/ 12 h 12"/>
                <a:gd name="T6" fmla="*/ 0 w 21"/>
                <a:gd name="T7" fmla="*/ 12 h 12"/>
                <a:gd name="T8" fmla="*/ 21 w 21"/>
                <a:gd name="T9" fmla="*/ 0 h 12"/>
                <a:gd name="T10" fmla="*/ 7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7" y="0"/>
                  </a:moveTo>
                  <a:cubicBezTo>
                    <a:pt x="6" y="4"/>
                    <a:pt x="3" y="7"/>
                    <a:pt x="1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" y="11"/>
                    <a:pt x="16" y="7"/>
                    <a:pt x="21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4" name="Freeform 209">
              <a:extLst>
                <a:ext uri="{FF2B5EF4-FFF2-40B4-BE49-F238E27FC236}">
                  <a16:creationId xmlns:a16="http://schemas.microsoft.com/office/drawing/2014/main" id="{47F583A8-1D19-41CB-B82C-F35FD22FE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600" y="2887663"/>
              <a:ext cx="79375" cy="44450"/>
            </a:xfrm>
            <a:custGeom>
              <a:avLst/>
              <a:gdLst>
                <a:gd name="T0" fmla="*/ 13 w 21"/>
                <a:gd name="T1" fmla="*/ 12 h 12"/>
                <a:gd name="T2" fmla="*/ 20 w 21"/>
                <a:gd name="T3" fmla="*/ 1 h 12"/>
                <a:gd name="T4" fmla="*/ 21 w 21"/>
                <a:gd name="T5" fmla="*/ 0 h 12"/>
                <a:gd name="T6" fmla="*/ 21 w 21"/>
                <a:gd name="T7" fmla="*/ 0 h 12"/>
                <a:gd name="T8" fmla="*/ 0 w 21"/>
                <a:gd name="T9" fmla="*/ 12 h 12"/>
                <a:gd name="T10" fmla="*/ 13 w 21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13" y="12"/>
                  </a:moveTo>
                  <a:cubicBezTo>
                    <a:pt x="15" y="8"/>
                    <a:pt x="17" y="4"/>
                    <a:pt x="20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2" y="1"/>
                    <a:pt x="4" y="5"/>
                    <a:pt x="0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5" name="Freeform 210">
              <a:extLst>
                <a:ext uri="{FF2B5EF4-FFF2-40B4-BE49-F238E27FC236}">
                  <a16:creationId xmlns:a16="http://schemas.microsoft.com/office/drawing/2014/main" id="{670D2E06-7D03-46F5-A47C-86AF6EFF2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263" y="2887663"/>
              <a:ext cx="79375" cy="44450"/>
            </a:xfrm>
            <a:custGeom>
              <a:avLst/>
              <a:gdLst>
                <a:gd name="T0" fmla="*/ 0 w 21"/>
                <a:gd name="T1" fmla="*/ 0 h 12"/>
                <a:gd name="T2" fmla="*/ 1 w 21"/>
                <a:gd name="T3" fmla="*/ 1 h 12"/>
                <a:gd name="T4" fmla="*/ 8 w 21"/>
                <a:gd name="T5" fmla="*/ 12 h 12"/>
                <a:gd name="T6" fmla="*/ 21 w 21"/>
                <a:gd name="T7" fmla="*/ 12 h 12"/>
                <a:gd name="T8" fmla="*/ 0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0" y="0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4" y="4"/>
                    <a:pt x="6" y="8"/>
                    <a:pt x="8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6" y="5"/>
                    <a:pt x="9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6" name="Freeform 211">
              <a:extLst>
                <a:ext uri="{FF2B5EF4-FFF2-40B4-BE49-F238E27FC236}">
                  <a16:creationId xmlns:a16="http://schemas.microsoft.com/office/drawing/2014/main" id="{0BC4752C-D674-41E0-AA4E-CE87D9D8E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363" y="2947988"/>
              <a:ext cx="60325" cy="38100"/>
            </a:xfrm>
            <a:custGeom>
              <a:avLst/>
              <a:gdLst>
                <a:gd name="T0" fmla="*/ 0 w 16"/>
                <a:gd name="T1" fmla="*/ 0 h 10"/>
                <a:gd name="T2" fmla="*/ 1 w 16"/>
                <a:gd name="T3" fmla="*/ 10 h 10"/>
                <a:gd name="T4" fmla="*/ 16 w 16"/>
                <a:gd name="T5" fmla="*/ 10 h 10"/>
                <a:gd name="T6" fmla="*/ 13 w 16"/>
                <a:gd name="T7" fmla="*/ 0 h 10"/>
                <a:gd name="T8" fmla="*/ 0 w 16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1" y="3"/>
                    <a:pt x="1" y="7"/>
                    <a:pt x="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6"/>
                    <a:pt x="15" y="3"/>
                    <a:pt x="13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7" name="Freeform 212">
              <a:extLst>
                <a:ext uri="{FF2B5EF4-FFF2-40B4-BE49-F238E27FC236}">
                  <a16:creationId xmlns:a16="http://schemas.microsoft.com/office/drawing/2014/main" id="{48E7B5FF-C1D1-40E3-86AF-8A6D54059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188" y="3000376"/>
              <a:ext cx="63500" cy="38100"/>
            </a:xfrm>
            <a:custGeom>
              <a:avLst/>
              <a:gdLst>
                <a:gd name="T0" fmla="*/ 17 w 17"/>
                <a:gd name="T1" fmla="*/ 0 h 10"/>
                <a:gd name="T2" fmla="*/ 2 w 17"/>
                <a:gd name="T3" fmla="*/ 0 h 10"/>
                <a:gd name="T4" fmla="*/ 0 w 17"/>
                <a:gd name="T5" fmla="*/ 10 h 10"/>
                <a:gd name="T6" fmla="*/ 14 w 17"/>
                <a:gd name="T7" fmla="*/ 10 h 10"/>
                <a:gd name="T8" fmla="*/ 17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7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1" y="7"/>
                    <a:pt x="0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6" y="7"/>
                    <a:pt x="17" y="4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48" name="Text Placeholder 2">
            <a:extLst>
              <a:ext uri="{FF2B5EF4-FFF2-40B4-BE49-F238E27FC236}">
                <a16:creationId xmlns:a16="http://schemas.microsoft.com/office/drawing/2014/main" id="{59B576E8-0BDB-47A0-8528-83F09D19A62D}"/>
              </a:ext>
            </a:extLst>
          </p:cNvPr>
          <p:cNvSpPr txBox="1">
            <a:spLocks/>
          </p:cNvSpPr>
          <p:nvPr/>
        </p:nvSpPr>
        <p:spPr>
          <a:xfrm>
            <a:off x="1640077" y="4855740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LSTM </a:t>
            </a:r>
            <a:r>
              <a:rPr lang="ko-KR" altLang="en-US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기법으로 새로운 상품 가격 예측</a:t>
            </a:r>
            <a:endParaRPr lang="en-US" altLang="ko-KR" sz="15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결과를 바탕으로 상품 개발</a:t>
            </a:r>
            <a:endParaRPr lang="en-US" sz="15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60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Isosceles Triangle 500">
            <a:extLst>
              <a:ext uri="{FF2B5EF4-FFF2-40B4-BE49-F238E27FC236}">
                <a16:creationId xmlns:a16="http://schemas.microsoft.com/office/drawing/2014/main" id="{313757ED-9CFC-411E-8373-A5E647EBF55F}"/>
              </a:ext>
            </a:extLst>
          </p:cNvPr>
          <p:cNvSpPr/>
          <p:nvPr/>
        </p:nvSpPr>
        <p:spPr>
          <a:xfrm flipH="1">
            <a:off x="0" y="3497145"/>
            <a:ext cx="4267200" cy="3360855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Isosceles Triangle 499">
            <a:extLst>
              <a:ext uri="{FF2B5EF4-FFF2-40B4-BE49-F238E27FC236}">
                <a16:creationId xmlns:a16="http://schemas.microsoft.com/office/drawing/2014/main" id="{38647AEF-79D0-4C0D-86E8-ABD5AB497E0B}"/>
              </a:ext>
            </a:extLst>
          </p:cNvPr>
          <p:cNvSpPr/>
          <p:nvPr/>
        </p:nvSpPr>
        <p:spPr>
          <a:xfrm flipV="1">
            <a:off x="10257008" y="-4"/>
            <a:ext cx="1934991" cy="1524003"/>
          </a:xfrm>
          <a:prstGeom prst="triangle">
            <a:avLst>
              <a:gd name="adj" fmla="val 100000"/>
            </a:avLst>
          </a:prstGeom>
          <a:solidFill>
            <a:srgbClr val="69E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382C7-DDC2-4853-9834-2DF02C08A3C3}"/>
              </a:ext>
            </a:extLst>
          </p:cNvPr>
          <p:cNvSpPr/>
          <p:nvPr/>
        </p:nvSpPr>
        <p:spPr>
          <a:xfrm>
            <a:off x="1095594" y="2495932"/>
            <a:ext cx="5406315" cy="2880587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9" name="Isosceles Triangle 498">
            <a:extLst>
              <a:ext uri="{FF2B5EF4-FFF2-40B4-BE49-F238E27FC236}">
                <a16:creationId xmlns:a16="http://schemas.microsoft.com/office/drawing/2014/main" id="{FEA198A9-B397-489F-A626-CEABD0A912CA}"/>
              </a:ext>
            </a:extLst>
          </p:cNvPr>
          <p:cNvSpPr/>
          <p:nvPr/>
        </p:nvSpPr>
        <p:spPr>
          <a:xfrm>
            <a:off x="7878851" y="1504279"/>
            <a:ext cx="4313149" cy="4666854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</a:t>
            </a:r>
            <a:r>
              <a:rPr lang="ko-KR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예상 한계</a:t>
            </a:r>
            <a:endParaRPr lang="en-US" b="1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30AE520-B069-4762-8DD5-EAE439080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04326" y="1641487"/>
            <a:ext cx="4741333" cy="4851387"/>
            <a:chOff x="3274" y="-228"/>
            <a:chExt cx="4222" cy="4320"/>
          </a:xfrm>
        </p:grpSpPr>
        <p:grpSp>
          <p:nvGrpSpPr>
            <p:cNvPr id="11" name="Group 205">
              <a:extLst>
                <a:ext uri="{FF2B5EF4-FFF2-40B4-BE49-F238E27FC236}">
                  <a16:creationId xmlns:a16="http://schemas.microsoft.com/office/drawing/2014/main" id="{52446EA4-1136-4669-B139-C995AA753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4" y="-228"/>
              <a:ext cx="4064" cy="4288"/>
              <a:chOff x="3274" y="-228"/>
              <a:chExt cx="4064" cy="4288"/>
            </a:xfrm>
          </p:grpSpPr>
          <p:sp>
            <p:nvSpPr>
              <p:cNvPr id="270" name="Freeform 5">
                <a:extLst>
                  <a:ext uri="{FF2B5EF4-FFF2-40B4-BE49-F238E27FC236}">
                    <a16:creationId xmlns:a16="http://schemas.microsoft.com/office/drawing/2014/main" id="{902D1C03-1F18-4CC7-97DC-FA1A65AF5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380"/>
                <a:ext cx="152" cy="61"/>
              </a:xfrm>
              <a:custGeom>
                <a:avLst/>
                <a:gdLst>
                  <a:gd name="T0" fmla="*/ 65 w 65"/>
                  <a:gd name="T1" fmla="*/ 15 h 26"/>
                  <a:gd name="T2" fmla="*/ 22 w 65"/>
                  <a:gd name="T3" fmla="*/ 1 h 26"/>
                  <a:gd name="T4" fmla="*/ 2 w 65"/>
                  <a:gd name="T5" fmla="*/ 5 h 26"/>
                  <a:gd name="T6" fmla="*/ 0 w 65"/>
                  <a:gd name="T7" fmla="*/ 8 h 26"/>
                  <a:gd name="T8" fmla="*/ 2 w 65"/>
                  <a:gd name="T9" fmla="*/ 11 h 26"/>
                  <a:gd name="T10" fmla="*/ 65 w 65"/>
                  <a:gd name="T11" fmla="*/ 1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26">
                    <a:moveTo>
                      <a:pt x="65" y="15"/>
                    </a:moveTo>
                    <a:cubicBezTo>
                      <a:pt x="52" y="7"/>
                      <a:pt x="37" y="2"/>
                      <a:pt x="22" y="1"/>
                    </a:cubicBezTo>
                    <a:cubicBezTo>
                      <a:pt x="15" y="0"/>
                      <a:pt x="8" y="0"/>
                      <a:pt x="2" y="5"/>
                    </a:cubicBezTo>
                    <a:cubicBezTo>
                      <a:pt x="1" y="5"/>
                      <a:pt x="0" y="7"/>
                      <a:pt x="0" y="8"/>
                    </a:cubicBezTo>
                    <a:cubicBezTo>
                      <a:pt x="0" y="9"/>
                      <a:pt x="1" y="10"/>
                      <a:pt x="2" y="11"/>
                    </a:cubicBezTo>
                    <a:cubicBezTo>
                      <a:pt x="19" y="24"/>
                      <a:pt x="45" y="26"/>
                      <a:pt x="65" y="1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6">
                <a:extLst>
                  <a:ext uri="{FF2B5EF4-FFF2-40B4-BE49-F238E27FC236}">
                    <a16:creationId xmlns:a16="http://schemas.microsoft.com/office/drawing/2014/main" id="{284A8E27-995D-43C2-BA6D-1069CB404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9" y="3260"/>
                <a:ext cx="107" cy="153"/>
              </a:xfrm>
              <a:custGeom>
                <a:avLst/>
                <a:gdLst>
                  <a:gd name="T0" fmla="*/ 46 w 46"/>
                  <a:gd name="T1" fmla="*/ 66 h 66"/>
                  <a:gd name="T2" fmla="*/ 18 w 46"/>
                  <a:gd name="T3" fmla="*/ 42 h 66"/>
                  <a:gd name="T4" fmla="*/ 1 w 46"/>
                  <a:gd name="T5" fmla="*/ 11 h 66"/>
                  <a:gd name="T6" fmla="*/ 2 w 46"/>
                  <a:gd name="T7" fmla="*/ 0 h 66"/>
                  <a:gd name="T8" fmla="*/ 46 w 46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6">
                    <a:moveTo>
                      <a:pt x="46" y="66"/>
                    </a:moveTo>
                    <a:cubicBezTo>
                      <a:pt x="36" y="59"/>
                      <a:pt x="26" y="51"/>
                      <a:pt x="18" y="42"/>
                    </a:cubicBezTo>
                    <a:cubicBezTo>
                      <a:pt x="10" y="33"/>
                      <a:pt x="4" y="22"/>
                      <a:pt x="1" y="11"/>
                    </a:cubicBezTo>
                    <a:cubicBezTo>
                      <a:pt x="0" y="7"/>
                      <a:pt x="0" y="3"/>
                      <a:pt x="2" y="0"/>
                    </a:cubicBezTo>
                    <a:cubicBezTo>
                      <a:pt x="24" y="17"/>
                      <a:pt x="41" y="39"/>
                      <a:pt x="46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7">
                <a:extLst>
                  <a:ext uri="{FF2B5EF4-FFF2-40B4-BE49-F238E27FC236}">
                    <a16:creationId xmlns:a16="http://schemas.microsoft.com/office/drawing/2014/main" id="{435056F6-DB39-40B0-883D-6231C346F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264"/>
                <a:ext cx="60" cy="158"/>
              </a:xfrm>
              <a:custGeom>
                <a:avLst/>
                <a:gdLst>
                  <a:gd name="T0" fmla="*/ 2 w 26"/>
                  <a:gd name="T1" fmla="*/ 65 h 68"/>
                  <a:gd name="T2" fmla="*/ 3 w 26"/>
                  <a:gd name="T3" fmla="*/ 29 h 68"/>
                  <a:gd name="T4" fmla="*/ 22 w 26"/>
                  <a:gd name="T5" fmla="*/ 0 h 68"/>
                  <a:gd name="T6" fmla="*/ 22 w 26"/>
                  <a:gd name="T7" fmla="*/ 28 h 68"/>
                  <a:gd name="T8" fmla="*/ 3 w 26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8">
                    <a:moveTo>
                      <a:pt x="2" y="65"/>
                    </a:moveTo>
                    <a:cubicBezTo>
                      <a:pt x="1" y="53"/>
                      <a:pt x="0" y="41"/>
                      <a:pt x="3" y="29"/>
                    </a:cubicBezTo>
                    <a:cubicBezTo>
                      <a:pt x="6" y="18"/>
                      <a:pt x="12" y="7"/>
                      <a:pt x="22" y="0"/>
                    </a:cubicBezTo>
                    <a:cubicBezTo>
                      <a:pt x="26" y="9"/>
                      <a:pt x="24" y="19"/>
                      <a:pt x="22" y="28"/>
                    </a:cubicBezTo>
                    <a:cubicBezTo>
                      <a:pt x="17" y="42"/>
                      <a:pt x="11" y="56"/>
                      <a:pt x="3" y="68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8">
                <a:extLst>
                  <a:ext uri="{FF2B5EF4-FFF2-40B4-BE49-F238E27FC236}">
                    <a16:creationId xmlns:a16="http://schemas.microsoft.com/office/drawing/2014/main" id="{5A5DCB00-4303-45C8-86E5-29378302E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506"/>
                <a:ext cx="125" cy="116"/>
              </a:xfrm>
              <a:custGeom>
                <a:avLst/>
                <a:gdLst>
                  <a:gd name="T0" fmla="*/ 54 w 54"/>
                  <a:gd name="T1" fmla="*/ 0 h 50"/>
                  <a:gd name="T2" fmla="*/ 20 w 54"/>
                  <a:gd name="T3" fmla="*/ 17 h 50"/>
                  <a:gd name="T4" fmla="*/ 0 w 54"/>
                  <a:gd name="T5" fmla="*/ 50 h 50"/>
                  <a:gd name="T6" fmla="*/ 32 w 54"/>
                  <a:gd name="T7" fmla="*/ 30 h 50"/>
                  <a:gd name="T8" fmla="*/ 54 w 54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0">
                    <a:moveTo>
                      <a:pt x="54" y="0"/>
                    </a:moveTo>
                    <a:cubicBezTo>
                      <a:pt x="41" y="1"/>
                      <a:pt x="30" y="8"/>
                      <a:pt x="20" y="17"/>
                    </a:cubicBezTo>
                    <a:cubicBezTo>
                      <a:pt x="10" y="25"/>
                      <a:pt x="3" y="37"/>
                      <a:pt x="0" y="50"/>
                    </a:cubicBezTo>
                    <a:cubicBezTo>
                      <a:pt x="13" y="49"/>
                      <a:pt x="24" y="40"/>
                      <a:pt x="32" y="30"/>
                    </a:cubicBezTo>
                    <a:cubicBezTo>
                      <a:pt x="40" y="20"/>
                      <a:pt x="45" y="9"/>
                      <a:pt x="54" y="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9">
                <a:extLst>
                  <a:ext uri="{FF2B5EF4-FFF2-40B4-BE49-F238E27FC236}">
                    <a16:creationId xmlns:a16="http://schemas.microsoft.com/office/drawing/2014/main" id="{39F387AF-3D6C-493A-8000-F0B1A936F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3336"/>
                <a:ext cx="63" cy="184"/>
              </a:xfrm>
              <a:custGeom>
                <a:avLst/>
                <a:gdLst>
                  <a:gd name="T0" fmla="*/ 10 w 27"/>
                  <a:gd name="T1" fmla="*/ 79 h 79"/>
                  <a:gd name="T2" fmla="*/ 20 w 27"/>
                  <a:gd name="T3" fmla="*/ 0 h 79"/>
                  <a:gd name="T4" fmla="*/ 10 w 27"/>
                  <a:gd name="T5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79">
                    <a:moveTo>
                      <a:pt x="10" y="79"/>
                    </a:moveTo>
                    <a:cubicBezTo>
                      <a:pt x="0" y="53"/>
                      <a:pt x="4" y="22"/>
                      <a:pt x="20" y="0"/>
                    </a:cubicBezTo>
                    <a:cubicBezTo>
                      <a:pt x="27" y="26"/>
                      <a:pt x="25" y="55"/>
                      <a:pt x="10" y="79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Freeform 10">
                <a:extLst>
                  <a:ext uri="{FF2B5EF4-FFF2-40B4-BE49-F238E27FC236}">
                    <a16:creationId xmlns:a16="http://schemas.microsoft.com/office/drawing/2014/main" id="{91B387A3-9BAA-4F93-9524-F087FCC42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5" y="3597"/>
                <a:ext cx="139" cy="91"/>
              </a:xfrm>
              <a:custGeom>
                <a:avLst/>
                <a:gdLst>
                  <a:gd name="T0" fmla="*/ 60 w 60"/>
                  <a:gd name="T1" fmla="*/ 0 h 39"/>
                  <a:gd name="T2" fmla="*/ 26 w 60"/>
                  <a:gd name="T3" fmla="*/ 8 h 39"/>
                  <a:gd name="T4" fmla="*/ 2 w 60"/>
                  <a:gd name="T5" fmla="*/ 34 h 39"/>
                  <a:gd name="T6" fmla="*/ 1 w 60"/>
                  <a:gd name="T7" fmla="*/ 38 h 39"/>
                  <a:gd name="T8" fmla="*/ 5 w 60"/>
                  <a:gd name="T9" fmla="*/ 39 h 39"/>
                  <a:gd name="T10" fmla="*/ 35 w 60"/>
                  <a:gd name="T11" fmla="*/ 24 h 39"/>
                  <a:gd name="T12" fmla="*/ 60 w 60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39">
                    <a:moveTo>
                      <a:pt x="60" y="0"/>
                    </a:moveTo>
                    <a:cubicBezTo>
                      <a:pt x="48" y="0"/>
                      <a:pt x="36" y="2"/>
                      <a:pt x="26" y="8"/>
                    </a:cubicBezTo>
                    <a:cubicBezTo>
                      <a:pt x="15" y="14"/>
                      <a:pt x="7" y="23"/>
                      <a:pt x="2" y="34"/>
                    </a:cubicBezTo>
                    <a:cubicBezTo>
                      <a:pt x="1" y="35"/>
                      <a:pt x="0" y="37"/>
                      <a:pt x="1" y="38"/>
                    </a:cubicBezTo>
                    <a:cubicBezTo>
                      <a:pt x="2" y="39"/>
                      <a:pt x="4" y="39"/>
                      <a:pt x="5" y="39"/>
                    </a:cubicBezTo>
                    <a:cubicBezTo>
                      <a:pt x="17" y="38"/>
                      <a:pt x="27" y="32"/>
                      <a:pt x="35" y="24"/>
                    </a:cubicBezTo>
                    <a:cubicBezTo>
                      <a:pt x="43" y="16"/>
                      <a:pt x="51" y="7"/>
                      <a:pt x="60" y="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1">
                <a:extLst>
                  <a:ext uri="{FF2B5EF4-FFF2-40B4-BE49-F238E27FC236}">
                    <a16:creationId xmlns:a16="http://schemas.microsoft.com/office/drawing/2014/main" id="{0B3CF1F1-8F74-4C3E-BD45-A176F74F4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406"/>
                <a:ext cx="58" cy="186"/>
              </a:xfrm>
              <a:custGeom>
                <a:avLst/>
                <a:gdLst>
                  <a:gd name="T0" fmla="*/ 7 w 25"/>
                  <a:gd name="T1" fmla="*/ 80 h 80"/>
                  <a:gd name="T2" fmla="*/ 6 w 25"/>
                  <a:gd name="T3" fmla="*/ 20 h 80"/>
                  <a:gd name="T4" fmla="*/ 18 w 25"/>
                  <a:gd name="T5" fmla="*/ 1 h 80"/>
                  <a:gd name="T6" fmla="*/ 20 w 25"/>
                  <a:gd name="T7" fmla="*/ 0 h 80"/>
                  <a:gd name="T8" fmla="*/ 22 w 25"/>
                  <a:gd name="T9" fmla="*/ 2 h 80"/>
                  <a:gd name="T10" fmla="*/ 25 w 25"/>
                  <a:gd name="T11" fmla="*/ 19 h 80"/>
                  <a:gd name="T12" fmla="*/ 22 w 25"/>
                  <a:gd name="T13" fmla="*/ 37 h 80"/>
                  <a:gd name="T14" fmla="*/ 13 w 25"/>
                  <a:gd name="T15" fmla="*/ 68 h 80"/>
                  <a:gd name="T16" fmla="*/ 9 w 25"/>
                  <a:gd name="T17" fmla="*/ 75 h 80"/>
                  <a:gd name="T18" fmla="*/ 7 w 25"/>
                  <a:gd name="T19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80">
                    <a:moveTo>
                      <a:pt x="7" y="80"/>
                    </a:moveTo>
                    <a:cubicBezTo>
                      <a:pt x="1" y="61"/>
                      <a:pt x="0" y="40"/>
                      <a:pt x="6" y="20"/>
                    </a:cubicBezTo>
                    <a:cubicBezTo>
                      <a:pt x="8" y="13"/>
                      <a:pt x="11" y="4"/>
                      <a:pt x="18" y="1"/>
                    </a:cubicBezTo>
                    <a:cubicBezTo>
                      <a:pt x="19" y="0"/>
                      <a:pt x="20" y="0"/>
                      <a:pt x="20" y="0"/>
                    </a:cubicBezTo>
                    <a:cubicBezTo>
                      <a:pt x="21" y="1"/>
                      <a:pt x="21" y="1"/>
                      <a:pt x="22" y="2"/>
                    </a:cubicBezTo>
                    <a:cubicBezTo>
                      <a:pt x="24" y="7"/>
                      <a:pt x="25" y="13"/>
                      <a:pt x="25" y="19"/>
                    </a:cubicBezTo>
                    <a:cubicBezTo>
                      <a:pt x="24" y="25"/>
                      <a:pt x="23" y="31"/>
                      <a:pt x="22" y="37"/>
                    </a:cubicBezTo>
                    <a:cubicBezTo>
                      <a:pt x="20" y="47"/>
                      <a:pt x="19" y="59"/>
                      <a:pt x="13" y="68"/>
                    </a:cubicBezTo>
                    <a:cubicBezTo>
                      <a:pt x="11" y="70"/>
                      <a:pt x="10" y="72"/>
                      <a:pt x="9" y="75"/>
                    </a:cubicBezTo>
                    <a:cubicBezTo>
                      <a:pt x="8" y="77"/>
                      <a:pt x="8" y="78"/>
                      <a:pt x="7" y="8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12">
                <a:extLst>
                  <a:ext uri="{FF2B5EF4-FFF2-40B4-BE49-F238E27FC236}">
                    <a16:creationId xmlns:a16="http://schemas.microsoft.com/office/drawing/2014/main" id="{00669653-DD37-43E3-B96E-0954B3180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3464"/>
                <a:ext cx="61" cy="156"/>
              </a:xfrm>
              <a:custGeom>
                <a:avLst/>
                <a:gdLst>
                  <a:gd name="T0" fmla="*/ 5 w 26"/>
                  <a:gd name="T1" fmla="*/ 67 h 67"/>
                  <a:gd name="T2" fmla="*/ 19 w 26"/>
                  <a:gd name="T3" fmla="*/ 3 h 67"/>
                  <a:gd name="T4" fmla="*/ 23 w 26"/>
                  <a:gd name="T5" fmla="*/ 0 h 67"/>
                  <a:gd name="T6" fmla="*/ 26 w 26"/>
                  <a:gd name="T7" fmla="*/ 6 h 67"/>
                  <a:gd name="T8" fmla="*/ 5 w 26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7">
                    <a:moveTo>
                      <a:pt x="5" y="67"/>
                    </a:moveTo>
                    <a:cubicBezTo>
                      <a:pt x="0" y="46"/>
                      <a:pt x="6" y="20"/>
                      <a:pt x="19" y="3"/>
                    </a:cubicBezTo>
                    <a:cubicBezTo>
                      <a:pt x="20" y="1"/>
                      <a:pt x="21" y="0"/>
                      <a:pt x="23" y="0"/>
                    </a:cubicBezTo>
                    <a:cubicBezTo>
                      <a:pt x="25" y="1"/>
                      <a:pt x="26" y="4"/>
                      <a:pt x="26" y="6"/>
                    </a:cubicBezTo>
                    <a:cubicBezTo>
                      <a:pt x="25" y="28"/>
                      <a:pt x="18" y="49"/>
                      <a:pt x="5" y="6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13">
                <a:extLst>
                  <a:ext uri="{FF2B5EF4-FFF2-40B4-BE49-F238E27FC236}">
                    <a16:creationId xmlns:a16="http://schemas.microsoft.com/office/drawing/2014/main" id="{03F08779-F528-47D2-8A4E-12174C2DE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3574"/>
                <a:ext cx="177" cy="72"/>
              </a:xfrm>
              <a:custGeom>
                <a:avLst/>
                <a:gdLst>
                  <a:gd name="T0" fmla="*/ 0 w 76"/>
                  <a:gd name="T1" fmla="*/ 24 h 31"/>
                  <a:gd name="T2" fmla="*/ 76 w 76"/>
                  <a:gd name="T3" fmla="*/ 9 h 31"/>
                  <a:gd name="T4" fmla="*/ 35 w 76"/>
                  <a:gd name="T5" fmla="*/ 4 h 31"/>
                  <a:gd name="T6" fmla="*/ 0 w 76"/>
                  <a:gd name="T7" fmla="*/ 2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" h="31">
                    <a:moveTo>
                      <a:pt x="0" y="24"/>
                    </a:moveTo>
                    <a:cubicBezTo>
                      <a:pt x="26" y="31"/>
                      <a:pt x="55" y="24"/>
                      <a:pt x="76" y="9"/>
                    </a:cubicBezTo>
                    <a:cubicBezTo>
                      <a:pt x="64" y="2"/>
                      <a:pt x="49" y="0"/>
                      <a:pt x="35" y="4"/>
                    </a:cubicBezTo>
                    <a:cubicBezTo>
                      <a:pt x="21" y="7"/>
                      <a:pt x="9" y="13"/>
                      <a:pt x="0" y="2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14">
                <a:extLst>
                  <a:ext uri="{FF2B5EF4-FFF2-40B4-BE49-F238E27FC236}">
                    <a16:creationId xmlns:a16="http://schemas.microsoft.com/office/drawing/2014/main" id="{2B41F37B-EC3A-494F-BAC1-79234B6D6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504"/>
                <a:ext cx="161" cy="93"/>
              </a:xfrm>
              <a:custGeom>
                <a:avLst/>
                <a:gdLst>
                  <a:gd name="T0" fmla="*/ 0 w 69"/>
                  <a:gd name="T1" fmla="*/ 40 h 40"/>
                  <a:gd name="T2" fmla="*/ 69 w 69"/>
                  <a:gd name="T3" fmla="*/ 0 h 40"/>
                  <a:gd name="T4" fmla="*/ 46 w 69"/>
                  <a:gd name="T5" fmla="*/ 25 h 40"/>
                  <a:gd name="T6" fmla="*/ 13 w 69"/>
                  <a:gd name="T7" fmla="*/ 35 h 40"/>
                  <a:gd name="T8" fmla="*/ 0 w 69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40">
                    <a:moveTo>
                      <a:pt x="0" y="40"/>
                    </a:moveTo>
                    <a:cubicBezTo>
                      <a:pt x="14" y="17"/>
                      <a:pt x="42" y="2"/>
                      <a:pt x="69" y="0"/>
                    </a:cubicBezTo>
                    <a:cubicBezTo>
                      <a:pt x="66" y="11"/>
                      <a:pt x="57" y="20"/>
                      <a:pt x="46" y="25"/>
                    </a:cubicBezTo>
                    <a:cubicBezTo>
                      <a:pt x="36" y="30"/>
                      <a:pt x="24" y="33"/>
                      <a:pt x="13" y="35"/>
                    </a:cubicBezTo>
                    <a:cubicBezTo>
                      <a:pt x="9" y="36"/>
                      <a:pt x="3" y="37"/>
                      <a:pt x="0" y="4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15">
                <a:extLst>
                  <a:ext uri="{FF2B5EF4-FFF2-40B4-BE49-F238E27FC236}">
                    <a16:creationId xmlns:a16="http://schemas.microsoft.com/office/drawing/2014/main" id="{E775DFDB-C695-4B04-B7E8-5B538A4B2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3253"/>
                <a:ext cx="56" cy="190"/>
              </a:xfrm>
              <a:custGeom>
                <a:avLst/>
                <a:gdLst>
                  <a:gd name="T0" fmla="*/ 14 w 24"/>
                  <a:gd name="T1" fmla="*/ 80 h 82"/>
                  <a:gd name="T2" fmla="*/ 23 w 24"/>
                  <a:gd name="T3" fmla="*/ 40 h 82"/>
                  <a:gd name="T4" fmla="*/ 15 w 24"/>
                  <a:gd name="T5" fmla="*/ 0 h 82"/>
                  <a:gd name="T6" fmla="*/ 13 w 24"/>
                  <a:gd name="T7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82">
                    <a:moveTo>
                      <a:pt x="14" y="80"/>
                    </a:moveTo>
                    <a:cubicBezTo>
                      <a:pt x="18" y="67"/>
                      <a:pt x="22" y="53"/>
                      <a:pt x="23" y="40"/>
                    </a:cubicBezTo>
                    <a:cubicBezTo>
                      <a:pt x="24" y="26"/>
                      <a:pt x="22" y="12"/>
                      <a:pt x="15" y="0"/>
                    </a:cubicBezTo>
                    <a:cubicBezTo>
                      <a:pt x="1" y="26"/>
                      <a:pt x="0" y="56"/>
                      <a:pt x="13" y="82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16">
                <a:extLst>
                  <a:ext uri="{FF2B5EF4-FFF2-40B4-BE49-F238E27FC236}">
                    <a16:creationId xmlns:a16="http://schemas.microsoft.com/office/drawing/2014/main" id="{4B74CAE2-9221-4246-A4D0-4E24EE8E2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3260"/>
                <a:ext cx="186" cy="127"/>
              </a:xfrm>
              <a:custGeom>
                <a:avLst/>
                <a:gdLst>
                  <a:gd name="T0" fmla="*/ 0 w 80"/>
                  <a:gd name="T1" fmla="*/ 54 h 55"/>
                  <a:gd name="T2" fmla="*/ 80 w 80"/>
                  <a:gd name="T3" fmla="*/ 0 h 55"/>
                  <a:gd name="T4" fmla="*/ 0 w 80"/>
                  <a:gd name="T5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" h="55">
                    <a:moveTo>
                      <a:pt x="0" y="54"/>
                    </a:moveTo>
                    <a:cubicBezTo>
                      <a:pt x="15" y="26"/>
                      <a:pt x="47" y="3"/>
                      <a:pt x="80" y="0"/>
                    </a:cubicBezTo>
                    <a:cubicBezTo>
                      <a:pt x="67" y="31"/>
                      <a:pt x="33" y="55"/>
                      <a:pt x="0" y="5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17">
                <a:extLst>
                  <a:ext uri="{FF2B5EF4-FFF2-40B4-BE49-F238E27FC236}">
                    <a16:creationId xmlns:a16="http://schemas.microsoft.com/office/drawing/2014/main" id="{1B425DFC-25CB-4B45-8170-BA5310F7C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383"/>
                <a:ext cx="214" cy="88"/>
              </a:xfrm>
              <a:custGeom>
                <a:avLst/>
                <a:gdLst>
                  <a:gd name="T0" fmla="*/ 0 w 92"/>
                  <a:gd name="T1" fmla="*/ 7 h 38"/>
                  <a:gd name="T2" fmla="*/ 65 w 92"/>
                  <a:gd name="T3" fmla="*/ 34 h 38"/>
                  <a:gd name="T4" fmla="*/ 80 w 92"/>
                  <a:gd name="T5" fmla="*/ 37 h 38"/>
                  <a:gd name="T6" fmla="*/ 91 w 92"/>
                  <a:gd name="T7" fmla="*/ 28 h 38"/>
                  <a:gd name="T8" fmla="*/ 87 w 92"/>
                  <a:gd name="T9" fmla="*/ 17 h 38"/>
                  <a:gd name="T10" fmla="*/ 76 w 92"/>
                  <a:gd name="T11" fmla="*/ 10 h 38"/>
                  <a:gd name="T12" fmla="*/ 2 w 92"/>
                  <a:gd name="T13" fmla="*/ 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38">
                    <a:moveTo>
                      <a:pt x="0" y="7"/>
                    </a:moveTo>
                    <a:cubicBezTo>
                      <a:pt x="23" y="11"/>
                      <a:pt x="43" y="25"/>
                      <a:pt x="65" y="34"/>
                    </a:cubicBezTo>
                    <a:cubicBezTo>
                      <a:pt x="70" y="36"/>
                      <a:pt x="75" y="38"/>
                      <a:pt x="80" y="37"/>
                    </a:cubicBezTo>
                    <a:cubicBezTo>
                      <a:pt x="85" y="37"/>
                      <a:pt x="90" y="33"/>
                      <a:pt x="91" y="28"/>
                    </a:cubicBezTo>
                    <a:cubicBezTo>
                      <a:pt x="92" y="24"/>
                      <a:pt x="90" y="20"/>
                      <a:pt x="87" y="17"/>
                    </a:cubicBezTo>
                    <a:cubicBezTo>
                      <a:pt x="84" y="14"/>
                      <a:pt x="80" y="12"/>
                      <a:pt x="76" y="10"/>
                    </a:cubicBezTo>
                    <a:cubicBezTo>
                      <a:pt x="52" y="1"/>
                      <a:pt x="27" y="0"/>
                      <a:pt x="2" y="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18">
                <a:extLst>
                  <a:ext uri="{FF2B5EF4-FFF2-40B4-BE49-F238E27FC236}">
                    <a16:creationId xmlns:a16="http://schemas.microsoft.com/office/drawing/2014/main" id="{C7B41B91-6996-450E-AC3B-B3D579870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3432"/>
                <a:ext cx="156" cy="83"/>
              </a:xfrm>
              <a:custGeom>
                <a:avLst/>
                <a:gdLst>
                  <a:gd name="T0" fmla="*/ 0 w 67"/>
                  <a:gd name="T1" fmla="*/ 2 h 36"/>
                  <a:gd name="T2" fmla="*/ 12 w 67"/>
                  <a:gd name="T3" fmla="*/ 10 h 36"/>
                  <a:gd name="T4" fmla="*/ 61 w 67"/>
                  <a:gd name="T5" fmla="*/ 35 h 36"/>
                  <a:gd name="T6" fmla="*/ 66 w 67"/>
                  <a:gd name="T7" fmla="*/ 34 h 36"/>
                  <a:gd name="T8" fmla="*/ 65 w 67"/>
                  <a:gd name="T9" fmla="*/ 30 h 36"/>
                  <a:gd name="T10" fmla="*/ 35 w 67"/>
                  <a:gd name="T11" fmla="*/ 10 h 36"/>
                  <a:gd name="T12" fmla="*/ 0 w 67"/>
                  <a:gd name="T13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36">
                    <a:moveTo>
                      <a:pt x="0" y="2"/>
                    </a:moveTo>
                    <a:cubicBezTo>
                      <a:pt x="6" y="4"/>
                      <a:pt x="8" y="7"/>
                      <a:pt x="12" y="10"/>
                    </a:cubicBezTo>
                    <a:cubicBezTo>
                      <a:pt x="26" y="22"/>
                      <a:pt x="43" y="31"/>
                      <a:pt x="61" y="35"/>
                    </a:cubicBezTo>
                    <a:cubicBezTo>
                      <a:pt x="63" y="36"/>
                      <a:pt x="65" y="36"/>
                      <a:pt x="66" y="34"/>
                    </a:cubicBezTo>
                    <a:cubicBezTo>
                      <a:pt x="67" y="33"/>
                      <a:pt x="66" y="31"/>
                      <a:pt x="65" y="30"/>
                    </a:cubicBezTo>
                    <a:cubicBezTo>
                      <a:pt x="57" y="20"/>
                      <a:pt x="47" y="14"/>
                      <a:pt x="35" y="10"/>
                    </a:cubicBezTo>
                    <a:cubicBezTo>
                      <a:pt x="24" y="5"/>
                      <a:pt x="14" y="0"/>
                      <a:pt x="0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19">
                <a:extLst>
                  <a:ext uri="{FF2B5EF4-FFF2-40B4-BE49-F238E27FC236}">
                    <a16:creationId xmlns:a16="http://schemas.microsoft.com/office/drawing/2014/main" id="{2640AF71-99E1-44C4-88CC-F77F29990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92"/>
                <a:ext cx="179" cy="77"/>
              </a:xfrm>
              <a:custGeom>
                <a:avLst/>
                <a:gdLst>
                  <a:gd name="T0" fmla="*/ 0 w 77"/>
                  <a:gd name="T1" fmla="*/ 7 h 33"/>
                  <a:gd name="T2" fmla="*/ 72 w 77"/>
                  <a:gd name="T3" fmla="*/ 31 h 33"/>
                  <a:gd name="T4" fmla="*/ 75 w 77"/>
                  <a:gd name="T5" fmla="*/ 30 h 33"/>
                  <a:gd name="T6" fmla="*/ 73 w 77"/>
                  <a:gd name="T7" fmla="*/ 23 h 33"/>
                  <a:gd name="T8" fmla="*/ 0 w 77"/>
                  <a:gd name="T9" fmla="*/ 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33">
                    <a:moveTo>
                      <a:pt x="0" y="7"/>
                    </a:moveTo>
                    <a:cubicBezTo>
                      <a:pt x="19" y="24"/>
                      <a:pt x="46" y="33"/>
                      <a:pt x="72" y="31"/>
                    </a:cubicBezTo>
                    <a:cubicBezTo>
                      <a:pt x="73" y="31"/>
                      <a:pt x="74" y="31"/>
                      <a:pt x="75" y="30"/>
                    </a:cubicBezTo>
                    <a:cubicBezTo>
                      <a:pt x="77" y="28"/>
                      <a:pt x="75" y="25"/>
                      <a:pt x="73" y="23"/>
                    </a:cubicBezTo>
                    <a:cubicBezTo>
                      <a:pt x="52" y="7"/>
                      <a:pt x="26" y="0"/>
                      <a:pt x="0" y="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20">
                <a:extLst>
                  <a:ext uri="{FF2B5EF4-FFF2-40B4-BE49-F238E27FC236}">
                    <a16:creationId xmlns:a16="http://schemas.microsoft.com/office/drawing/2014/main" id="{D4D08E8C-8F71-494B-8FA2-789CE48E8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3134"/>
                <a:ext cx="210" cy="72"/>
              </a:xfrm>
              <a:custGeom>
                <a:avLst/>
                <a:gdLst>
                  <a:gd name="T0" fmla="*/ 0 w 90"/>
                  <a:gd name="T1" fmla="*/ 25 h 31"/>
                  <a:gd name="T2" fmla="*/ 90 w 90"/>
                  <a:gd name="T3" fmla="*/ 10 h 31"/>
                  <a:gd name="T4" fmla="*/ 47 w 90"/>
                  <a:gd name="T5" fmla="*/ 29 h 31"/>
                  <a:gd name="T6" fmla="*/ 0 w 90"/>
                  <a:gd name="T7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31">
                    <a:moveTo>
                      <a:pt x="0" y="25"/>
                    </a:moveTo>
                    <a:cubicBezTo>
                      <a:pt x="25" y="6"/>
                      <a:pt x="60" y="0"/>
                      <a:pt x="90" y="10"/>
                    </a:cubicBezTo>
                    <a:cubicBezTo>
                      <a:pt x="78" y="21"/>
                      <a:pt x="63" y="27"/>
                      <a:pt x="47" y="29"/>
                    </a:cubicBezTo>
                    <a:cubicBezTo>
                      <a:pt x="31" y="31"/>
                      <a:pt x="16" y="29"/>
                      <a:pt x="0" y="2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21">
                <a:extLst>
                  <a:ext uri="{FF2B5EF4-FFF2-40B4-BE49-F238E27FC236}">
                    <a16:creationId xmlns:a16="http://schemas.microsoft.com/office/drawing/2014/main" id="{61658F8C-CE61-4CBA-8CA2-EE648806D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938"/>
                <a:ext cx="35" cy="149"/>
              </a:xfrm>
              <a:custGeom>
                <a:avLst/>
                <a:gdLst>
                  <a:gd name="T0" fmla="*/ 15 w 15"/>
                  <a:gd name="T1" fmla="*/ 64 h 64"/>
                  <a:gd name="T2" fmla="*/ 13 w 15"/>
                  <a:gd name="T3" fmla="*/ 5 h 64"/>
                  <a:gd name="T4" fmla="*/ 11 w 15"/>
                  <a:gd name="T5" fmla="*/ 1 h 64"/>
                  <a:gd name="T6" fmla="*/ 6 w 15"/>
                  <a:gd name="T7" fmla="*/ 5 h 64"/>
                  <a:gd name="T8" fmla="*/ 15 w 15"/>
                  <a:gd name="T9" fmla="*/ 6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64">
                    <a:moveTo>
                      <a:pt x="15" y="64"/>
                    </a:moveTo>
                    <a:cubicBezTo>
                      <a:pt x="13" y="43"/>
                      <a:pt x="14" y="26"/>
                      <a:pt x="13" y="5"/>
                    </a:cubicBezTo>
                    <a:cubicBezTo>
                      <a:pt x="13" y="3"/>
                      <a:pt x="12" y="1"/>
                      <a:pt x="11" y="1"/>
                    </a:cubicBezTo>
                    <a:cubicBezTo>
                      <a:pt x="9" y="0"/>
                      <a:pt x="7" y="2"/>
                      <a:pt x="6" y="5"/>
                    </a:cubicBezTo>
                    <a:cubicBezTo>
                      <a:pt x="0" y="24"/>
                      <a:pt x="3" y="46"/>
                      <a:pt x="15" y="6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Freeform 22">
                <a:extLst>
                  <a:ext uri="{FF2B5EF4-FFF2-40B4-BE49-F238E27FC236}">
                    <a16:creationId xmlns:a16="http://schemas.microsoft.com/office/drawing/2014/main" id="{AF0F0E30-DA89-4E5D-AF06-7F6386933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938"/>
                <a:ext cx="109" cy="154"/>
              </a:xfrm>
              <a:custGeom>
                <a:avLst/>
                <a:gdLst>
                  <a:gd name="T0" fmla="*/ 0 w 47"/>
                  <a:gd name="T1" fmla="*/ 66 h 66"/>
                  <a:gd name="T2" fmla="*/ 34 w 47"/>
                  <a:gd name="T3" fmla="*/ 32 h 66"/>
                  <a:gd name="T4" fmla="*/ 45 w 47"/>
                  <a:gd name="T5" fmla="*/ 0 h 66"/>
                  <a:gd name="T6" fmla="*/ 20 w 47"/>
                  <a:gd name="T7" fmla="*/ 12 h 66"/>
                  <a:gd name="T8" fmla="*/ 8 w 47"/>
                  <a:gd name="T9" fmla="*/ 38 h 66"/>
                  <a:gd name="T10" fmla="*/ 0 w 47"/>
                  <a:gd name="T1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" h="66">
                    <a:moveTo>
                      <a:pt x="0" y="66"/>
                    </a:moveTo>
                    <a:cubicBezTo>
                      <a:pt x="14" y="57"/>
                      <a:pt x="25" y="46"/>
                      <a:pt x="34" y="32"/>
                    </a:cubicBezTo>
                    <a:cubicBezTo>
                      <a:pt x="41" y="23"/>
                      <a:pt x="47" y="11"/>
                      <a:pt x="45" y="0"/>
                    </a:cubicBezTo>
                    <a:cubicBezTo>
                      <a:pt x="36" y="0"/>
                      <a:pt x="27" y="5"/>
                      <a:pt x="20" y="12"/>
                    </a:cubicBezTo>
                    <a:cubicBezTo>
                      <a:pt x="14" y="20"/>
                      <a:pt x="10" y="29"/>
                      <a:pt x="8" y="38"/>
                    </a:cubicBezTo>
                    <a:cubicBezTo>
                      <a:pt x="5" y="47"/>
                      <a:pt x="3" y="57"/>
                      <a:pt x="0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Freeform 23">
                <a:extLst>
                  <a:ext uri="{FF2B5EF4-FFF2-40B4-BE49-F238E27FC236}">
                    <a16:creationId xmlns:a16="http://schemas.microsoft.com/office/drawing/2014/main" id="{50804100-4600-4D3D-B17A-B36B6ECD9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2943"/>
                <a:ext cx="200" cy="126"/>
              </a:xfrm>
              <a:custGeom>
                <a:avLst/>
                <a:gdLst>
                  <a:gd name="T0" fmla="*/ 1 w 86"/>
                  <a:gd name="T1" fmla="*/ 54 h 54"/>
                  <a:gd name="T2" fmla="*/ 86 w 86"/>
                  <a:gd name="T3" fmla="*/ 4 h 54"/>
                  <a:gd name="T4" fmla="*/ 54 w 86"/>
                  <a:gd name="T5" fmla="*/ 6 h 54"/>
                  <a:gd name="T6" fmla="*/ 0 w 86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" h="54">
                    <a:moveTo>
                      <a:pt x="1" y="54"/>
                    </a:moveTo>
                    <a:cubicBezTo>
                      <a:pt x="32" y="43"/>
                      <a:pt x="61" y="26"/>
                      <a:pt x="86" y="4"/>
                    </a:cubicBezTo>
                    <a:cubicBezTo>
                      <a:pt x="76" y="0"/>
                      <a:pt x="64" y="2"/>
                      <a:pt x="54" y="6"/>
                    </a:cubicBezTo>
                    <a:cubicBezTo>
                      <a:pt x="31" y="16"/>
                      <a:pt x="12" y="32"/>
                      <a:pt x="0" y="5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Freeform 24">
                <a:extLst>
                  <a:ext uri="{FF2B5EF4-FFF2-40B4-BE49-F238E27FC236}">
                    <a16:creationId xmlns:a16="http://schemas.microsoft.com/office/drawing/2014/main" id="{FB8FA27D-64F2-45CA-B4A4-B914B34F9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3057"/>
                <a:ext cx="223" cy="68"/>
              </a:xfrm>
              <a:custGeom>
                <a:avLst/>
                <a:gdLst>
                  <a:gd name="T0" fmla="*/ 0 w 96"/>
                  <a:gd name="T1" fmla="*/ 26 h 29"/>
                  <a:gd name="T2" fmla="*/ 48 w 96"/>
                  <a:gd name="T3" fmla="*/ 27 h 29"/>
                  <a:gd name="T4" fmla="*/ 92 w 96"/>
                  <a:gd name="T5" fmla="*/ 12 h 29"/>
                  <a:gd name="T6" fmla="*/ 95 w 96"/>
                  <a:gd name="T7" fmla="*/ 10 h 29"/>
                  <a:gd name="T8" fmla="*/ 94 w 96"/>
                  <a:gd name="T9" fmla="*/ 6 h 29"/>
                  <a:gd name="T10" fmla="*/ 90 w 96"/>
                  <a:gd name="T11" fmla="*/ 4 h 29"/>
                  <a:gd name="T12" fmla="*/ 42 w 96"/>
                  <a:gd name="T13" fmla="*/ 7 h 29"/>
                  <a:gd name="T14" fmla="*/ 0 w 96"/>
                  <a:gd name="T1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29">
                    <a:moveTo>
                      <a:pt x="0" y="26"/>
                    </a:moveTo>
                    <a:cubicBezTo>
                      <a:pt x="16" y="28"/>
                      <a:pt x="32" y="29"/>
                      <a:pt x="48" y="27"/>
                    </a:cubicBezTo>
                    <a:cubicBezTo>
                      <a:pt x="63" y="24"/>
                      <a:pt x="78" y="18"/>
                      <a:pt x="92" y="12"/>
                    </a:cubicBezTo>
                    <a:cubicBezTo>
                      <a:pt x="93" y="11"/>
                      <a:pt x="95" y="11"/>
                      <a:pt x="95" y="10"/>
                    </a:cubicBezTo>
                    <a:cubicBezTo>
                      <a:pt x="96" y="8"/>
                      <a:pt x="95" y="7"/>
                      <a:pt x="94" y="6"/>
                    </a:cubicBezTo>
                    <a:cubicBezTo>
                      <a:pt x="93" y="5"/>
                      <a:pt x="92" y="4"/>
                      <a:pt x="90" y="4"/>
                    </a:cubicBezTo>
                    <a:cubicBezTo>
                      <a:pt x="75" y="0"/>
                      <a:pt x="58" y="2"/>
                      <a:pt x="42" y="7"/>
                    </a:cubicBezTo>
                    <a:cubicBezTo>
                      <a:pt x="27" y="12"/>
                      <a:pt x="14" y="18"/>
                      <a:pt x="0" y="2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Freeform 25">
                <a:extLst>
                  <a:ext uri="{FF2B5EF4-FFF2-40B4-BE49-F238E27FC236}">
                    <a16:creationId xmlns:a16="http://schemas.microsoft.com/office/drawing/2014/main" id="{CCEC0BC2-B996-446A-9F4C-AFB99BD7E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3048"/>
                <a:ext cx="42" cy="163"/>
              </a:xfrm>
              <a:custGeom>
                <a:avLst/>
                <a:gdLst>
                  <a:gd name="T0" fmla="*/ 11 w 18"/>
                  <a:gd name="T1" fmla="*/ 69 h 70"/>
                  <a:gd name="T2" fmla="*/ 10 w 18"/>
                  <a:gd name="T3" fmla="*/ 0 h 70"/>
                  <a:gd name="T4" fmla="*/ 16 w 18"/>
                  <a:gd name="T5" fmla="*/ 34 h 70"/>
                  <a:gd name="T6" fmla="*/ 11 w 18"/>
                  <a:gd name="T7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70">
                    <a:moveTo>
                      <a:pt x="11" y="69"/>
                    </a:moveTo>
                    <a:cubicBezTo>
                      <a:pt x="0" y="48"/>
                      <a:pt x="1" y="22"/>
                      <a:pt x="10" y="0"/>
                    </a:cubicBezTo>
                    <a:cubicBezTo>
                      <a:pt x="17" y="10"/>
                      <a:pt x="18" y="22"/>
                      <a:pt x="16" y="34"/>
                    </a:cubicBezTo>
                    <a:cubicBezTo>
                      <a:pt x="15" y="46"/>
                      <a:pt x="12" y="58"/>
                      <a:pt x="11" y="70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Freeform 26">
                <a:extLst>
                  <a:ext uri="{FF2B5EF4-FFF2-40B4-BE49-F238E27FC236}">
                    <a16:creationId xmlns:a16="http://schemas.microsoft.com/office/drawing/2014/main" id="{005E9743-CCA5-44C4-9766-8E204A0D1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0" y="3157"/>
                <a:ext cx="170" cy="77"/>
              </a:xfrm>
              <a:custGeom>
                <a:avLst/>
                <a:gdLst>
                  <a:gd name="T0" fmla="*/ 72 w 73"/>
                  <a:gd name="T1" fmla="*/ 1 h 33"/>
                  <a:gd name="T2" fmla="*/ 0 w 73"/>
                  <a:gd name="T3" fmla="*/ 31 h 33"/>
                  <a:gd name="T4" fmla="*/ 39 w 73"/>
                  <a:gd name="T5" fmla="*/ 24 h 33"/>
                  <a:gd name="T6" fmla="*/ 73 w 73"/>
                  <a:gd name="T7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3">
                    <a:moveTo>
                      <a:pt x="72" y="1"/>
                    </a:moveTo>
                    <a:cubicBezTo>
                      <a:pt x="45" y="0"/>
                      <a:pt x="18" y="12"/>
                      <a:pt x="0" y="31"/>
                    </a:cubicBezTo>
                    <a:cubicBezTo>
                      <a:pt x="13" y="33"/>
                      <a:pt x="27" y="30"/>
                      <a:pt x="39" y="24"/>
                    </a:cubicBezTo>
                    <a:cubicBezTo>
                      <a:pt x="52" y="18"/>
                      <a:pt x="62" y="10"/>
                      <a:pt x="73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Freeform 27">
                <a:extLst>
                  <a:ext uri="{FF2B5EF4-FFF2-40B4-BE49-F238E27FC236}">
                    <a16:creationId xmlns:a16="http://schemas.microsoft.com/office/drawing/2014/main" id="{B7E6DBDC-D59D-410E-9DD8-1D038A594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3129"/>
                <a:ext cx="158" cy="70"/>
              </a:xfrm>
              <a:custGeom>
                <a:avLst/>
                <a:gdLst>
                  <a:gd name="T0" fmla="*/ 68 w 68"/>
                  <a:gd name="T1" fmla="*/ 3 h 30"/>
                  <a:gd name="T2" fmla="*/ 30 w 68"/>
                  <a:gd name="T3" fmla="*/ 4 h 30"/>
                  <a:gd name="T4" fmla="*/ 0 w 68"/>
                  <a:gd name="T5" fmla="*/ 29 h 30"/>
                  <a:gd name="T6" fmla="*/ 36 w 68"/>
                  <a:gd name="T7" fmla="*/ 22 h 30"/>
                  <a:gd name="T8" fmla="*/ 68 w 68"/>
                  <a:gd name="T9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0">
                    <a:moveTo>
                      <a:pt x="68" y="3"/>
                    </a:moveTo>
                    <a:cubicBezTo>
                      <a:pt x="55" y="2"/>
                      <a:pt x="42" y="0"/>
                      <a:pt x="30" y="4"/>
                    </a:cubicBezTo>
                    <a:cubicBezTo>
                      <a:pt x="17" y="8"/>
                      <a:pt x="5" y="17"/>
                      <a:pt x="0" y="29"/>
                    </a:cubicBezTo>
                    <a:cubicBezTo>
                      <a:pt x="13" y="30"/>
                      <a:pt x="25" y="27"/>
                      <a:pt x="36" y="22"/>
                    </a:cubicBezTo>
                    <a:cubicBezTo>
                      <a:pt x="48" y="17"/>
                      <a:pt x="58" y="10"/>
                      <a:pt x="68" y="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Freeform 28">
                <a:extLst>
                  <a:ext uri="{FF2B5EF4-FFF2-40B4-BE49-F238E27FC236}">
                    <a16:creationId xmlns:a16="http://schemas.microsoft.com/office/drawing/2014/main" id="{813878ED-ECA0-40FC-8E15-B364132A8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085"/>
                <a:ext cx="181" cy="56"/>
              </a:xfrm>
              <a:custGeom>
                <a:avLst/>
                <a:gdLst>
                  <a:gd name="T0" fmla="*/ 77 w 78"/>
                  <a:gd name="T1" fmla="*/ 22 h 24"/>
                  <a:gd name="T2" fmla="*/ 39 w 78"/>
                  <a:gd name="T3" fmla="*/ 3 h 24"/>
                  <a:gd name="T4" fmla="*/ 0 w 78"/>
                  <a:gd name="T5" fmla="*/ 13 h 24"/>
                  <a:gd name="T6" fmla="*/ 37 w 78"/>
                  <a:gd name="T7" fmla="*/ 20 h 24"/>
                  <a:gd name="T8" fmla="*/ 78 w 78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24">
                    <a:moveTo>
                      <a:pt x="77" y="22"/>
                    </a:moveTo>
                    <a:cubicBezTo>
                      <a:pt x="65" y="15"/>
                      <a:pt x="53" y="7"/>
                      <a:pt x="39" y="3"/>
                    </a:cubicBezTo>
                    <a:cubicBezTo>
                      <a:pt x="25" y="0"/>
                      <a:pt x="9" y="3"/>
                      <a:pt x="0" y="13"/>
                    </a:cubicBezTo>
                    <a:cubicBezTo>
                      <a:pt x="11" y="20"/>
                      <a:pt x="24" y="20"/>
                      <a:pt x="37" y="20"/>
                    </a:cubicBezTo>
                    <a:cubicBezTo>
                      <a:pt x="50" y="20"/>
                      <a:pt x="66" y="20"/>
                      <a:pt x="78" y="24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Freeform 29">
                <a:extLst>
                  <a:ext uri="{FF2B5EF4-FFF2-40B4-BE49-F238E27FC236}">
                    <a16:creationId xmlns:a16="http://schemas.microsoft.com/office/drawing/2014/main" id="{F86D88B3-08E8-4E7C-9627-D8AF6B20A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45"/>
                <a:ext cx="72" cy="194"/>
              </a:xfrm>
              <a:custGeom>
                <a:avLst/>
                <a:gdLst>
                  <a:gd name="T0" fmla="*/ 28 w 31"/>
                  <a:gd name="T1" fmla="*/ 83 h 83"/>
                  <a:gd name="T2" fmla="*/ 8 w 31"/>
                  <a:gd name="T3" fmla="*/ 0 h 83"/>
                  <a:gd name="T4" fmla="*/ 28 w 3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83">
                    <a:moveTo>
                      <a:pt x="28" y="83"/>
                    </a:moveTo>
                    <a:cubicBezTo>
                      <a:pt x="8" y="63"/>
                      <a:pt x="0" y="27"/>
                      <a:pt x="8" y="0"/>
                    </a:cubicBezTo>
                    <a:cubicBezTo>
                      <a:pt x="24" y="24"/>
                      <a:pt x="31" y="54"/>
                      <a:pt x="28" y="8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Freeform 30">
                <a:extLst>
                  <a:ext uri="{FF2B5EF4-FFF2-40B4-BE49-F238E27FC236}">
                    <a16:creationId xmlns:a16="http://schemas.microsoft.com/office/drawing/2014/main" id="{06D701D0-076E-4A35-A684-4ED5E0C0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855"/>
                <a:ext cx="114" cy="153"/>
              </a:xfrm>
              <a:custGeom>
                <a:avLst/>
                <a:gdLst>
                  <a:gd name="T0" fmla="*/ 0 w 49"/>
                  <a:gd name="T1" fmla="*/ 66 h 66"/>
                  <a:gd name="T2" fmla="*/ 10 w 49"/>
                  <a:gd name="T3" fmla="*/ 38 h 66"/>
                  <a:gd name="T4" fmla="*/ 24 w 49"/>
                  <a:gd name="T5" fmla="*/ 13 h 66"/>
                  <a:gd name="T6" fmla="*/ 49 w 49"/>
                  <a:gd name="T7" fmla="*/ 0 h 66"/>
                  <a:gd name="T8" fmla="*/ 0 w 49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6">
                    <a:moveTo>
                      <a:pt x="0" y="66"/>
                    </a:moveTo>
                    <a:cubicBezTo>
                      <a:pt x="3" y="57"/>
                      <a:pt x="6" y="47"/>
                      <a:pt x="10" y="38"/>
                    </a:cubicBezTo>
                    <a:cubicBezTo>
                      <a:pt x="13" y="29"/>
                      <a:pt x="17" y="21"/>
                      <a:pt x="24" y="13"/>
                    </a:cubicBezTo>
                    <a:cubicBezTo>
                      <a:pt x="30" y="6"/>
                      <a:pt x="39" y="1"/>
                      <a:pt x="49" y="0"/>
                    </a:cubicBezTo>
                    <a:cubicBezTo>
                      <a:pt x="43" y="28"/>
                      <a:pt x="25" y="52"/>
                      <a:pt x="0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Freeform 31">
                <a:extLst>
                  <a:ext uri="{FF2B5EF4-FFF2-40B4-BE49-F238E27FC236}">
                    <a16:creationId xmlns:a16="http://schemas.microsoft.com/office/drawing/2014/main" id="{DA28EC26-EE71-42F0-96A1-80424A21A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2948"/>
                <a:ext cx="123" cy="86"/>
              </a:xfrm>
              <a:custGeom>
                <a:avLst/>
                <a:gdLst>
                  <a:gd name="T0" fmla="*/ 53 w 53"/>
                  <a:gd name="T1" fmla="*/ 37 h 37"/>
                  <a:gd name="T2" fmla="*/ 30 w 53"/>
                  <a:gd name="T3" fmla="*/ 10 h 37"/>
                  <a:gd name="T4" fmla="*/ 0 w 53"/>
                  <a:gd name="T5" fmla="*/ 2 h 37"/>
                  <a:gd name="T6" fmla="*/ 53 w 53"/>
                  <a:gd name="T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7">
                    <a:moveTo>
                      <a:pt x="53" y="37"/>
                    </a:moveTo>
                    <a:cubicBezTo>
                      <a:pt x="46" y="29"/>
                      <a:pt x="39" y="17"/>
                      <a:pt x="30" y="10"/>
                    </a:cubicBezTo>
                    <a:cubicBezTo>
                      <a:pt x="22" y="4"/>
                      <a:pt x="11" y="0"/>
                      <a:pt x="0" y="2"/>
                    </a:cubicBezTo>
                    <a:cubicBezTo>
                      <a:pt x="11" y="21"/>
                      <a:pt x="31" y="35"/>
                      <a:pt x="53" y="37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Freeform 32">
                <a:extLst>
                  <a:ext uri="{FF2B5EF4-FFF2-40B4-BE49-F238E27FC236}">
                    <a16:creationId xmlns:a16="http://schemas.microsoft.com/office/drawing/2014/main" id="{AA48A12D-AF6D-4A53-95C5-E332FCC6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2857"/>
                <a:ext cx="49" cy="154"/>
              </a:xfrm>
              <a:custGeom>
                <a:avLst/>
                <a:gdLst>
                  <a:gd name="T0" fmla="*/ 12 w 21"/>
                  <a:gd name="T1" fmla="*/ 65 h 66"/>
                  <a:gd name="T2" fmla="*/ 2 w 21"/>
                  <a:gd name="T3" fmla="*/ 33 h 66"/>
                  <a:gd name="T4" fmla="*/ 7 w 21"/>
                  <a:gd name="T5" fmla="*/ 0 h 66"/>
                  <a:gd name="T6" fmla="*/ 12 w 21"/>
                  <a:gd name="T7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66">
                    <a:moveTo>
                      <a:pt x="12" y="65"/>
                    </a:moveTo>
                    <a:cubicBezTo>
                      <a:pt x="7" y="55"/>
                      <a:pt x="3" y="44"/>
                      <a:pt x="2" y="33"/>
                    </a:cubicBezTo>
                    <a:cubicBezTo>
                      <a:pt x="0" y="22"/>
                      <a:pt x="1" y="10"/>
                      <a:pt x="7" y="0"/>
                    </a:cubicBezTo>
                    <a:cubicBezTo>
                      <a:pt x="18" y="21"/>
                      <a:pt x="21" y="44"/>
                      <a:pt x="12" y="66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33">
                <a:extLst>
                  <a:ext uri="{FF2B5EF4-FFF2-40B4-BE49-F238E27FC236}">
                    <a16:creationId xmlns:a16="http://schemas.microsoft.com/office/drawing/2014/main" id="{1BA174EC-1772-4F3C-8788-9806BA971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752"/>
                <a:ext cx="140" cy="105"/>
              </a:xfrm>
              <a:custGeom>
                <a:avLst/>
                <a:gdLst>
                  <a:gd name="T0" fmla="*/ 0 w 60"/>
                  <a:gd name="T1" fmla="*/ 45 h 45"/>
                  <a:gd name="T2" fmla="*/ 46 w 60"/>
                  <a:gd name="T3" fmla="*/ 2 h 45"/>
                  <a:gd name="T4" fmla="*/ 54 w 60"/>
                  <a:gd name="T5" fmla="*/ 1 h 45"/>
                  <a:gd name="T6" fmla="*/ 60 w 60"/>
                  <a:gd name="T7" fmla="*/ 6 h 45"/>
                  <a:gd name="T8" fmla="*/ 55 w 60"/>
                  <a:gd name="T9" fmla="*/ 15 h 45"/>
                  <a:gd name="T10" fmla="*/ 0 w 60"/>
                  <a:gd name="T1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45">
                    <a:moveTo>
                      <a:pt x="0" y="45"/>
                    </a:moveTo>
                    <a:cubicBezTo>
                      <a:pt x="6" y="24"/>
                      <a:pt x="25" y="9"/>
                      <a:pt x="46" y="2"/>
                    </a:cubicBezTo>
                    <a:cubicBezTo>
                      <a:pt x="48" y="1"/>
                      <a:pt x="51" y="0"/>
                      <a:pt x="54" y="1"/>
                    </a:cubicBezTo>
                    <a:cubicBezTo>
                      <a:pt x="56" y="1"/>
                      <a:pt x="59" y="3"/>
                      <a:pt x="60" y="6"/>
                    </a:cubicBezTo>
                    <a:cubicBezTo>
                      <a:pt x="60" y="9"/>
                      <a:pt x="57" y="12"/>
                      <a:pt x="55" y="15"/>
                    </a:cubicBezTo>
                    <a:cubicBezTo>
                      <a:pt x="39" y="29"/>
                      <a:pt x="20" y="39"/>
                      <a:pt x="0" y="4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Freeform 34">
                <a:extLst>
                  <a:ext uri="{FF2B5EF4-FFF2-40B4-BE49-F238E27FC236}">
                    <a16:creationId xmlns:a16="http://schemas.microsoft.com/office/drawing/2014/main" id="{309F72D9-93A0-4400-A365-D73EA20B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655"/>
                <a:ext cx="77" cy="174"/>
              </a:xfrm>
              <a:custGeom>
                <a:avLst/>
                <a:gdLst>
                  <a:gd name="T0" fmla="*/ 0 w 33"/>
                  <a:gd name="T1" fmla="*/ 70 h 75"/>
                  <a:gd name="T2" fmla="*/ 6 w 33"/>
                  <a:gd name="T3" fmla="*/ 30 h 75"/>
                  <a:gd name="T4" fmla="*/ 31 w 33"/>
                  <a:gd name="T5" fmla="*/ 0 h 75"/>
                  <a:gd name="T6" fmla="*/ 20 w 33"/>
                  <a:gd name="T7" fmla="*/ 39 h 75"/>
                  <a:gd name="T8" fmla="*/ 0 w 33"/>
                  <a:gd name="T9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75">
                    <a:moveTo>
                      <a:pt x="0" y="70"/>
                    </a:moveTo>
                    <a:cubicBezTo>
                      <a:pt x="1" y="57"/>
                      <a:pt x="2" y="43"/>
                      <a:pt x="6" y="30"/>
                    </a:cubicBezTo>
                    <a:cubicBezTo>
                      <a:pt x="10" y="18"/>
                      <a:pt x="19" y="6"/>
                      <a:pt x="31" y="0"/>
                    </a:cubicBezTo>
                    <a:cubicBezTo>
                      <a:pt x="33" y="14"/>
                      <a:pt x="27" y="27"/>
                      <a:pt x="20" y="39"/>
                    </a:cubicBezTo>
                    <a:cubicBezTo>
                      <a:pt x="13" y="51"/>
                      <a:pt x="4" y="62"/>
                      <a:pt x="0" y="75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Freeform 35">
                <a:extLst>
                  <a:ext uri="{FF2B5EF4-FFF2-40B4-BE49-F238E27FC236}">
                    <a16:creationId xmlns:a16="http://schemas.microsoft.com/office/drawing/2014/main" id="{88A72B2C-1E34-469C-8DE4-018562D07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2669"/>
                <a:ext cx="95" cy="169"/>
              </a:xfrm>
              <a:custGeom>
                <a:avLst/>
                <a:gdLst>
                  <a:gd name="T0" fmla="*/ 41 w 41"/>
                  <a:gd name="T1" fmla="*/ 73 h 73"/>
                  <a:gd name="T2" fmla="*/ 26 w 41"/>
                  <a:gd name="T3" fmla="*/ 26 h 73"/>
                  <a:gd name="T4" fmla="*/ 4 w 41"/>
                  <a:gd name="T5" fmla="*/ 0 h 73"/>
                  <a:gd name="T6" fmla="*/ 5 w 41"/>
                  <a:gd name="T7" fmla="*/ 29 h 73"/>
                  <a:gd name="T8" fmla="*/ 22 w 41"/>
                  <a:gd name="T9" fmla="*/ 53 h 73"/>
                  <a:gd name="T10" fmla="*/ 41 w 41"/>
                  <a:gd name="T11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73">
                    <a:moveTo>
                      <a:pt x="41" y="73"/>
                    </a:moveTo>
                    <a:cubicBezTo>
                      <a:pt x="35" y="58"/>
                      <a:pt x="35" y="39"/>
                      <a:pt x="26" y="26"/>
                    </a:cubicBezTo>
                    <a:cubicBezTo>
                      <a:pt x="19" y="16"/>
                      <a:pt x="9" y="10"/>
                      <a:pt x="4" y="0"/>
                    </a:cubicBezTo>
                    <a:cubicBezTo>
                      <a:pt x="0" y="10"/>
                      <a:pt x="1" y="20"/>
                      <a:pt x="5" y="29"/>
                    </a:cubicBezTo>
                    <a:cubicBezTo>
                      <a:pt x="9" y="38"/>
                      <a:pt x="15" y="46"/>
                      <a:pt x="22" y="53"/>
                    </a:cubicBezTo>
                    <a:cubicBezTo>
                      <a:pt x="29" y="60"/>
                      <a:pt x="34" y="66"/>
                      <a:pt x="41" y="73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Oval 36">
                <a:extLst>
                  <a:ext uri="{FF2B5EF4-FFF2-40B4-BE49-F238E27FC236}">
                    <a16:creationId xmlns:a16="http://schemas.microsoft.com/office/drawing/2014/main" id="{CB39141B-57A7-48ED-9F9F-39C923B37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8" y="2827"/>
                <a:ext cx="2" cy="1051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Freeform 37">
                <a:extLst>
                  <a:ext uri="{FF2B5EF4-FFF2-40B4-BE49-F238E27FC236}">
                    <a16:creationId xmlns:a16="http://schemas.microsoft.com/office/drawing/2014/main" id="{93157884-E18D-471F-877C-24AEFE757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173"/>
                <a:ext cx="205" cy="107"/>
              </a:xfrm>
              <a:custGeom>
                <a:avLst/>
                <a:gdLst>
                  <a:gd name="T0" fmla="*/ 88 w 88"/>
                  <a:gd name="T1" fmla="*/ 0 h 46"/>
                  <a:gd name="T2" fmla="*/ 84 w 88"/>
                  <a:gd name="T3" fmla="*/ 1 h 46"/>
                  <a:gd name="T4" fmla="*/ 74 w 88"/>
                  <a:gd name="T5" fmla="*/ 5 h 46"/>
                  <a:gd name="T6" fmla="*/ 40 w 88"/>
                  <a:gd name="T7" fmla="*/ 18 h 46"/>
                  <a:gd name="T8" fmla="*/ 7 w 88"/>
                  <a:gd name="T9" fmla="*/ 34 h 46"/>
                  <a:gd name="T10" fmla="*/ 1 w 88"/>
                  <a:gd name="T11" fmla="*/ 43 h 46"/>
                  <a:gd name="T12" fmla="*/ 0 w 88"/>
                  <a:gd name="T13" fmla="*/ 46 h 46"/>
                  <a:gd name="T14" fmla="*/ 0 w 88"/>
                  <a:gd name="T15" fmla="*/ 45 h 46"/>
                  <a:gd name="T16" fmla="*/ 0 w 88"/>
                  <a:gd name="T17" fmla="*/ 42 h 46"/>
                  <a:gd name="T18" fmla="*/ 7 w 88"/>
                  <a:gd name="T19" fmla="*/ 33 h 46"/>
                  <a:gd name="T20" fmla="*/ 21 w 88"/>
                  <a:gd name="T21" fmla="*/ 24 h 46"/>
                  <a:gd name="T22" fmla="*/ 39 w 88"/>
                  <a:gd name="T23" fmla="*/ 16 h 46"/>
                  <a:gd name="T24" fmla="*/ 74 w 88"/>
                  <a:gd name="T25" fmla="*/ 4 h 46"/>
                  <a:gd name="T26" fmla="*/ 84 w 88"/>
                  <a:gd name="T27" fmla="*/ 1 h 46"/>
                  <a:gd name="T28" fmla="*/ 88 w 88"/>
                  <a:gd name="T2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46">
                    <a:moveTo>
                      <a:pt x="88" y="0"/>
                    </a:moveTo>
                    <a:cubicBezTo>
                      <a:pt x="88" y="0"/>
                      <a:pt x="87" y="1"/>
                      <a:pt x="84" y="1"/>
                    </a:cubicBezTo>
                    <a:cubicBezTo>
                      <a:pt x="82" y="2"/>
                      <a:pt x="78" y="4"/>
                      <a:pt x="74" y="5"/>
                    </a:cubicBezTo>
                    <a:cubicBezTo>
                      <a:pt x="65" y="8"/>
                      <a:pt x="53" y="12"/>
                      <a:pt x="40" y="18"/>
                    </a:cubicBezTo>
                    <a:cubicBezTo>
                      <a:pt x="27" y="23"/>
                      <a:pt x="14" y="28"/>
                      <a:pt x="7" y="34"/>
                    </a:cubicBezTo>
                    <a:cubicBezTo>
                      <a:pt x="4" y="37"/>
                      <a:pt x="2" y="40"/>
                      <a:pt x="1" y="43"/>
                    </a:cubicBezTo>
                    <a:cubicBezTo>
                      <a:pt x="0" y="45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0" y="42"/>
                    </a:cubicBezTo>
                    <a:cubicBezTo>
                      <a:pt x="1" y="40"/>
                      <a:pt x="3" y="36"/>
                      <a:pt x="7" y="33"/>
                    </a:cubicBezTo>
                    <a:cubicBezTo>
                      <a:pt x="10" y="30"/>
                      <a:pt x="15" y="27"/>
                      <a:pt x="21" y="24"/>
                    </a:cubicBezTo>
                    <a:cubicBezTo>
                      <a:pt x="26" y="22"/>
                      <a:pt x="33" y="19"/>
                      <a:pt x="39" y="16"/>
                    </a:cubicBezTo>
                    <a:cubicBezTo>
                      <a:pt x="52" y="11"/>
                      <a:pt x="65" y="7"/>
                      <a:pt x="74" y="4"/>
                    </a:cubicBezTo>
                    <a:cubicBezTo>
                      <a:pt x="78" y="3"/>
                      <a:pt x="82" y="2"/>
                      <a:pt x="84" y="1"/>
                    </a:cubicBezTo>
                    <a:cubicBezTo>
                      <a:pt x="87" y="0"/>
                      <a:pt x="88" y="0"/>
                      <a:pt x="8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Freeform 38">
                <a:extLst>
                  <a:ext uri="{FF2B5EF4-FFF2-40B4-BE49-F238E27FC236}">
                    <a16:creationId xmlns:a16="http://schemas.microsoft.com/office/drawing/2014/main" id="{4CBEA3D8-1D69-4F93-8481-691F29C7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3008"/>
                <a:ext cx="256" cy="245"/>
              </a:xfrm>
              <a:custGeom>
                <a:avLst/>
                <a:gdLst>
                  <a:gd name="T0" fmla="*/ 110 w 110"/>
                  <a:gd name="T1" fmla="*/ 0 h 105"/>
                  <a:gd name="T2" fmla="*/ 109 w 110"/>
                  <a:gd name="T3" fmla="*/ 1 h 105"/>
                  <a:gd name="T4" fmla="*/ 106 w 110"/>
                  <a:gd name="T5" fmla="*/ 4 h 105"/>
                  <a:gd name="T6" fmla="*/ 94 w 110"/>
                  <a:gd name="T7" fmla="*/ 15 h 105"/>
                  <a:gd name="T8" fmla="*/ 53 w 110"/>
                  <a:gd name="T9" fmla="*/ 51 h 105"/>
                  <a:gd name="T10" fmla="*/ 15 w 110"/>
                  <a:gd name="T11" fmla="*/ 88 h 105"/>
                  <a:gd name="T12" fmla="*/ 4 w 110"/>
                  <a:gd name="T13" fmla="*/ 101 h 105"/>
                  <a:gd name="T14" fmla="*/ 1 w 110"/>
                  <a:gd name="T15" fmla="*/ 104 h 105"/>
                  <a:gd name="T16" fmla="*/ 0 w 110"/>
                  <a:gd name="T17" fmla="*/ 105 h 105"/>
                  <a:gd name="T18" fmla="*/ 0 w 110"/>
                  <a:gd name="T19" fmla="*/ 104 h 105"/>
                  <a:gd name="T20" fmla="*/ 3 w 110"/>
                  <a:gd name="T21" fmla="*/ 100 h 105"/>
                  <a:gd name="T22" fmla="*/ 14 w 110"/>
                  <a:gd name="T23" fmla="*/ 88 h 105"/>
                  <a:gd name="T24" fmla="*/ 52 w 110"/>
                  <a:gd name="T25" fmla="*/ 50 h 105"/>
                  <a:gd name="T26" fmla="*/ 93 w 110"/>
                  <a:gd name="T27" fmla="*/ 14 h 105"/>
                  <a:gd name="T28" fmla="*/ 105 w 110"/>
                  <a:gd name="T29" fmla="*/ 4 h 105"/>
                  <a:gd name="T30" fmla="*/ 109 w 110"/>
                  <a:gd name="T31" fmla="*/ 1 h 105"/>
                  <a:gd name="T32" fmla="*/ 110 w 110"/>
                  <a:gd name="T3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0" h="105">
                    <a:moveTo>
                      <a:pt x="110" y="0"/>
                    </a:moveTo>
                    <a:cubicBezTo>
                      <a:pt x="110" y="0"/>
                      <a:pt x="110" y="0"/>
                      <a:pt x="109" y="1"/>
                    </a:cubicBezTo>
                    <a:cubicBezTo>
                      <a:pt x="108" y="2"/>
                      <a:pt x="107" y="3"/>
                      <a:pt x="106" y="4"/>
                    </a:cubicBezTo>
                    <a:cubicBezTo>
                      <a:pt x="103" y="7"/>
                      <a:pt x="99" y="10"/>
                      <a:pt x="94" y="15"/>
                    </a:cubicBezTo>
                    <a:cubicBezTo>
                      <a:pt x="83" y="24"/>
                      <a:pt x="69" y="37"/>
                      <a:pt x="53" y="51"/>
                    </a:cubicBezTo>
                    <a:cubicBezTo>
                      <a:pt x="38" y="65"/>
                      <a:pt x="24" y="78"/>
                      <a:pt x="15" y="88"/>
                    </a:cubicBezTo>
                    <a:cubicBezTo>
                      <a:pt x="10" y="93"/>
                      <a:pt x="6" y="98"/>
                      <a:pt x="4" y="101"/>
                    </a:cubicBezTo>
                    <a:cubicBezTo>
                      <a:pt x="2" y="102"/>
                      <a:pt x="1" y="103"/>
                      <a:pt x="1" y="104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5"/>
                      <a:pt x="0" y="105"/>
                      <a:pt x="0" y="104"/>
                    </a:cubicBezTo>
                    <a:cubicBezTo>
                      <a:pt x="1" y="103"/>
                      <a:pt x="2" y="102"/>
                      <a:pt x="3" y="100"/>
                    </a:cubicBezTo>
                    <a:cubicBezTo>
                      <a:pt x="6" y="97"/>
                      <a:pt x="9" y="93"/>
                      <a:pt x="14" y="88"/>
                    </a:cubicBezTo>
                    <a:cubicBezTo>
                      <a:pt x="23" y="77"/>
                      <a:pt x="37" y="64"/>
                      <a:pt x="52" y="50"/>
                    </a:cubicBezTo>
                    <a:cubicBezTo>
                      <a:pt x="68" y="36"/>
                      <a:pt x="83" y="23"/>
                      <a:pt x="93" y="14"/>
                    </a:cubicBezTo>
                    <a:cubicBezTo>
                      <a:pt x="98" y="10"/>
                      <a:pt x="102" y="6"/>
                      <a:pt x="105" y="4"/>
                    </a:cubicBezTo>
                    <a:cubicBezTo>
                      <a:pt x="107" y="2"/>
                      <a:pt x="108" y="1"/>
                      <a:pt x="109" y="1"/>
                    </a:cubicBezTo>
                    <a:cubicBezTo>
                      <a:pt x="110" y="0"/>
                      <a:pt x="110" y="0"/>
                      <a:pt x="11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Freeform 39">
                <a:extLst>
                  <a:ext uri="{FF2B5EF4-FFF2-40B4-BE49-F238E27FC236}">
                    <a16:creationId xmlns:a16="http://schemas.microsoft.com/office/drawing/2014/main" id="{5569B650-C5B8-4D17-847F-36288BBD4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3078"/>
                <a:ext cx="28" cy="81"/>
              </a:xfrm>
              <a:custGeom>
                <a:avLst/>
                <a:gdLst>
                  <a:gd name="T0" fmla="*/ 0 w 12"/>
                  <a:gd name="T1" fmla="*/ 35 h 35"/>
                  <a:gd name="T2" fmla="*/ 7 w 12"/>
                  <a:gd name="T3" fmla="*/ 18 h 35"/>
                  <a:gd name="T4" fmla="*/ 12 w 12"/>
                  <a:gd name="T5" fmla="*/ 0 h 35"/>
                  <a:gd name="T6" fmla="*/ 8 w 12"/>
                  <a:gd name="T7" fmla="*/ 18 h 35"/>
                  <a:gd name="T8" fmla="*/ 3 w 12"/>
                  <a:gd name="T9" fmla="*/ 30 h 35"/>
                  <a:gd name="T10" fmla="*/ 0 w 12"/>
                  <a:gd name="T1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35">
                    <a:moveTo>
                      <a:pt x="0" y="35"/>
                    </a:moveTo>
                    <a:cubicBezTo>
                      <a:pt x="0" y="35"/>
                      <a:pt x="3" y="27"/>
                      <a:pt x="7" y="18"/>
                    </a:cubicBezTo>
                    <a:cubicBezTo>
                      <a:pt x="10" y="8"/>
                      <a:pt x="11" y="0"/>
                      <a:pt x="12" y="0"/>
                    </a:cubicBezTo>
                    <a:cubicBezTo>
                      <a:pt x="12" y="0"/>
                      <a:pt x="11" y="9"/>
                      <a:pt x="8" y="18"/>
                    </a:cubicBezTo>
                    <a:cubicBezTo>
                      <a:pt x="6" y="23"/>
                      <a:pt x="4" y="27"/>
                      <a:pt x="3" y="30"/>
                    </a:cubicBezTo>
                    <a:cubicBezTo>
                      <a:pt x="2" y="33"/>
                      <a:pt x="1" y="35"/>
                      <a:pt x="0" y="3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40">
                <a:extLst>
                  <a:ext uri="{FF2B5EF4-FFF2-40B4-BE49-F238E27FC236}">
                    <a16:creationId xmlns:a16="http://schemas.microsoft.com/office/drawing/2014/main" id="{627D533B-9995-4291-82EA-24DF1BD35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129"/>
                <a:ext cx="137" cy="172"/>
              </a:xfrm>
              <a:custGeom>
                <a:avLst/>
                <a:gdLst>
                  <a:gd name="T0" fmla="*/ 59 w 59"/>
                  <a:gd name="T1" fmla="*/ 74 h 74"/>
                  <a:gd name="T2" fmla="*/ 56 w 59"/>
                  <a:gd name="T3" fmla="*/ 72 h 74"/>
                  <a:gd name="T4" fmla="*/ 50 w 59"/>
                  <a:gd name="T5" fmla="*/ 64 h 74"/>
                  <a:gd name="T6" fmla="*/ 30 w 59"/>
                  <a:gd name="T7" fmla="*/ 37 h 74"/>
                  <a:gd name="T8" fmla="*/ 9 w 59"/>
                  <a:gd name="T9" fmla="*/ 11 h 74"/>
                  <a:gd name="T10" fmla="*/ 2 w 59"/>
                  <a:gd name="T11" fmla="*/ 4 h 74"/>
                  <a:gd name="T12" fmla="*/ 0 w 59"/>
                  <a:gd name="T13" fmla="*/ 1 h 74"/>
                  <a:gd name="T14" fmla="*/ 3 w 59"/>
                  <a:gd name="T15" fmla="*/ 3 h 74"/>
                  <a:gd name="T16" fmla="*/ 10 w 59"/>
                  <a:gd name="T17" fmla="*/ 11 h 74"/>
                  <a:gd name="T18" fmla="*/ 31 w 59"/>
                  <a:gd name="T19" fmla="*/ 36 h 74"/>
                  <a:gd name="T20" fmla="*/ 51 w 59"/>
                  <a:gd name="T21" fmla="*/ 63 h 74"/>
                  <a:gd name="T22" fmla="*/ 57 w 59"/>
                  <a:gd name="T23" fmla="*/ 71 h 74"/>
                  <a:gd name="T24" fmla="*/ 59 w 59"/>
                  <a:gd name="T25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74">
                    <a:moveTo>
                      <a:pt x="59" y="74"/>
                    </a:moveTo>
                    <a:cubicBezTo>
                      <a:pt x="59" y="74"/>
                      <a:pt x="58" y="73"/>
                      <a:pt x="56" y="72"/>
                    </a:cubicBezTo>
                    <a:cubicBezTo>
                      <a:pt x="55" y="70"/>
                      <a:pt x="53" y="67"/>
                      <a:pt x="50" y="64"/>
                    </a:cubicBezTo>
                    <a:cubicBezTo>
                      <a:pt x="45" y="57"/>
                      <a:pt x="38" y="48"/>
                      <a:pt x="30" y="37"/>
                    </a:cubicBezTo>
                    <a:cubicBezTo>
                      <a:pt x="22" y="27"/>
                      <a:pt x="14" y="18"/>
                      <a:pt x="9" y="11"/>
                    </a:cubicBezTo>
                    <a:cubicBezTo>
                      <a:pt x="6" y="8"/>
                      <a:pt x="4" y="6"/>
                      <a:pt x="2" y="4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0" y="0"/>
                      <a:pt x="1" y="1"/>
                      <a:pt x="3" y="3"/>
                    </a:cubicBezTo>
                    <a:cubicBezTo>
                      <a:pt x="4" y="5"/>
                      <a:pt x="7" y="8"/>
                      <a:pt x="10" y="11"/>
                    </a:cubicBezTo>
                    <a:cubicBezTo>
                      <a:pt x="15" y="17"/>
                      <a:pt x="23" y="26"/>
                      <a:pt x="31" y="36"/>
                    </a:cubicBezTo>
                    <a:cubicBezTo>
                      <a:pt x="39" y="47"/>
                      <a:pt x="46" y="56"/>
                      <a:pt x="51" y="63"/>
                    </a:cubicBezTo>
                    <a:cubicBezTo>
                      <a:pt x="54" y="66"/>
                      <a:pt x="56" y="69"/>
                      <a:pt x="57" y="71"/>
                    </a:cubicBezTo>
                    <a:cubicBezTo>
                      <a:pt x="58" y="73"/>
                      <a:pt x="59" y="74"/>
                      <a:pt x="59" y="7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 41">
                <a:extLst>
                  <a:ext uri="{FF2B5EF4-FFF2-40B4-BE49-F238E27FC236}">
                    <a16:creationId xmlns:a16="http://schemas.microsoft.com/office/drawing/2014/main" id="{BDA4684B-953F-44FE-AD3C-F2649DD32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" y="3173"/>
                <a:ext cx="26" cy="73"/>
              </a:xfrm>
              <a:custGeom>
                <a:avLst/>
                <a:gdLst>
                  <a:gd name="T0" fmla="*/ 10 w 11"/>
                  <a:gd name="T1" fmla="*/ 31 h 31"/>
                  <a:gd name="T2" fmla="*/ 2 w 11"/>
                  <a:gd name="T3" fmla="*/ 15 h 31"/>
                  <a:gd name="T4" fmla="*/ 0 w 11"/>
                  <a:gd name="T5" fmla="*/ 0 h 31"/>
                  <a:gd name="T6" fmla="*/ 1 w 11"/>
                  <a:gd name="T7" fmla="*/ 0 h 31"/>
                  <a:gd name="T8" fmla="*/ 1 w 11"/>
                  <a:gd name="T9" fmla="*/ 2 h 31"/>
                  <a:gd name="T10" fmla="*/ 0 w 11"/>
                  <a:gd name="T11" fmla="*/ 0 h 31"/>
                  <a:gd name="T12" fmla="*/ 1 w 11"/>
                  <a:gd name="T13" fmla="*/ 0 h 31"/>
                  <a:gd name="T14" fmla="*/ 4 w 11"/>
                  <a:gd name="T15" fmla="*/ 15 h 31"/>
                  <a:gd name="T16" fmla="*/ 10 w 11"/>
                  <a:gd name="T1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31">
                    <a:moveTo>
                      <a:pt x="10" y="31"/>
                    </a:moveTo>
                    <a:cubicBezTo>
                      <a:pt x="10" y="31"/>
                      <a:pt x="5" y="25"/>
                      <a:pt x="2" y="15"/>
                    </a:cubicBezTo>
                    <a:cubicBezTo>
                      <a:pt x="0" y="9"/>
                      <a:pt x="0" y="3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2" y="9"/>
                      <a:pt x="4" y="15"/>
                    </a:cubicBezTo>
                    <a:cubicBezTo>
                      <a:pt x="6" y="24"/>
                      <a:pt x="11" y="30"/>
                      <a:pt x="10" y="3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Freeform 42">
                <a:extLst>
                  <a:ext uri="{FF2B5EF4-FFF2-40B4-BE49-F238E27FC236}">
                    <a16:creationId xmlns:a16="http://schemas.microsoft.com/office/drawing/2014/main" id="{B403DA55-3B9B-47F2-A174-173453AF4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157"/>
                <a:ext cx="103" cy="14"/>
              </a:xfrm>
              <a:custGeom>
                <a:avLst/>
                <a:gdLst>
                  <a:gd name="T0" fmla="*/ 43 w 44"/>
                  <a:gd name="T1" fmla="*/ 6 h 6"/>
                  <a:gd name="T2" fmla="*/ 38 w 44"/>
                  <a:gd name="T3" fmla="*/ 3 h 6"/>
                  <a:gd name="T4" fmla="*/ 22 w 44"/>
                  <a:gd name="T5" fmla="*/ 2 h 6"/>
                  <a:gd name="T6" fmla="*/ 6 w 44"/>
                  <a:gd name="T7" fmla="*/ 4 h 6"/>
                  <a:gd name="T8" fmla="*/ 0 w 44"/>
                  <a:gd name="T9" fmla="*/ 6 h 6"/>
                  <a:gd name="T10" fmla="*/ 6 w 44"/>
                  <a:gd name="T11" fmla="*/ 3 h 6"/>
                  <a:gd name="T12" fmla="*/ 22 w 44"/>
                  <a:gd name="T13" fmla="*/ 0 h 6"/>
                  <a:gd name="T14" fmla="*/ 38 w 44"/>
                  <a:gd name="T15" fmla="*/ 2 h 6"/>
                  <a:gd name="T16" fmla="*/ 43 w 44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6">
                    <a:moveTo>
                      <a:pt x="43" y="6"/>
                    </a:moveTo>
                    <a:cubicBezTo>
                      <a:pt x="43" y="6"/>
                      <a:pt x="42" y="4"/>
                      <a:pt x="38" y="3"/>
                    </a:cubicBezTo>
                    <a:cubicBezTo>
                      <a:pt x="34" y="1"/>
                      <a:pt x="28" y="1"/>
                      <a:pt x="22" y="2"/>
                    </a:cubicBezTo>
                    <a:cubicBezTo>
                      <a:pt x="16" y="2"/>
                      <a:pt x="10" y="3"/>
                      <a:pt x="6" y="4"/>
                    </a:cubicBezTo>
                    <a:cubicBezTo>
                      <a:pt x="2" y="5"/>
                      <a:pt x="0" y="6"/>
                      <a:pt x="0" y="6"/>
                    </a:cubicBezTo>
                    <a:cubicBezTo>
                      <a:pt x="0" y="5"/>
                      <a:pt x="2" y="4"/>
                      <a:pt x="6" y="3"/>
                    </a:cubicBezTo>
                    <a:cubicBezTo>
                      <a:pt x="10" y="2"/>
                      <a:pt x="16" y="1"/>
                      <a:pt x="22" y="0"/>
                    </a:cubicBezTo>
                    <a:cubicBezTo>
                      <a:pt x="28" y="0"/>
                      <a:pt x="34" y="0"/>
                      <a:pt x="38" y="2"/>
                    </a:cubicBezTo>
                    <a:cubicBezTo>
                      <a:pt x="42" y="4"/>
                      <a:pt x="44" y="6"/>
                      <a:pt x="43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Freeform 43">
                <a:extLst>
                  <a:ext uri="{FF2B5EF4-FFF2-40B4-BE49-F238E27FC236}">
                    <a16:creationId xmlns:a16="http://schemas.microsoft.com/office/drawing/2014/main" id="{ADA8C289-2021-4C39-ABF1-17149D8B7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3132"/>
                <a:ext cx="144" cy="23"/>
              </a:xfrm>
              <a:custGeom>
                <a:avLst/>
                <a:gdLst>
                  <a:gd name="T0" fmla="*/ 61 w 62"/>
                  <a:gd name="T1" fmla="*/ 9 h 10"/>
                  <a:gd name="T2" fmla="*/ 53 w 62"/>
                  <a:gd name="T3" fmla="*/ 6 h 10"/>
                  <a:gd name="T4" fmla="*/ 31 w 62"/>
                  <a:gd name="T5" fmla="*/ 2 h 10"/>
                  <a:gd name="T6" fmla="*/ 9 w 62"/>
                  <a:gd name="T7" fmla="*/ 3 h 10"/>
                  <a:gd name="T8" fmla="*/ 0 w 62"/>
                  <a:gd name="T9" fmla="*/ 5 h 10"/>
                  <a:gd name="T10" fmla="*/ 2 w 62"/>
                  <a:gd name="T11" fmla="*/ 4 h 10"/>
                  <a:gd name="T12" fmla="*/ 9 w 62"/>
                  <a:gd name="T13" fmla="*/ 2 h 10"/>
                  <a:gd name="T14" fmla="*/ 31 w 62"/>
                  <a:gd name="T15" fmla="*/ 0 h 10"/>
                  <a:gd name="T16" fmla="*/ 53 w 62"/>
                  <a:gd name="T17" fmla="*/ 5 h 10"/>
                  <a:gd name="T18" fmla="*/ 59 w 62"/>
                  <a:gd name="T19" fmla="*/ 8 h 10"/>
                  <a:gd name="T20" fmla="*/ 61 w 62"/>
                  <a:gd name="T21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10">
                    <a:moveTo>
                      <a:pt x="61" y="9"/>
                    </a:moveTo>
                    <a:cubicBezTo>
                      <a:pt x="61" y="10"/>
                      <a:pt x="58" y="8"/>
                      <a:pt x="53" y="6"/>
                    </a:cubicBezTo>
                    <a:cubicBezTo>
                      <a:pt x="47" y="4"/>
                      <a:pt x="40" y="2"/>
                      <a:pt x="31" y="2"/>
                    </a:cubicBezTo>
                    <a:cubicBezTo>
                      <a:pt x="22" y="1"/>
                      <a:pt x="15" y="2"/>
                      <a:pt x="9" y="3"/>
                    </a:cubicBezTo>
                    <a:cubicBezTo>
                      <a:pt x="3" y="4"/>
                      <a:pt x="0" y="5"/>
                      <a:pt x="0" y="5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4" y="3"/>
                      <a:pt x="6" y="3"/>
                      <a:pt x="9" y="2"/>
                    </a:cubicBezTo>
                    <a:cubicBezTo>
                      <a:pt x="14" y="1"/>
                      <a:pt x="22" y="0"/>
                      <a:pt x="31" y="0"/>
                    </a:cubicBezTo>
                    <a:cubicBezTo>
                      <a:pt x="40" y="1"/>
                      <a:pt x="48" y="3"/>
                      <a:pt x="53" y="5"/>
                    </a:cubicBezTo>
                    <a:cubicBezTo>
                      <a:pt x="56" y="6"/>
                      <a:pt x="58" y="7"/>
                      <a:pt x="59" y="8"/>
                    </a:cubicBezTo>
                    <a:cubicBezTo>
                      <a:pt x="61" y="9"/>
                      <a:pt x="62" y="9"/>
                      <a:pt x="61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Freeform 44">
                <a:extLst>
                  <a:ext uri="{FF2B5EF4-FFF2-40B4-BE49-F238E27FC236}">
                    <a16:creationId xmlns:a16="http://schemas.microsoft.com/office/drawing/2014/main" id="{DF8D5823-A27B-490A-8A52-8F4433B97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2976"/>
                <a:ext cx="28" cy="102"/>
              </a:xfrm>
              <a:custGeom>
                <a:avLst/>
                <a:gdLst>
                  <a:gd name="T0" fmla="*/ 12 w 12"/>
                  <a:gd name="T1" fmla="*/ 44 h 44"/>
                  <a:gd name="T2" fmla="*/ 5 w 12"/>
                  <a:gd name="T3" fmla="*/ 22 h 44"/>
                  <a:gd name="T4" fmla="*/ 0 w 12"/>
                  <a:gd name="T5" fmla="*/ 0 h 44"/>
                  <a:gd name="T6" fmla="*/ 7 w 12"/>
                  <a:gd name="T7" fmla="*/ 22 h 44"/>
                  <a:gd name="T8" fmla="*/ 12 w 12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44">
                    <a:moveTo>
                      <a:pt x="12" y="44"/>
                    </a:moveTo>
                    <a:cubicBezTo>
                      <a:pt x="11" y="44"/>
                      <a:pt x="8" y="34"/>
                      <a:pt x="5" y="22"/>
                    </a:cubicBezTo>
                    <a:cubicBezTo>
                      <a:pt x="2" y="10"/>
                      <a:pt x="0" y="0"/>
                      <a:pt x="0" y="0"/>
                    </a:cubicBezTo>
                    <a:cubicBezTo>
                      <a:pt x="1" y="0"/>
                      <a:pt x="4" y="10"/>
                      <a:pt x="7" y="22"/>
                    </a:cubicBezTo>
                    <a:cubicBezTo>
                      <a:pt x="10" y="34"/>
                      <a:pt x="12" y="44"/>
                      <a:pt x="12" y="4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Freeform 45">
                <a:extLst>
                  <a:ext uri="{FF2B5EF4-FFF2-40B4-BE49-F238E27FC236}">
                    <a16:creationId xmlns:a16="http://schemas.microsoft.com/office/drawing/2014/main" id="{49B9FFBF-B7AE-494E-85D4-35CB530AB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3022"/>
                <a:ext cx="42" cy="56"/>
              </a:xfrm>
              <a:custGeom>
                <a:avLst/>
                <a:gdLst>
                  <a:gd name="T0" fmla="*/ 18 w 18"/>
                  <a:gd name="T1" fmla="*/ 24 h 24"/>
                  <a:gd name="T2" fmla="*/ 11 w 18"/>
                  <a:gd name="T3" fmla="*/ 11 h 24"/>
                  <a:gd name="T4" fmla="*/ 1 w 18"/>
                  <a:gd name="T5" fmla="*/ 0 h 24"/>
                  <a:gd name="T6" fmla="*/ 5 w 18"/>
                  <a:gd name="T7" fmla="*/ 2 h 24"/>
                  <a:gd name="T8" fmla="*/ 12 w 18"/>
                  <a:gd name="T9" fmla="*/ 10 h 24"/>
                  <a:gd name="T10" fmla="*/ 18 w 18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4">
                    <a:moveTo>
                      <a:pt x="18" y="24"/>
                    </a:moveTo>
                    <a:cubicBezTo>
                      <a:pt x="18" y="24"/>
                      <a:pt x="16" y="18"/>
                      <a:pt x="11" y="11"/>
                    </a:cubicBezTo>
                    <a:cubicBezTo>
                      <a:pt x="6" y="4"/>
                      <a:pt x="0" y="1"/>
                      <a:pt x="1" y="0"/>
                    </a:cubicBezTo>
                    <a:cubicBezTo>
                      <a:pt x="1" y="0"/>
                      <a:pt x="2" y="1"/>
                      <a:pt x="5" y="2"/>
                    </a:cubicBezTo>
                    <a:cubicBezTo>
                      <a:pt x="7" y="4"/>
                      <a:pt x="10" y="7"/>
                      <a:pt x="12" y="10"/>
                    </a:cubicBezTo>
                    <a:cubicBezTo>
                      <a:pt x="17" y="17"/>
                      <a:pt x="18" y="24"/>
                      <a:pt x="18" y="24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46">
                <a:extLst>
                  <a:ext uri="{FF2B5EF4-FFF2-40B4-BE49-F238E27FC236}">
                    <a16:creationId xmlns:a16="http://schemas.microsoft.com/office/drawing/2014/main" id="{15085528-EB82-4E80-B479-60BA1D741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3408"/>
                <a:ext cx="216" cy="345"/>
              </a:xfrm>
              <a:custGeom>
                <a:avLst/>
                <a:gdLst>
                  <a:gd name="T0" fmla="*/ 93 w 93"/>
                  <a:gd name="T1" fmla="*/ 148 h 148"/>
                  <a:gd name="T2" fmla="*/ 91 w 93"/>
                  <a:gd name="T3" fmla="*/ 141 h 148"/>
                  <a:gd name="T4" fmla="*/ 84 w 93"/>
                  <a:gd name="T5" fmla="*/ 124 h 148"/>
                  <a:gd name="T6" fmla="*/ 49 w 93"/>
                  <a:gd name="T7" fmla="*/ 73 h 148"/>
                  <a:gd name="T8" fmla="*/ 26 w 93"/>
                  <a:gd name="T9" fmla="*/ 47 h 148"/>
                  <a:gd name="T10" fmla="*/ 10 w 93"/>
                  <a:gd name="T11" fmla="*/ 24 h 148"/>
                  <a:gd name="T12" fmla="*/ 2 w 93"/>
                  <a:gd name="T13" fmla="*/ 7 h 148"/>
                  <a:gd name="T14" fmla="*/ 0 w 93"/>
                  <a:gd name="T15" fmla="*/ 2 h 148"/>
                  <a:gd name="T16" fmla="*/ 0 w 93"/>
                  <a:gd name="T17" fmla="*/ 0 h 148"/>
                  <a:gd name="T18" fmla="*/ 3 w 93"/>
                  <a:gd name="T19" fmla="*/ 7 h 148"/>
                  <a:gd name="T20" fmla="*/ 11 w 93"/>
                  <a:gd name="T21" fmla="*/ 24 h 148"/>
                  <a:gd name="T22" fmla="*/ 27 w 93"/>
                  <a:gd name="T23" fmla="*/ 46 h 148"/>
                  <a:gd name="T24" fmla="*/ 50 w 93"/>
                  <a:gd name="T25" fmla="*/ 72 h 148"/>
                  <a:gd name="T26" fmla="*/ 85 w 93"/>
                  <a:gd name="T27" fmla="*/ 123 h 148"/>
                  <a:gd name="T28" fmla="*/ 92 w 93"/>
                  <a:gd name="T29" fmla="*/ 141 h 148"/>
                  <a:gd name="T30" fmla="*/ 93 w 93"/>
                  <a:gd name="T31" fmla="*/ 146 h 148"/>
                  <a:gd name="T32" fmla="*/ 93 w 93"/>
                  <a:gd name="T3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3" h="148">
                    <a:moveTo>
                      <a:pt x="93" y="148"/>
                    </a:moveTo>
                    <a:cubicBezTo>
                      <a:pt x="93" y="148"/>
                      <a:pt x="92" y="146"/>
                      <a:pt x="91" y="141"/>
                    </a:cubicBezTo>
                    <a:cubicBezTo>
                      <a:pt x="90" y="137"/>
                      <a:pt x="88" y="131"/>
                      <a:pt x="84" y="124"/>
                    </a:cubicBezTo>
                    <a:cubicBezTo>
                      <a:pt x="77" y="110"/>
                      <a:pt x="65" y="92"/>
                      <a:pt x="49" y="73"/>
                    </a:cubicBezTo>
                    <a:cubicBezTo>
                      <a:pt x="40" y="64"/>
                      <a:pt x="33" y="56"/>
                      <a:pt x="26" y="47"/>
                    </a:cubicBezTo>
                    <a:cubicBezTo>
                      <a:pt x="20" y="39"/>
                      <a:pt x="14" y="31"/>
                      <a:pt x="10" y="24"/>
                    </a:cubicBezTo>
                    <a:cubicBezTo>
                      <a:pt x="6" y="17"/>
                      <a:pt x="4" y="11"/>
                      <a:pt x="2" y="7"/>
                    </a:cubicBezTo>
                    <a:cubicBezTo>
                      <a:pt x="1" y="5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3"/>
                      <a:pt x="3" y="7"/>
                    </a:cubicBezTo>
                    <a:cubicBezTo>
                      <a:pt x="4" y="11"/>
                      <a:pt x="7" y="17"/>
                      <a:pt x="11" y="24"/>
                    </a:cubicBezTo>
                    <a:cubicBezTo>
                      <a:pt x="15" y="31"/>
                      <a:pt x="21" y="38"/>
                      <a:pt x="27" y="46"/>
                    </a:cubicBezTo>
                    <a:cubicBezTo>
                      <a:pt x="34" y="55"/>
                      <a:pt x="42" y="63"/>
                      <a:pt x="50" y="72"/>
                    </a:cubicBezTo>
                    <a:cubicBezTo>
                      <a:pt x="66" y="91"/>
                      <a:pt x="79" y="109"/>
                      <a:pt x="85" y="123"/>
                    </a:cubicBezTo>
                    <a:cubicBezTo>
                      <a:pt x="89" y="131"/>
                      <a:pt x="91" y="137"/>
                      <a:pt x="92" y="141"/>
                    </a:cubicBezTo>
                    <a:cubicBezTo>
                      <a:pt x="92" y="144"/>
                      <a:pt x="92" y="145"/>
                      <a:pt x="93" y="146"/>
                    </a:cubicBezTo>
                    <a:cubicBezTo>
                      <a:pt x="93" y="148"/>
                      <a:pt x="93" y="148"/>
                      <a:pt x="93" y="148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Freeform 47">
                <a:extLst>
                  <a:ext uri="{FF2B5EF4-FFF2-40B4-BE49-F238E27FC236}">
                    <a16:creationId xmlns:a16="http://schemas.microsoft.com/office/drawing/2014/main" id="{88671F22-AA9B-43C4-8CD3-84B4D1730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543"/>
                <a:ext cx="186" cy="210"/>
              </a:xfrm>
              <a:custGeom>
                <a:avLst/>
                <a:gdLst>
                  <a:gd name="T0" fmla="*/ 80 w 80"/>
                  <a:gd name="T1" fmla="*/ 0 h 90"/>
                  <a:gd name="T2" fmla="*/ 75 w 80"/>
                  <a:gd name="T3" fmla="*/ 2 h 90"/>
                  <a:gd name="T4" fmla="*/ 65 w 80"/>
                  <a:gd name="T5" fmla="*/ 9 h 90"/>
                  <a:gd name="T6" fmla="*/ 50 w 80"/>
                  <a:gd name="T7" fmla="*/ 22 h 90"/>
                  <a:gd name="T8" fmla="*/ 35 w 80"/>
                  <a:gd name="T9" fmla="*/ 40 h 90"/>
                  <a:gd name="T10" fmla="*/ 9 w 80"/>
                  <a:gd name="T11" fmla="*/ 75 h 90"/>
                  <a:gd name="T12" fmla="*/ 2 w 80"/>
                  <a:gd name="T13" fmla="*/ 86 h 90"/>
                  <a:gd name="T14" fmla="*/ 0 w 80"/>
                  <a:gd name="T15" fmla="*/ 90 h 90"/>
                  <a:gd name="T16" fmla="*/ 0 w 80"/>
                  <a:gd name="T17" fmla="*/ 89 h 90"/>
                  <a:gd name="T18" fmla="*/ 2 w 80"/>
                  <a:gd name="T19" fmla="*/ 86 h 90"/>
                  <a:gd name="T20" fmla="*/ 8 w 80"/>
                  <a:gd name="T21" fmla="*/ 74 h 90"/>
                  <a:gd name="T22" fmla="*/ 34 w 80"/>
                  <a:gd name="T23" fmla="*/ 40 h 90"/>
                  <a:gd name="T24" fmla="*/ 49 w 80"/>
                  <a:gd name="T25" fmla="*/ 22 h 90"/>
                  <a:gd name="T26" fmla="*/ 64 w 80"/>
                  <a:gd name="T27" fmla="*/ 9 h 90"/>
                  <a:gd name="T28" fmla="*/ 75 w 80"/>
                  <a:gd name="T29" fmla="*/ 2 h 90"/>
                  <a:gd name="T30" fmla="*/ 78 w 80"/>
                  <a:gd name="T31" fmla="*/ 0 h 90"/>
                  <a:gd name="T32" fmla="*/ 80 w 80"/>
                  <a:gd name="T3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90">
                    <a:moveTo>
                      <a:pt x="80" y="0"/>
                    </a:moveTo>
                    <a:cubicBezTo>
                      <a:pt x="80" y="0"/>
                      <a:pt x="78" y="1"/>
                      <a:pt x="75" y="2"/>
                    </a:cubicBezTo>
                    <a:cubicBezTo>
                      <a:pt x="73" y="4"/>
                      <a:pt x="69" y="6"/>
                      <a:pt x="65" y="9"/>
                    </a:cubicBezTo>
                    <a:cubicBezTo>
                      <a:pt x="60" y="13"/>
                      <a:pt x="55" y="17"/>
                      <a:pt x="50" y="22"/>
                    </a:cubicBezTo>
                    <a:cubicBezTo>
                      <a:pt x="45" y="28"/>
                      <a:pt x="40" y="34"/>
                      <a:pt x="35" y="40"/>
                    </a:cubicBezTo>
                    <a:cubicBezTo>
                      <a:pt x="24" y="54"/>
                      <a:pt x="15" y="65"/>
                      <a:pt x="9" y="75"/>
                    </a:cubicBezTo>
                    <a:cubicBezTo>
                      <a:pt x="6" y="79"/>
                      <a:pt x="3" y="83"/>
                      <a:pt x="2" y="86"/>
                    </a:cubicBezTo>
                    <a:cubicBezTo>
                      <a:pt x="1" y="89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89"/>
                    </a:cubicBezTo>
                    <a:cubicBezTo>
                      <a:pt x="0" y="88"/>
                      <a:pt x="1" y="87"/>
                      <a:pt x="2" y="86"/>
                    </a:cubicBezTo>
                    <a:cubicBezTo>
                      <a:pt x="3" y="83"/>
                      <a:pt x="5" y="79"/>
                      <a:pt x="8" y="74"/>
                    </a:cubicBezTo>
                    <a:cubicBezTo>
                      <a:pt x="13" y="65"/>
                      <a:pt x="23" y="53"/>
                      <a:pt x="34" y="40"/>
                    </a:cubicBezTo>
                    <a:cubicBezTo>
                      <a:pt x="39" y="33"/>
                      <a:pt x="44" y="27"/>
                      <a:pt x="49" y="22"/>
                    </a:cubicBezTo>
                    <a:cubicBezTo>
                      <a:pt x="54" y="16"/>
                      <a:pt x="59" y="12"/>
                      <a:pt x="64" y="9"/>
                    </a:cubicBezTo>
                    <a:cubicBezTo>
                      <a:pt x="68" y="5"/>
                      <a:pt x="72" y="3"/>
                      <a:pt x="75" y="2"/>
                    </a:cubicBezTo>
                    <a:cubicBezTo>
                      <a:pt x="77" y="1"/>
                      <a:pt x="78" y="1"/>
                      <a:pt x="78" y="0"/>
                    </a:cubicBezTo>
                    <a:cubicBezTo>
                      <a:pt x="79" y="0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Freeform 48">
                <a:extLst>
                  <a:ext uri="{FF2B5EF4-FFF2-40B4-BE49-F238E27FC236}">
                    <a16:creationId xmlns:a16="http://schemas.microsoft.com/office/drawing/2014/main" id="{60A7FD92-61DF-40B7-AE4F-EFD9A9F7A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3611"/>
                <a:ext cx="128" cy="51"/>
              </a:xfrm>
              <a:custGeom>
                <a:avLst/>
                <a:gdLst>
                  <a:gd name="T0" fmla="*/ 55 w 55"/>
                  <a:gd name="T1" fmla="*/ 0 h 22"/>
                  <a:gd name="T2" fmla="*/ 46 w 55"/>
                  <a:gd name="T3" fmla="*/ 2 h 22"/>
                  <a:gd name="T4" fmla="*/ 25 w 55"/>
                  <a:gd name="T5" fmla="*/ 6 h 22"/>
                  <a:gd name="T6" fmla="*/ 7 w 55"/>
                  <a:gd name="T7" fmla="*/ 16 h 22"/>
                  <a:gd name="T8" fmla="*/ 0 w 55"/>
                  <a:gd name="T9" fmla="*/ 21 h 22"/>
                  <a:gd name="T10" fmla="*/ 1 w 55"/>
                  <a:gd name="T11" fmla="*/ 19 h 22"/>
                  <a:gd name="T12" fmla="*/ 6 w 55"/>
                  <a:gd name="T13" fmla="*/ 15 h 22"/>
                  <a:gd name="T14" fmla="*/ 25 w 55"/>
                  <a:gd name="T15" fmla="*/ 4 h 22"/>
                  <a:gd name="T16" fmla="*/ 46 w 55"/>
                  <a:gd name="T17" fmla="*/ 0 h 22"/>
                  <a:gd name="T18" fmla="*/ 55 w 55"/>
                  <a:gd name="T1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22">
                    <a:moveTo>
                      <a:pt x="55" y="0"/>
                    </a:moveTo>
                    <a:cubicBezTo>
                      <a:pt x="55" y="0"/>
                      <a:pt x="52" y="1"/>
                      <a:pt x="46" y="2"/>
                    </a:cubicBezTo>
                    <a:cubicBezTo>
                      <a:pt x="41" y="2"/>
                      <a:pt x="33" y="3"/>
                      <a:pt x="25" y="6"/>
                    </a:cubicBezTo>
                    <a:cubicBezTo>
                      <a:pt x="17" y="8"/>
                      <a:pt x="11" y="12"/>
                      <a:pt x="7" y="16"/>
                    </a:cubicBezTo>
                    <a:cubicBezTo>
                      <a:pt x="2" y="19"/>
                      <a:pt x="0" y="22"/>
                      <a:pt x="0" y="21"/>
                    </a:cubicBezTo>
                    <a:cubicBezTo>
                      <a:pt x="0" y="21"/>
                      <a:pt x="0" y="21"/>
                      <a:pt x="1" y="19"/>
                    </a:cubicBezTo>
                    <a:cubicBezTo>
                      <a:pt x="2" y="18"/>
                      <a:pt x="4" y="17"/>
                      <a:pt x="6" y="15"/>
                    </a:cubicBezTo>
                    <a:cubicBezTo>
                      <a:pt x="10" y="11"/>
                      <a:pt x="17" y="7"/>
                      <a:pt x="25" y="4"/>
                    </a:cubicBezTo>
                    <a:cubicBezTo>
                      <a:pt x="33" y="2"/>
                      <a:pt x="41" y="1"/>
                      <a:pt x="46" y="0"/>
                    </a:cubicBezTo>
                    <a:cubicBezTo>
                      <a:pt x="52" y="0"/>
                      <a:pt x="55" y="0"/>
                      <a:pt x="5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Freeform 49">
                <a:extLst>
                  <a:ext uri="{FF2B5EF4-FFF2-40B4-BE49-F238E27FC236}">
                    <a16:creationId xmlns:a16="http://schemas.microsoft.com/office/drawing/2014/main" id="{BEB5A3E4-B835-4879-B277-659380A30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3583"/>
                <a:ext cx="26" cy="70"/>
              </a:xfrm>
              <a:custGeom>
                <a:avLst/>
                <a:gdLst>
                  <a:gd name="T0" fmla="*/ 1 w 11"/>
                  <a:gd name="T1" fmla="*/ 30 h 30"/>
                  <a:gd name="T2" fmla="*/ 7 w 11"/>
                  <a:gd name="T3" fmla="*/ 16 h 30"/>
                  <a:gd name="T4" fmla="*/ 11 w 11"/>
                  <a:gd name="T5" fmla="*/ 0 h 30"/>
                  <a:gd name="T6" fmla="*/ 11 w 11"/>
                  <a:gd name="T7" fmla="*/ 5 h 30"/>
                  <a:gd name="T8" fmla="*/ 9 w 11"/>
                  <a:gd name="T9" fmla="*/ 16 h 30"/>
                  <a:gd name="T10" fmla="*/ 3 w 11"/>
                  <a:gd name="T11" fmla="*/ 26 h 30"/>
                  <a:gd name="T12" fmla="*/ 1 w 11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0">
                    <a:moveTo>
                      <a:pt x="1" y="30"/>
                    </a:moveTo>
                    <a:cubicBezTo>
                      <a:pt x="0" y="30"/>
                      <a:pt x="4" y="24"/>
                      <a:pt x="7" y="16"/>
                    </a:cubicBezTo>
                    <a:cubicBezTo>
                      <a:pt x="10" y="7"/>
                      <a:pt x="11" y="0"/>
                      <a:pt x="11" y="0"/>
                    </a:cubicBezTo>
                    <a:cubicBezTo>
                      <a:pt x="11" y="0"/>
                      <a:pt x="11" y="2"/>
                      <a:pt x="11" y="5"/>
                    </a:cubicBezTo>
                    <a:cubicBezTo>
                      <a:pt x="11" y="8"/>
                      <a:pt x="10" y="12"/>
                      <a:pt x="9" y="16"/>
                    </a:cubicBezTo>
                    <a:cubicBezTo>
                      <a:pt x="7" y="20"/>
                      <a:pt x="5" y="24"/>
                      <a:pt x="3" y="26"/>
                    </a:cubicBezTo>
                    <a:cubicBezTo>
                      <a:pt x="2" y="29"/>
                      <a:pt x="1" y="30"/>
                      <a:pt x="1" y="3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Freeform 50">
                <a:extLst>
                  <a:ext uri="{FF2B5EF4-FFF2-40B4-BE49-F238E27FC236}">
                    <a16:creationId xmlns:a16="http://schemas.microsoft.com/office/drawing/2014/main" id="{E2DBFF93-0E89-4743-86BE-DDD95EA68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3360"/>
                <a:ext cx="247" cy="255"/>
              </a:xfrm>
              <a:custGeom>
                <a:avLst/>
                <a:gdLst>
                  <a:gd name="T0" fmla="*/ 106 w 106"/>
                  <a:gd name="T1" fmla="*/ 0 h 110"/>
                  <a:gd name="T2" fmla="*/ 104 w 106"/>
                  <a:gd name="T3" fmla="*/ 1 h 110"/>
                  <a:gd name="T4" fmla="*/ 100 w 106"/>
                  <a:gd name="T5" fmla="*/ 3 h 110"/>
                  <a:gd name="T6" fmla="*/ 93 w 106"/>
                  <a:gd name="T7" fmla="*/ 6 h 110"/>
                  <a:gd name="T8" fmla="*/ 85 w 106"/>
                  <a:gd name="T9" fmla="*/ 10 h 110"/>
                  <a:gd name="T10" fmla="*/ 80 w 106"/>
                  <a:gd name="T11" fmla="*/ 13 h 110"/>
                  <a:gd name="T12" fmla="*/ 75 w 106"/>
                  <a:gd name="T13" fmla="*/ 16 h 110"/>
                  <a:gd name="T14" fmla="*/ 64 w 106"/>
                  <a:gd name="T15" fmla="*/ 24 h 110"/>
                  <a:gd name="T16" fmla="*/ 41 w 106"/>
                  <a:gd name="T17" fmla="*/ 44 h 110"/>
                  <a:gd name="T18" fmla="*/ 22 w 106"/>
                  <a:gd name="T19" fmla="*/ 68 h 110"/>
                  <a:gd name="T20" fmla="*/ 15 w 106"/>
                  <a:gd name="T21" fmla="*/ 79 h 110"/>
                  <a:gd name="T22" fmla="*/ 12 w 106"/>
                  <a:gd name="T23" fmla="*/ 84 h 110"/>
                  <a:gd name="T24" fmla="*/ 9 w 106"/>
                  <a:gd name="T25" fmla="*/ 89 h 110"/>
                  <a:gd name="T26" fmla="*/ 5 w 106"/>
                  <a:gd name="T27" fmla="*/ 97 h 110"/>
                  <a:gd name="T28" fmla="*/ 2 w 106"/>
                  <a:gd name="T29" fmla="*/ 104 h 110"/>
                  <a:gd name="T30" fmla="*/ 0 w 106"/>
                  <a:gd name="T31" fmla="*/ 108 h 110"/>
                  <a:gd name="T32" fmla="*/ 0 w 106"/>
                  <a:gd name="T33" fmla="*/ 110 h 110"/>
                  <a:gd name="T34" fmla="*/ 0 w 106"/>
                  <a:gd name="T35" fmla="*/ 108 h 110"/>
                  <a:gd name="T36" fmla="*/ 2 w 106"/>
                  <a:gd name="T37" fmla="*/ 104 h 110"/>
                  <a:gd name="T38" fmla="*/ 4 w 106"/>
                  <a:gd name="T39" fmla="*/ 97 h 110"/>
                  <a:gd name="T40" fmla="*/ 8 w 106"/>
                  <a:gd name="T41" fmla="*/ 88 h 110"/>
                  <a:gd name="T42" fmla="*/ 11 w 106"/>
                  <a:gd name="T43" fmla="*/ 83 h 110"/>
                  <a:gd name="T44" fmla="*/ 14 w 106"/>
                  <a:gd name="T45" fmla="*/ 78 h 110"/>
                  <a:gd name="T46" fmla="*/ 21 w 106"/>
                  <a:gd name="T47" fmla="*/ 67 h 110"/>
                  <a:gd name="T48" fmla="*/ 40 w 106"/>
                  <a:gd name="T49" fmla="*/ 43 h 110"/>
                  <a:gd name="T50" fmla="*/ 63 w 106"/>
                  <a:gd name="T51" fmla="*/ 23 h 110"/>
                  <a:gd name="T52" fmla="*/ 74 w 106"/>
                  <a:gd name="T53" fmla="*/ 15 h 110"/>
                  <a:gd name="T54" fmla="*/ 80 w 106"/>
                  <a:gd name="T55" fmla="*/ 12 h 110"/>
                  <a:gd name="T56" fmla="*/ 84 w 106"/>
                  <a:gd name="T57" fmla="*/ 10 h 110"/>
                  <a:gd name="T58" fmla="*/ 93 w 106"/>
                  <a:gd name="T59" fmla="*/ 5 h 110"/>
                  <a:gd name="T60" fmla="*/ 100 w 106"/>
                  <a:gd name="T61" fmla="*/ 2 h 110"/>
                  <a:gd name="T62" fmla="*/ 104 w 106"/>
                  <a:gd name="T63" fmla="*/ 1 h 110"/>
                  <a:gd name="T64" fmla="*/ 106 w 106"/>
                  <a:gd name="T65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6" h="110">
                    <a:moveTo>
                      <a:pt x="106" y="0"/>
                    </a:moveTo>
                    <a:cubicBezTo>
                      <a:pt x="106" y="0"/>
                      <a:pt x="105" y="1"/>
                      <a:pt x="104" y="1"/>
                    </a:cubicBezTo>
                    <a:cubicBezTo>
                      <a:pt x="103" y="2"/>
                      <a:pt x="102" y="2"/>
                      <a:pt x="100" y="3"/>
                    </a:cubicBezTo>
                    <a:cubicBezTo>
                      <a:pt x="98" y="4"/>
                      <a:pt x="96" y="5"/>
                      <a:pt x="93" y="6"/>
                    </a:cubicBezTo>
                    <a:cubicBezTo>
                      <a:pt x="91" y="7"/>
                      <a:pt x="88" y="9"/>
                      <a:pt x="85" y="10"/>
                    </a:cubicBezTo>
                    <a:cubicBezTo>
                      <a:pt x="83" y="11"/>
                      <a:pt x="82" y="12"/>
                      <a:pt x="80" y="13"/>
                    </a:cubicBezTo>
                    <a:cubicBezTo>
                      <a:pt x="78" y="14"/>
                      <a:pt x="77" y="15"/>
                      <a:pt x="75" y="16"/>
                    </a:cubicBezTo>
                    <a:cubicBezTo>
                      <a:pt x="71" y="19"/>
                      <a:pt x="68" y="21"/>
                      <a:pt x="64" y="24"/>
                    </a:cubicBezTo>
                    <a:cubicBezTo>
                      <a:pt x="57" y="30"/>
                      <a:pt x="49" y="36"/>
                      <a:pt x="41" y="44"/>
                    </a:cubicBezTo>
                    <a:cubicBezTo>
                      <a:pt x="34" y="52"/>
                      <a:pt x="27" y="60"/>
                      <a:pt x="22" y="68"/>
                    </a:cubicBezTo>
                    <a:cubicBezTo>
                      <a:pt x="19" y="71"/>
                      <a:pt x="17" y="75"/>
                      <a:pt x="15" y="79"/>
                    </a:cubicBezTo>
                    <a:cubicBezTo>
                      <a:pt x="14" y="81"/>
                      <a:pt x="13" y="82"/>
                      <a:pt x="12" y="84"/>
                    </a:cubicBezTo>
                    <a:cubicBezTo>
                      <a:pt x="11" y="86"/>
                      <a:pt x="10" y="87"/>
                      <a:pt x="9" y="89"/>
                    </a:cubicBezTo>
                    <a:cubicBezTo>
                      <a:pt x="8" y="92"/>
                      <a:pt x="6" y="95"/>
                      <a:pt x="5" y="97"/>
                    </a:cubicBezTo>
                    <a:cubicBezTo>
                      <a:pt x="4" y="100"/>
                      <a:pt x="3" y="102"/>
                      <a:pt x="2" y="104"/>
                    </a:cubicBezTo>
                    <a:cubicBezTo>
                      <a:pt x="2" y="106"/>
                      <a:pt x="1" y="107"/>
                      <a:pt x="0" y="108"/>
                    </a:cubicBezTo>
                    <a:cubicBezTo>
                      <a:pt x="0" y="109"/>
                      <a:pt x="0" y="110"/>
                      <a:pt x="0" y="110"/>
                    </a:cubicBezTo>
                    <a:cubicBezTo>
                      <a:pt x="0" y="110"/>
                      <a:pt x="0" y="109"/>
                      <a:pt x="0" y="108"/>
                    </a:cubicBezTo>
                    <a:cubicBezTo>
                      <a:pt x="1" y="107"/>
                      <a:pt x="1" y="106"/>
                      <a:pt x="2" y="104"/>
                    </a:cubicBezTo>
                    <a:cubicBezTo>
                      <a:pt x="2" y="102"/>
                      <a:pt x="3" y="100"/>
                      <a:pt x="4" y="97"/>
                    </a:cubicBezTo>
                    <a:cubicBezTo>
                      <a:pt x="5" y="95"/>
                      <a:pt x="7" y="92"/>
                      <a:pt x="8" y="88"/>
                    </a:cubicBezTo>
                    <a:cubicBezTo>
                      <a:pt x="9" y="87"/>
                      <a:pt x="10" y="85"/>
                      <a:pt x="11" y="83"/>
                    </a:cubicBezTo>
                    <a:cubicBezTo>
                      <a:pt x="12" y="82"/>
                      <a:pt x="13" y="80"/>
                      <a:pt x="14" y="78"/>
                    </a:cubicBezTo>
                    <a:cubicBezTo>
                      <a:pt x="16" y="74"/>
                      <a:pt x="18" y="71"/>
                      <a:pt x="21" y="67"/>
                    </a:cubicBezTo>
                    <a:cubicBezTo>
                      <a:pt x="26" y="59"/>
                      <a:pt x="33" y="51"/>
                      <a:pt x="40" y="43"/>
                    </a:cubicBezTo>
                    <a:cubicBezTo>
                      <a:pt x="48" y="35"/>
                      <a:pt x="56" y="29"/>
                      <a:pt x="63" y="23"/>
                    </a:cubicBezTo>
                    <a:cubicBezTo>
                      <a:pt x="67" y="20"/>
                      <a:pt x="71" y="18"/>
                      <a:pt x="74" y="15"/>
                    </a:cubicBezTo>
                    <a:cubicBezTo>
                      <a:pt x="76" y="14"/>
                      <a:pt x="78" y="13"/>
                      <a:pt x="80" y="12"/>
                    </a:cubicBezTo>
                    <a:cubicBezTo>
                      <a:pt x="81" y="11"/>
                      <a:pt x="83" y="10"/>
                      <a:pt x="84" y="10"/>
                    </a:cubicBezTo>
                    <a:cubicBezTo>
                      <a:pt x="88" y="8"/>
                      <a:pt x="91" y="7"/>
                      <a:pt x="93" y="5"/>
                    </a:cubicBezTo>
                    <a:cubicBezTo>
                      <a:pt x="96" y="4"/>
                      <a:pt x="98" y="3"/>
                      <a:pt x="100" y="2"/>
                    </a:cubicBezTo>
                    <a:cubicBezTo>
                      <a:pt x="101" y="2"/>
                      <a:pt x="103" y="1"/>
                      <a:pt x="104" y="1"/>
                    </a:cubicBezTo>
                    <a:cubicBezTo>
                      <a:pt x="105" y="0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51">
                <a:extLst>
                  <a:ext uri="{FF2B5EF4-FFF2-40B4-BE49-F238E27FC236}">
                    <a16:creationId xmlns:a16="http://schemas.microsoft.com/office/drawing/2014/main" id="{36656DB9-5108-4F6C-9CF9-E3DA2ABE6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3434"/>
                <a:ext cx="88" cy="26"/>
              </a:xfrm>
              <a:custGeom>
                <a:avLst/>
                <a:gdLst>
                  <a:gd name="T0" fmla="*/ 0 w 38"/>
                  <a:gd name="T1" fmla="*/ 11 h 11"/>
                  <a:gd name="T2" fmla="*/ 4 w 38"/>
                  <a:gd name="T3" fmla="*/ 6 h 11"/>
                  <a:gd name="T4" fmla="*/ 18 w 38"/>
                  <a:gd name="T5" fmla="*/ 0 h 11"/>
                  <a:gd name="T6" fmla="*/ 33 w 38"/>
                  <a:gd name="T7" fmla="*/ 3 h 11"/>
                  <a:gd name="T8" fmla="*/ 38 w 38"/>
                  <a:gd name="T9" fmla="*/ 6 h 11"/>
                  <a:gd name="T10" fmla="*/ 32 w 38"/>
                  <a:gd name="T11" fmla="*/ 4 h 11"/>
                  <a:gd name="T12" fmla="*/ 18 w 38"/>
                  <a:gd name="T13" fmla="*/ 2 h 11"/>
                  <a:gd name="T14" fmla="*/ 4 w 38"/>
                  <a:gd name="T15" fmla="*/ 6 h 11"/>
                  <a:gd name="T16" fmla="*/ 0 w 38"/>
                  <a:gd name="T1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11">
                    <a:moveTo>
                      <a:pt x="0" y="11"/>
                    </a:moveTo>
                    <a:cubicBezTo>
                      <a:pt x="0" y="11"/>
                      <a:pt x="1" y="8"/>
                      <a:pt x="4" y="6"/>
                    </a:cubicBezTo>
                    <a:cubicBezTo>
                      <a:pt x="7" y="3"/>
                      <a:pt x="12" y="0"/>
                      <a:pt x="18" y="0"/>
                    </a:cubicBezTo>
                    <a:cubicBezTo>
                      <a:pt x="24" y="0"/>
                      <a:pt x="29" y="2"/>
                      <a:pt x="33" y="3"/>
                    </a:cubicBezTo>
                    <a:cubicBezTo>
                      <a:pt x="36" y="4"/>
                      <a:pt x="38" y="6"/>
                      <a:pt x="38" y="6"/>
                    </a:cubicBezTo>
                    <a:cubicBezTo>
                      <a:pt x="38" y="6"/>
                      <a:pt x="36" y="5"/>
                      <a:pt x="32" y="4"/>
                    </a:cubicBezTo>
                    <a:cubicBezTo>
                      <a:pt x="29" y="3"/>
                      <a:pt x="24" y="1"/>
                      <a:pt x="18" y="2"/>
                    </a:cubicBezTo>
                    <a:cubicBezTo>
                      <a:pt x="12" y="2"/>
                      <a:pt x="7" y="4"/>
                      <a:pt x="4" y="6"/>
                    </a:cubicBezTo>
                    <a:cubicBezTo>
                      <a:pt x="2" y="9"/>
                      <a:pt x="1" y="11"/>
                      <a:pt x="0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52">
                <a:extLst>
                  <a:ext uri="{FF2B5EF4-FFF2-40B4-BE49-F238E27FC236}">
                    <a16:creationId xmlns:a16="http://schemas.microsoft.com/office/drawing/2014/main" id="{85AC8F98-0D6B-4625-AA5B-E36D57D8F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3420"/>
                <a:ext cx="16" cy="63"/>
              </a:xfrm>
              <a:custGeom>
                <a:avLst/>
                <a:gdLst>
                  <a:gd name="T0" fmla="*/ 1 w 7"/>
                  <a:gd name="T1" fmla="*/ 26 h 27"/>
                  <a:gd name="T2" fmla="*/ 5 w 7"/>
                  <a:gd name="T3" fmla="*/ 14 h 27"/>
                  <a:gd name="T4" fmla="*/ 4 w 7"/>
                  <a:gd name="T5" fmla="*/ 0 h 27"/>
                  <a:gd name="T6" fmla="*/ 6 w 7"/>
                  <a:gd name="T7" fmla="*/ 4 h 27"/>
                  <a:gd name="T8" fmla="*/ 6 w 7"/>
                  <a:gd name="T9" fmla="*/ 14 h 27"/>
                  <a:gd name="T10" fmla="*/ 3 w 7"/>
                  <a:gd name="T11" fmla="*/ 23 h 27"/>
                  <a:gd name="T12" fmla="*/ 1 w 7"/>
                  <a:gd name="T13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27">
                    <a:moveTo>
                      <a:pt x="1" y="26"/>
                    </a:moveTo>
                    <a:cubicBezTo>
                      <a:pt x="0" y="26"/>
                      <a:pt x="4" y="21"/>
                      <a:pt x="5" y="14"/>
                    </a:cubicBezTo>
                    <a:cubicBezTo>
                      <a:pt x="6" y="6"/>
                      <a:pt x="3" y="0"/>
                      <a:pt x="4" y="0"/>
                    </a:cubicBezTo>
                    <a:cubicBezTo>
                      <a:pt x="4" y="0"/>
                      <a:pt x="5" y="1"/>
                      <a:pt x="6" y="4"/>
                    </a:cubicBezTo>
                    <a:cubicBezTo>
                      <a:pt x="6" y="6"/>
                      <a:pt x="7" y="10"/>
                      <a:pt x="6" y="14"/>
                    </a:cubicBezTo>
                    <a:cubicBezTo>
                      <a:pt x="6" y="18"/>
                      <a:pt x="5" y="21"/>
                      <a:pt x="3" y="23"/>
                    </a:cubicBezTo>
                    <a:cubicBezTo>
                      <a:pt x="2" y="25"/>
                      <a:pt x="1" y="27"/>
                      <a:pt x="1" y="2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Freeform 53">
                <a:extLst>
                  <a:ext uri="{FF2B5EF4-FFF2-40B4-BE49-F238E27FC236}">
                    <a16:creationId xmlns:a16="http://schemas.microsoft.com/office/drawing/2014/main" id="{0A760A07-913C-4C34-B40D-BD5292FE2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788"/>
                <a:ext cx="324" cy="272"/>
              </a:xfrm>
              <a:custGeom>
                <a:avLst/>
                <a:gdLst>
                  <a:gd name="T0" fmla="*/ 0 w 139"/>
                  <a:gd name="T1" fmla="*/ 0 h 117"/>
                  <a:gd name="T2" fmla="*/ 32 w 139"/>
                  <a:gd name="T3" fmla="*/ 117 h 117"/>
                  <a:gd name="T4" fmla="*/ 110 w 139"/>
                  <a:gd name="T5" fmla="*/ 117 h 117"/>
                  <a:gd name="T6" fmla="*/ 139 w 139"/>
                  <a:gd name="T7" fmla="*/ 0 h 117"/>
                  <a:gd name="T8" fmla="*/ 0 w 13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117">
                    <a:moveTo>
                      <a:pt x="0" y="0"/>
                    </a:moveTo>
                    <a:cubicBezTo>
                      <a:pt x="2" y="38"/>
                      <a:pt x="14" y="78"/>
                      <a:pt x="32" y="117"/>
                    </a:cubicBezTo>
                    <a:cubicBezTo>
                      <a:pt x="110" y="117"/>
                      <a:pt x="110" y="117"/>
                      <a:pt x="110" y="117"/>
                    </a:cubicBezTo>
                    <a:cubicBezTo>
                      <a:pt x="127" y="78"/>
                      <a:pt x="138" y="39"/>
                      <a:pt x="13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Oval 54">
                <a:extLst>
                  <a:ext uri="{FF2B5EF4-FFF2-40B4-BE49-F238E27FC236}">
                    <a16:creationId xmlns:a16="http://schemas.microsoft.com/office/drawing/2014/main" id="{53CA7DF5-6C7F-44A4-B4D4-0ACE233F1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3932"/>
                <a:ext cx="268" cy="2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Oval 55">
                <a:extLst>
                  <a:ext uri="{FF2B5EF4-FFF2-40B4-BE49-F238E27FC236}">
                    <a16:creationId xmlns:a16="http://schemas.microsoft.com/office/drawing/2014/main" id="{4F891003-934C-4A20-A3A9-8A50DB59E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9" y="3964"/>
                <a:ext cx="249" cy="3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Oval 56">
                <a:extLst>
                  <a:ext uri="{FF2B5EF4-FFF2-40B4-BE49-F238E27FC236}">
                    <a16:creationId xmlns:a16="http://schemas.microsoft.com/office/drawing/2014/main" id="{B6E49823-A8F2-4BFD-9E45-F9BC8D2DA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2" y="3846"/>
                <a:ext cx="4" cy="83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Oval 57">
                <a:extLst>
                  <a:ext uri="{FF2B5EF4-FFF2-40B4-BE49-F238E27FC236}">
                    <a16:creationId xmlns:a16="http://schemas.microsoft.com/office/drawing/2014/main" id="{0C675DE6-0E24-4EE5-A28D-1F8D10441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846"/>
                <a:ext cx="2" cy="86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Oval 58">
                <a:extLst>
                  <a:ext uri="{FF2B5EF4-FFF2-40B4-BE49-F238E27FC236}">
                    <a16:creationId xmlns:a16="http://schemas.microsoft.com/office/drawing/2014/main" id="{16C47394-D2D1-497D-9C29-ACD4ACC1A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3846"/>
                <a:ext cx="5" cy="88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Oval 59">
                <a:extLst>
                  <a:ext uri="{FF2B5EF4-FFF2-40B4-BE49-F238E27FC236}">
                    <a16:creationId xmlns:a16="http://schemas.microsoft.com/office/drawing/2014/main" id="{5CEF087D-FA6B-4F2C-BF9A-A0372C678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2" y="3843"/>
                <a:ext cx="314" cy="5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60">
                <a:extLst>
                  <a:ext uri="{FF2B5EF4-FFF2-40B4-BE49-F238E27FC236}">
                    <a16:creationId xmlns:a16="http://schemas.microsoft.com/office/drawing/2014/main" id="{DB8858F5-4557-4C7A-9C58-F00D98F88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8" y="3285"/>
                <a:ext cx="28" cy="23"/>
              </a:xfrm>
              <a:custGeom>
                <a:avLst/>
                <a:gdLst>
                  <a:gd name="T0" fmla="*/ 12 w 12"/>
                  <a:gd name="T1" fmla="*/ 9 h 10"/>
                  <a:gd name="T2" fmla="*/ 5 w 12"/>
                  <a:gd name="T3" fmla="*/ 5 h 10"/>
                  <a:gd name="T4" fmla="*/ 0 w 12"/>
                  <a:gd name="T5" fmla="*/ 0 h 10"/>
                  <a:gd name="T6" fmla="*/ 7 w 12"/>
                  <a:gd name="T7" fmla="*/ 4 h 10"/>
                  <a:gd name="T8" fmla="*/ 12 w 12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12" y="9"/>
                    </a:moveTo>
                    <a:cubicBezTo>
                      <a:pt x="11" y="10"/>
                      <a:pt x="9" y="8"/>
                      <a:pt x="5" y="5"/>
                    </a:cubicBezTo>
                    <a:cubicBezTo>
                      <a:pt x="2" y="3"/>
                      <a:pt x="0" y="0"/>
                      <a:pt x="0" y="0"/>
                    </a:cubicBezTo>
                    <a:cubicBezTo>
                      <a:pt x="1" y="0"/>
                      <a:pt x="3" y="1"/>
                      <a:pt x="7" y="4"/>
                    </a:cubicBezTo>
                    <a:cubicBezTo>
                      <a:pt x="10" y="6"/>
                      <a:pt x="12" y="9"/>
                      <a:pt x="12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61">
                <a:extLst>
                  <a:ext uri="{FF2B5EF4-FFF2-40B4-BE49-F238E27FC236}">
                    <a16:creationId xmlns:a16="http://schemas.microsoft.com/office/drawing/2014/main" id="{4F2652B9-9578-4F5B-AFC6-5BB2F055D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3" y="2864"/>
                <a:ext cx="223" cy="807"/>
              </a:xfrm>
              <a:custGeom>
                <a:avLst/>
                <a:gdLst>
                  <a:gd name="T0" fmla="*/ 95 w 96"/>
                  <a:gd name="T1" fmla="*/ 63 h 347"/>
                  <a:gd name="T2" fmla="*/ 92 w 96"/>
                  <a:gd name="T3" fmla="*/ 27 h 347"/>
                  <a:gd name="T4" fmla="*/ 68 w 96"/>
                  <a:gd name="T5" fmla="*/ 3 h 347"/>
                  <a:gd name="T6" fmla="*/ 33 w 96"/>
                  <a:gd name="T7" fmla="*/ 20 h 347"/>
                  <a:gd name="T8" fmla="*/ 21 w 96"/>
                  <a:gd name="T9" fmla="*/ 59 h 347"/>
                  <a:gd name="T10" fmla="*/ 4 w 96"/>
                  <a:gd name="T11" fmla="*/ 339 h 347"/>
                  <a:gd name="T12" fmla="*/ 59 w 96"/>
                  <a:gd name="T13" fmla="*/ 347 h 347"/>
                  <a:gd name="T14" fmla="*/ 95 w 96"/>
                  <a:gd name="T15" fmla="*/ 6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347">
                    <a:moveTo>
                      <a:pt x="95" y="63"/>
                    </a:moveTo>
                    <a:cubicBezTo>
                      <a:pt x="95" y="51"/>
                      <a:pt x="96" y="39"/>
                      <a:pt x="92" y="27"/>
                    </a:cubicBezTo>
                    <a:cubicBezTo>
                      <a:pt x="88" y="16"/>
                      <a:pt x="80" y="6"/>
                      <a:pt x="68" y="3"/>
                    </a:cubicBezTo>
                    <a:cubicBezTo>
                      <a:pt x="55" y="0"/>
                      <a:pt x="41" y="9"/>
                      <a:pt x="33" y="20"/>
                    </a:cubicBezTo>
                    <a:cubicBezTo>
                      <a:pt x="26" y="31"/>
                      <a:pt x="23" y="45"/>
                      <a:pt x="21" y="59"/>
                    </a:cubicBezTo>
                    <a:cubicBezTo>
                      <a:pt x="6" y="151"/>
                      <a:pt x="0" y="245"/>
                      <a:pt x="4" y="339"/>
                    </a:cubicBezTo>
                    <a:cubicBezTo>
                      <a:pt x="59" y="347"/>
                      <a:pt x="59" y="347"/>
                      <a:pt x="59" y="347"/>
                    </a:cubicBezTo>
                    <a:cubicBezTo>
                      <a:pt x="83" y="249"/>
                      <a:pt x="91" y="163"/>
                      <a:pt x="95" y="6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62">
                <a:extLst>
                  <a:ext uri="{FF2B5EF4-FFF2-40B4-BE49-F238E27FC236}">
                    <a16:creationId xmlns:a16="http://schemas.microsoft.com/office/drawing/2014/main" id="{F0BC60D9-51AD-403A-A679-6FC0B066C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9" y="2871"/>
                <a:ext cx="93" cy="796"/>
              </a:xfrm>
              <a:custGeom>
                <a:avLst/>
                <a:gdLst>
                  <a:gd name="T0" fmla="*/ 40 w 40"/>
                  <a:gd name="T1" fmla="*/ 0 h 342"/>
                  <a:gd name="T2" fmla="*/ 40 w 40"/>
                  <a:gd name="T3" fmla="*/ 1 h 342"/>
                  <a:gd name="T4" fmla="*/ 39 w 40"/>
                  <a:gd name="T5" fmla="*/ 3 h 342"/>
                  <a:gd name="T6" fmla="*/ 36 w 40"/>
                  <a:gd name="T7" fmla="*/ 12 h 342"/>
                  <a:gd name="T8" fmla="*/ 33 w 40"/>
                  <a:gd name="T9" fmla="*/ 19 h 342"/>
                  <a:gd name="T10" fmla="*/ 30 w 40"/>
                  <a:gd name="T11" fmla="*/ 28 h 342"/>
                  <a:gd name="T12" fmla="*/ 27 w 40"/>
                  <a:gd name="T13" fmla="*/ 37 h 342"/>
                  <a:gd name="T14" fmla="*/ 24 w 40"/>
                  <a:gd name="T15" fmla="*/ 48 h 342"/>
                  <a:gd name="T16" fmla="*/ 14 w 40"/>
                  <a:gd name="T17" fmla="*/ 102 h 342"/>
                  <a:gd name="T18" fmla="*/ 7 w 40"/>
                  <a:gd name="T19" fmla="*/ 169 h 342"/>
                  <a:gd name="T20" fmla="*/ 3 w 40"/>
                  <a:gd name="T21" fmla="*/ 291 h 342"/>
                  <a:gd name="T22" fmla="*/ 1 w 40"/>
                  <a:gd name="T23" fmla="*/ 328 h 342"/>
                  <a:gd name="T24" fmla="*/ 1 w 40"/>
                  <a:gd name="T25" fmla="*/ 338 h 342"/>
                  <a:gd name="T26" fmla="*/ 0 w 40"/>
                  <a:gd name="T27" fmla="*/ 341 h 342"/>
                  <a:gd name="T28" fmla="*/ 0 w 40"/>
                  <a:gd name="T29" fmla="*/ 342 h 342"/>
                  <a:gd name="T30" fmla="*/ 0 w 40"/>
                  <a:gd name="T31" fmla="*/ 341 h 342"/>
                  <a:gd name="T32" fmla="*/ 0 w 40"/>
                  <a:gd name="T33" fmla="*/ 338 h 342"/>
                  <a:gd name="T34" fmla="*/ 1 w 40"/>
                  <a:gd name="T35" fmla="*/ 328 h 342"/>
                  <a:gd name="T36" fmla="*/ 2 w 40"/>
                  <a:gd name="T37" fmla="*/ 291 h 342"/>
                  <a:gd name="T38" fmla="*/ 6 w 40"/>
                  <a:gd name="T39" fmla="*/ 169 h 342"/>
                  <a:gd name="T40" fmla="*/ 12 w 40"/>
                  <a:gd name="T41" fmla="*/ 101 h 342"/>
                  <a:gd name="T42" fmla="*/ 23 w 40"/>
                  <a:gd name="T43" fmla="*/ 47 h 342"/>
                  <a:gd name="T44" fmla="*/ 26 w 40"/>
                  <a:gd name="T45" fmla="*/ 37 h 342"/>
                  <a:gd name="T46" fmla="*/ 29 w 40"/>
                  <a:gd name="T47" fmla="*/ 27 h 342"/>
                  <a:gd name="T48" fmla="*/ 32 w 40"/>
                  <a:gd name="T49" fmla="*/ 19 h 342"/>
                  <a:gd name="T50" fmla="*/ 35 w 40"/>
                  <a:gd name="T51" fmla="*/ 12 h 342"/>
                  <a:gd name="T52" fmla="*/ 39 w 40"/>
                  <a:gd name="T53" fmla="*/ 3 h 342"/>
                  <a:gd name="T54" fmla="*/ 40 w 40"/>
                  <a:gd name="T55" fmla="*/ 0 h 342"/>
                  <a:gd name="T56" fmla="*/ 40 w 40"/>
                  <a:gd name="T57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0" h="342">
                    <a:moveTo>
                      <a:pt x="40" y="0"/>
                    </a:moveTo>
                    <a:cubicBezTo>
                      <a:pt x="40" y="0"/>
                      <a:pt x="40" y="0"/>
                      <a:pt x="40" y="1"/>
                    </a:cubicBezTo>
                    <a:cubicBezTo>
                      <a:pt x="40" y="1"/>
                      <a:pt x="40" y="2"/>
                      <a:pt x="39" y="3"/>
                    </a:cubicBezTo>
                    <a:cubicBezTo>
                      <a:pt x="38" y="5"/>
                      <a:pt x="37" y="8"/>
                      <a:pt x="36" y="12"/>
                    </a:cubicBezTo>
                    <a:cubicBezTo>
                      <a:pt x="35" y="14"/>
                      <a:pt x="34" y="17"/>
                      <a:pt x="33" y="19"/>
                    </a:cubicBezTo>
                    <a:cubicBezTo>
                      <a:pt x="32" y="22"/>
                      <a:pt x="31" y="25"/>
                      <a:pt x="30" y="28"/>
                    </a:cubicBezTo>
                    <a:cubicBezTo>
                      <a:pt x="29" y="30"/>
                      <a:pt x="28" y="34"/>
                      <a:pt x="27" y="37"/>
                    </a:cubicBezTo>
                    <a:cubicBezTo>
                      <a:pt x="26" y="40"/>
                      <a:pt x="25" y="44"/>
                      <a:pt x="24" y="48"/>
                    </a:cubicBezTo>
                    <a:cubicBezTo>
                      <a:pt x="20" y="63"/>
                      <a:pt x="17" y="81"/>
                      <a:pt x="14" y="102"/>
                    </a:cubicBezTo>
                    <a:cubicBezTo>
                      <a:pt x="11" y="122"/>
                      <a:pt x="9" y="145"/>
                      <a:pt x="7" y="169"/>
                    </a:cubicBezTo>
                    <a:cubicBezTo>
                      <a:pt x="5" y="217"/>
                      <a:pt x="4" y="260"/>
                      <a:pt x="3" y="291"/>
                    </a:cubicBezTo>
                    <a:cubicBezTo>
                      <a:pt x="2" y="307"/>
                      <a:pt x="2" y="320"/>
                      <a:pt x="1" y="328"/>
                    </a:cubicBezTo>
                    <a:cubicBezTo>
                      <a:pt x="1" y="333"/>
                      <a:pt x="1" y="336"/>
                      <a:pt x="1" y="338"/>
                    </a:cubicBezTo>
                    <a:cubicBezTo>
                      <a:pt x="1" y="340"/>
                      <a:pt x="0" y="340"/>
                      <a:pt x="0" y="341"/>
                    </a:cubicBezTo>
                    <a:cubicBezTo>
                      <a:pt x="0" y="342"/>
                      <a:pt x="0" y="342"/>
                      <a:pt x="0" y="342"/>
                    </a:cubicBezTo>
                    <a:cubicBezTo>
                      <a:pt x="0" y="342"/>
                      <a:pt x="0" y="342"/>
                      <a:pt x="0" y="341"/>
                    </a:cubicBezTo>
                    <a:cubicBezTo>
                      <a:pt x="0" y="340"/>
                      <a:pt x="0" y="340"/>
                      <a:pt x="0" y="338"/>
                    </a:cubicBezTo>
                    <a:cubicBezTo>
                      <a:pt x="0" y="336"/>
                      <a:pt x="0" y="333"/>
                      <a:pt x="1" y="328"/>
                    </a:cubicBezTo>
                    <a:cubicBezTo>
                      <a:pt x="1" y="320"/>
                      <a:pt x="1" y="307"/>
                      <a:pt x="2" y="291"/>
                    </a:cubicBezTo>
                    <a:cubicBezTo>
                      <a:pt x="3" y="260"/>
                      <a:pt x="3" y="217"/>
                      <a:pt x="6" y="169"/>
                    </a:cubicBezTo>
                    <a:cubicBezTo>
                      <a:pt x="7" y="145"/>
                      <a:pt x="9" y="122"/>
                      <a:pt x="12" y="101"/>
                    </a:cubicBezTo>
                    <a:cubicBezTo>
                      <a:pt x="15" y="81"/>
                      <a:pt x="19" y="63"/>
                      <a:pt x="23" y="47"/>
                    </a:cubicBezTo>
                    <a:cubicBezTo>
                      <a:pt x="24" y="44"/>
                      <a:pt x="25" y="40"/>
                      <a:pt x="26" y="37"/>
                    </a:cubicBezTo>
                    <a:cubicBezTo>
                      <a:pt x="27" y="33"/>
                      <a:pt x="28" y="30"/>
                      <a:pt x="29" y="27"/>
                    </a:cubicBezTo>
                    <a:cubicBezTo>
                      <a:pt x="30" y="24"/>
                      <a:pt x="31" y="21"/>
                      <a:pt x="32" y="19"/>
                    </a:cubicBezTo>
                    <a:cubicBezTo>
                      <a:pt x="33" y="16"/>
                      <a:pt x="34" y="14"/>
                      <a:pt x="35" y="12"/>
                    </a:cubicBezTo>
                    <a:cubicBezTo>
                      <a:pt x="36" y="8"/>
                      <a:pt x="38" y="5"/>
                      <a:pt x="39" y="3"/>
                    </a:cubicBezTo>
                    <a:cubicBezTo>
                      <a:pt x="39" y="2"/>
                      <a:pt x="40" y="1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63">
                <a:extLst>
                  <a:ext uri="{FF2B5EF4-FFF2-40B4-BE49-F238E27FC236}">
                    <a16:creationId xmlns:a16="http://schemas.microsoft.com/office/drawing/2014/main" id="{997BAA61-C204-4F29-AB66-A138B543F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6" y="2871"/>
                <a:ext cx="58" cy="765"/>
              </a:xfrm>
              <a:custGeom>
                <a:avLst/>
                <a:gdLst>
                  <a:gd name="T0" fmla="*/ 12 w 25"/>
                  <a:gd name="T1" fmla="*/ 0 h 329"/>
                  <a:gd name="T2" fmla="*/ 19 w 25"/>
                  <a:gd name="T3" fmla="*/ 11 h 329"/>
                  <a:gd name="T4" fmla="*/ 24 w 25"/>
                  <a:gd name="T5" fmla="*/ 46 h 329"/>
                  <a:gd name="T6" fmla="*/ 16 w 25"/>
                  <a:gd name="T7" fmla="*/ 164 h 329"/>
                  <a:gd name="T8" fmla="*/ 5 w 25"/>
                  <a:gd name="T9" fmla="*/ 281 h 329"/>
                  <a:gd name="T10" fmla="*/ 1 w 25"/>
                  <a:gd name="T11" fmla="*/ 316 h 329"/>
                  <a:gd name="T12" fmla="*/ 0 w 25"/>
                  <a:gd name="T13" fmla="*/ 326 h 329"/>
                  <a:gd name="T14" fmla="*/ 0 w 25"/>
                  <a:gd name="T15" fmla="*/ 329 h 329"/>
                  <a:gd name="T16" fmla="*/ 0 w 25"/>
                  <a:gd name="T17" fmla="*/ 329 h 329"/>
                  <a:gd name="T18" fmla="*/ 0 w 25"/>
                  <a:gd name="T19" fmla="*/ 328 h 329"/>
                  <a:gd name="T20" fmla="*/ 0 w 25"/>
                  <a:gd name="T21" fmla="*/ 326 h 329"/>
                  <a:gd name="T22" fmla="*/ 1 w 25"/>
                  <a:gd name="T23" fmla="*/ 316 h 329"/>
                  <a:gd name="T24" fmla="*/ 4 w 25"/>
                  <a:gd name="T25" fmla="*/ 281 h 329"/>
                  <a:gd name="T26" fmla="*/ 14 w 25"/>
                  <a:gd name="T27" fmla="*/ 164 h 329"/>
                  <a:gd name="T28" fmla="*/ 23 w 25"/>
                  <a:gd name="T29" fmla="*/ 46 h 329"/>
                  <a:gd name="T30" fmla="*/ 18 w 25"/>
                  <a:gd name="T31" fmla="*/ 11 h 329"/>
                  <a:gd name="T32" fmla="*/ 12 w 25"/>
                  <a:gd name="T33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329">
                    <a:moveTo>
                      <a:pt x="12" y="0"/>
                    </a:moveTo>
                    <a:cubicBezTo>
                      <a:pt x="12" y="0"/>
                      <a:pt x="16" y="3"/>
                      <a:pt x="19" y="11"/>
                    </a:cubicBezTo>
                    <a:cubicBezTo>
                      <a:pt x="22" y="19"/>
                      <a:pt x="25" y="31"/>
                      <a:pt x="24" y="46"/>
                    </a:cubicBezTo>
                    <a:cubicBezTo>
                      <a:pt x="23" y="76"/>
                      <a:pt x="20" y="118"/>
                      <a:pt x="16" y="164"/>
                    </a:cubicBezTo>
                    <a:cubicBezTo>
                      <a:pt x="13" y="210"/>
                      <a:pt x="9" y="251"/>
                      <a:pt x="5" y="281"/>
                    </a:cubicBezTo>
                    <a:cubicBezTo>
                      <a:pt x="4" y="296"/>
                      <a:pt x="2" y="308"/>
                      <a:pt x="1" y="316"/>
                    </a:cubicBezTo>
                    <a:cubicBezTo>
                      <a:pt x="1" y="320"/>
                      <a:pt x="0" y="324"/>
                      <a:pt x="0" y="326"/>
                    </a:cubicBezTo>
                    <a:cubicBezTo>
                      <a:pt x="0" y="327"/>
                      <a:pt x="0" y="328"/>
                      <a:pt x="0" y="329"/>
                    </a:cubicBezTo>
                    <a:cubicBezTo>
                      <a:pt x="0" y="329"/>
                      <a:pt x="0" y="329"/>
                      <a:pt x="0" y="329"/>
                    </a:cubicBezTo>
                    <a:cubicBezTo>
                      <a:pt x="0" y="329"/>
                      <a:pt x="0" y="329"/>
                      <a:pt x="0" y="328"/>
                    </a:cubicBezTo>
                    <a:cubicBezTo>
                      <a:pt x="0" y="328"/>
                      <a:pt x="0" y="327"/>
                      <a:pt x="0" y="326"/>
                    </a:cubicBezTo>
                    <a:cubicBezTo>
                      <a:pt x="0" y="324"/>
                      <a:pt x="0" y="320"/>
                      <a:pt x="1" y="316"/>
                    </a:cubicBezTo>
                    <a:cubicBezTo>
                      <a:pt x="1" y="308"/>
                      <a:pt x="3" y="296"/>
                      <a:pt x="4" y="281"/>
                    </a:cubicBezTo>
                    <a:cubicBezTo>
                      <a:pt x="7" y="251"/>
                      <a:pt x="11" y="209"/>
                      <a:pt x="14" y="164"/>
                    </a:cubicBezTo>
                    <a:cubicBezTo>
                      <a:pt x="18" y="118"/>
                      <a:pt x="21" y="76"/>
                      <a:pt x="23" y="46"/>
                    </a:cubicBezTo>
                    <a:cubicBezTo>
                      <a:pt x="23" y="31"/>
                      <a:pt x="21" y="19"/>
                      <a:pt x="18" y="11"/>
                    </a:cubicBezTo>
                    <a:cubicBezTo>
                      <a:pt x="15" y="3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64">
                <a:extLst>
                  <a:ext uri="{FF2B5EF4-FFF2-40B4-BE49-F238E27FC236}">
                    <a16:creationId xmlns:a16="http://schemas.microsoft.com/office/drawing/2014/main" id="{9740D1B5-A74B-4216-934F-11552ECD0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3180"/>
                <a:ext cx="46" cy="19"/>
              </a:xfrm>
              <a:custGeom>
                <a:avLst/>
                <a:gdLst>
                  <a:gd name="T0" fmla="*/ 20 w 20"/>
                  <a:gd name="T1" fmla="*/ 8 h 8"/>
                  <a:gd name="T2" fmla="*/ 10 w 20"/>
                  <a:gd name="T3" fmla="*/ 5 h 8"/>
                  <a:gd name="T4" fmla="*/ 0 w 20"/>
                  <a:gd name="T5" fmla="*/ 1 h 8"/>
                  <a:gd name="T6" fmla="*/ 10 w 20"/>
                  <a:gd name="T7" fmla="*/ 3 h 8"/>
                  <a:gd name="T8" fmla="*/ 20 w 2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8">
                    <a:moveTo>
                      <a:pt x="20" y="8"/>
                    </a:moveTo>
                    <a:cubicBezTo>
                      <a:pt x="20" y="8"/>
                      <a:pt x="15" y="7"/>
                      <a:pt x="10" y="5"/>
                    </a:cubicBezTo>
                    <a:cubicBezTo>
                      <a:pt x="4" y="3"/>
                      <a:pt x="0" y="1"/>
                      <a:pt x="0" y="1"/>
                    </a:cubicBezTo>
                    <a:cubicBezTo>
                      <a:pt x="0" y="0"/>
                      <a:pt x="5" y="1"/>
                      <a:pt x="10" y="3"/>
                    </a:cubicBezTo>
                    <a:cubicBezTo>
                      <a:pt x="16" y="5"/>
                      <a:pt x="20" y="7"/>
                      <a:pt x="20" y="8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65">
                <a:extLst>
                  <a:ext uri="{FF2B5EF4-FFF2-40B4-BE49-F238E27FC236}">
                    <a16:creationId xmlns:a16="http://schemas.microsoft.com/office/drawing/2014/main" id="{8AC68573-892F-4889-85B8-5D35689BC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0" y="3069"/>
                <a:ext cx="49" cy="23"/>
              </a:xfrm>
              <a:custGeom>
                <a:avLst/>
                <a:gdLst>
                  <a:gd name="T0" fmla="*/ 21 w 21"/>
                  <a:gd name="T1" fmla="*/ 0 h 10"/>
                  <a:gd name="T2" fmla="*/ 11 w 21"/>
                  <a:gd name="T3" fmla="*/ 6 h 10"/>
                  <a:gd name="T4" fmla="*/ 0 w 21"/>
                  <a:gd name="T5" fmla="*/ 9 h 10"/>
                  <a:gd name="T6" fmla="*/ 10 w 21"/>
                  <a:gd name="T7" fmla="*/ 4 h 10"/>
                  <a:gd name="T8" fmla="*/ 21 w 21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0">
                    <a:moveTo>
                      <a:pt x="21" y="0"/>
                    </a:moveTo>
                    <a:cubicBezTo>
                      <a:pt x="21" y="1"/>
                      <a:pt x="17" y="3"/>
                      <a:pt x="11" y="6"/>
                    </a:cubicBezTo>
                    <a:cubicBezTo>
                      <a:pt x="5" y="8"/>
                      <a:pt x="0" y="10"/>
                      <a:pt x="0" y="9"/>
                    </a:cubicBezTo>
                    <a:cubicBezTo>
                      <a:pt x="0" y="9"/>
                      <a:pt x="4" y="6"/>
                      <a:pt x="10" y="4"/>
                    </a:cubicBezTo>
                    <a:cubicBezTo>
                      <a:pt x="16" y="1"/>
                      <a:pt x="20" y="0"/>
                      <a:pt x="2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66">
                <a:extLst>
                  <a:ext uri="{FF2B5EF4-FFF2-40B4-BE49-F238E27FC236}">
                    <a16:creationId xmlns:a16="http://schemas.microsoft.com/office/drawing/2014/main" id="{01D737F7-227B-4AF2-A499-4BEC3F8B8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2" y="2959"/>
                <a:ext cx="37" cy="7"/>
              </a:xfrm>
              <a:custGeom>
                <a:avLst/>
                <a:gdLst>
                  <a:gd name="T0" fmla="*/ 16 w 16"/>
                  <a:gd name="T1" fmla="*/ 2 h 3"/>
                  <a:gd name="T2" fmla="*/ 8 w 16"/>
                  <a:gd name="T3" fmla="*/ 2 h 3"/>
                  <a:gd name="T4" fmla="*/ 0 w 16"/>
                  <a:gd name="T5" fmla="*/ 1 h 3"/>
                  <a:gd name="T6" fmla="*/ 8 w 16"/>
                  <a:gd name="T7" fmla="*/ 0 h 3"/>
                  <a:gd name="T8" fmla="*/ 16 w 16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">
                    <a:moveTo>
                      <a:pt x="16" y="2"/>
                    </a:moveTo>
                    <a:cubicBezTo>
                      <a:pt x="16" y="2"/>
                      <a:pt x="13" y="3"/>
                      <a:pt x="8" y="2"/>
                    </a:cubicBezTo>
                    <a:cubicBezTo>
                      <a:pt x="4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8" y="0"/>
                    </a:cubicBezTo>
                    <a:cubicBezTo>
                      <a:pt x="13" y="1"/>
                      <a:pt x="16" y="1"/>
                      <a:pt x="16" y="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67">
                <a:extLst>
                  <a:ext uri="{FF2B5EF4-FFF2-40B4-BE49-F238E27FC236}">
                    <a16:creationId xmlns:a16="http://schemas.microsoft.com/office/drawing/2014/main" id="{9D78B1CD-6AD1-43A0-89FC-033323A279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8" y="2862"/>
                <a:ext cx="24" cy="35"/>
              </a:xfrm>
              <a:custGeom>
                <a:avLst/>
                <a:gdLst>
                  <a:gd name="T0" fmla="*/ 9 w 10"/>
                  <a:gd name="T1" fmla="*/ 15 h 15"/>
                  <a:gd name="T2" fmla="*/ 4 w 10"/>
                  <a:gd name="T3" fmla="*/ 8 h 15"/>
                  <a:gd name="T4" fmla="*/ 0 w 10"/>
                  <a:gd name="T5" fmla="*/ 1 h 15"/>
                  <a:gd name="T6" fmla="*/ 5 w 10"/>
                  <a:gd name="T7" fmla="*/ 7 h 15"/>
                  <a:gd name="T8" fmla="*/ 9 w 10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9" y="15"/>
                    </a:moveTo>
                    <a:cubicBezTo>
                      <a:pt x="9" y="15"/>
                      <a:pt x="6" y="12"/>
                      <a:pt x="4" y="8"/>
                    </a:cubicBezTo>
                    <a:cubicBezTo>
                      <a:pt x="1" y="4"/>
                      <a:pt x="0" y="1"/>
                      <a:pt x="0" y="1"/>
                    </a:cubicBezTo>
                    <a:cubicBezTo>
                      <a:pt x="0" y="0"/>
                      <a:pt x="3" y="3"/>
                      <a:pt x="5" y="7"/>
                    </a:cubicBezTo>
                    <a:cubicBezTo>
                      <a:pt x="8" y="11"/>
                      <a:pt x="10" y="15"/>
                      <a:pt x="9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68">
                <a:extLst>
                  <a:ext uri="{FF2B5EF4-FFF2-40B4-BE49-F238E27FC236}">
                    <a16:creationId xmlns:a16="http://schemas.microsoft.com/office/drawing/2014/main" id="{1E67F645-0F14-46F4-B80F-DFEF1D2F1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0" y="2957"/>
                <a:ext cx="35" cy="5"/>
              </a:xfrm>
              <a:custGeom>
                <a:avLst/>
                <a:gdLst>
                  <a:gd name="T0" fmla="*/ 15 w 15"/>
                  <a:gd name="T1" fmla="*/ 1 h 2"/>
                  <a:gd name="T2" fmla="*/ 8 w 15"/>
                  <a:gd name="T3" fmla="*/ 2 h 2"/>
                  <a:gd name="T4" fmla="*/ 0 w 15"/>
                  <a:gd name="T5" fmla="*/ 1 h 2"/>
                  <a:gd name="T6" fmla="*/ 8 w 15"/>
                  <a:gd name="T7" fmla="*/ 0 h 2"/>
                  <a:gd name="T8" fmla="*/ 15 w 15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">
                    <a:moveTo>
                      <a:pt x="15" y="1"/>
                    </a:moveTo>
                    <a:cubicBezTo>
                      <a:pt x="15" y="2"/>
                      <a:pt x="12" y="2"/>
                      <a:pt x="8" y="2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0"/>
                      <a:pt x="8" y="0"/>
                    </a:cubicBezTo>
                    <a:cubicBezTo>
                      <a:pt x="12" y="0"/>
                      <a:pt x="15" y="1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69">
                <a:extLst>
                  <a:ext uri="{FF2B5EF4-FFF2-40B4-BE49-F238E27FC236}">
                    <a16:creationId xmlns:a16="http://schemas.microsoft.com/office/drawing/2014/main" id="{617F7AC5-5FC5-4306-98EC-B5BACA0B2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8" y="3071"/>
                <a:ext cx="37" cy="19"/>
              </a:xfrm>
              <a:custGeom>
                <a:avLst/>
                <a:gdLst>
                  <a:gd name="T0" fmla="*/ 16 w 16"/>
                  <a:gd name="T1" fmla="*/ 7 h 8"/>
                  <a:gd name="T2" fmla="*/ 8 w 16"/>
                  <a:gd name="T3" fmla="*/ 5 h 8"/>
                  <a:gd name="T4" fmla="*/ 1 w 16"/>
                  <a:gd name="T5" fmla="*/ 1 h 8"/>
                  <a:gd name="T6" fmla="*/ 9 w 16"/>
                  <a:gd name="T7" fmla="*/ 3 h 8"/>
                  <a:gd name="T8" fmla="*/ 16 w 16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8">
                    <a:moveTo>
                      <a:pt x="16" y="7"/>
                    </a:moveTo>
                    <a:cubicBezTo>
                      <a:pt x="16" y="8"/>
                      <a:pt x="12" y="7"/>
                      <a:pt x="8" y="5"/>
                    </a:cubicBezTo>
                    <a:cubicBezTo>
                      <a:pt x="4" y="3"/>
                      <a:pt x="0" y="1"/>
                      <a:pt x="1" y="1"/>
                    </a:cubicBezTo>
                    <a:cubicBezTo>
                      <a:pt x="1" y="0"/>
                      <a:pt x="4" y="1"/>
                      <a:pt x="9" y="3"/>
                    </a:cubicBezTo>
                    <a:cubicBezTo>
                      <a:pt x="13" y="5"/>
                      <a:pt x="16" y="7"/>
                      <a:pt x="1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70">
                <a:extLst>
                  <a:ext uri="{FF2B5EF4-FFF2-40B4-BE49-F238E27FC236}">
                    <a16:creationId xmlns:a16="http://schemas.microsoft.com/office/drawing/2014/main" id="{85D59B5D-B247-4632-A6C8-327F1D5FC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8" y="3194"/>
                <a:ext cx="34" cy="10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3 h 4"/>
                  <a:gd name="T4" fmla="*/ 0 w 15"/>
                  <a:gd name="T5" fmla="*/ 3 h 4"/>
                  <a:gd name="T6" fmla="*/ 7 w 15"/>
                  <a:gd name="T7" fmla="*/ 1 h 4"/>
                  <a:gd name="T8" fmla="*/ 15 w 1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1"/>
                      <a:pt x="12" y="2"/>
                      <a:pt x="8" y="3"/>
                    </a:cubicBezTo>
                    <a:cubicBezTo>
                      <a:pt x="4" y="4"/>
                      <a:pt x="1" y="4"/>
                      <a:pt x="0" y="3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1" y="0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71">
                <a:extLst>
                  <a:ext uri="{FF2B5EF4-FFF2-40B4-BE49-F238E27FC236}">
                    <a16:creationId xmlns:a16="http://schemas.microsoft.com/office/drawing/2014/main" id="{D6240E31-E2D2-47C7-8863-B55C0AA25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1" y="3369"/>
                <a:ext cx="37" cy="9"/>
              </a:xfrm>
              <a:custGeom>
                <a:avLst/>
                <a:gdLst>
                  <a:gd name="T0" fmla="*/ 15 w 16"/>
                  <a:gd name="T1" fmla="*/ 1 h 4"/>
                  <a:gd name="T2" fmla="*/ 8 w 16"/>
                  <a:gd name="T3" fmla="*/ 3 h 4"/>
                  <a:gd name="T4" fmla="*/ 0 w 16"/>
                  <a:gd name="T5" fmla="*/ 3 h 4"/>
                  <a:gd name="T6" fmla="*/ 8 w 16"/>
                  <a:gd name="T7" fmla="*/ 1 h 4"/>
                  <a:gd name="T8" fmla="*/ 15 w 16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4">
                    <a:moveTo>
                      <a:pt x="15" y="1"/>
                    </a:moveTo>
                    <a:cubicBezTo>
                      <a:pt x="16" y="1"/>
                      <a:pt x="12" y="2"/>
                      <a:pt x="8" y="3"/>
                    </a:cubicBezTo>
                    <a:cubicBezTo>
                      <a:pt x="4" y="4"/>
                      <a:pt x="0" y="4"/>
                      <a:pt x="0" y="3"/>
                    </a:cubicBezTo>
                    <a:cubicBezTo>
                      <a:pt x="0" y="3"/>
                      <a:pt x="4" y="2"/>
                      <a:pt x="8" y="1"/>
                    </a:cubicBezTo>
                    <a:cubicBezTo>
                      <a:pt x="12" y="0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72">
                <a:extLst>
                  <a:ext uri="{FF2B5EF4-FFF2-40B4-BE49-F238E27FC236}">
                    <a16:creationId xmlns:a16="http://schemas.microsoft.com/office/drawing/2014/main" id="{D5E940DC-D372-4789-9628-0EF152BCC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7" y="3467"/>
                <a:ext cx="30" cy="18"/>
              </a:xfrm>
              <a:custGeom>
                <a:avLst/>
                <a:gdLst>
                  <a:gd name="T0" fmla="*/ 13 w 13"/>
                  <a:gd name="T1" fmla="*/ 0 h 8"/>
                  <a:gd name="T2" fmla="*/ 7 w 13"/>
                  <a:gd name="T3" fmla="*/ 5 h 8"/>
                  <a:gd name="T4" fmla="*/ 0 w 13"/>
                  <a:gd name="T5" fmla="*/ 7 h 8"/>
                  <a:gd name="T6" fmla="*/ 6 w 13"/>
                  <a:gd name="T7" fmla="*/ 3 h 8"/>
                  <a:gd name="T8" fmla="*/ 13 w 13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8">
                    <a:moveTo>
                      <a:pt x="13" y="0"/>
                    </a:moveTo>
                    <a:cubicBezTo>
                      <a:pt x="13" y="1"/>
                      <a:pt x="11" y="3"/>
                      <a:pt x="7" y="5"/>
                    </a:cubicBezTo>
                    <a:cubicBezTo>
                      <a:pt x="3" y="7"/>
                      <a:pt x="0" y="8"/>
                      <a:pt x="0" y="7"/>
                    </a:cubicBezTo>
                    <a:cubicBezTo>
                      <a:pt x="0" y="7"/>
                      <a:pt x="3" y="5"/>
                      <a:pt x="6" y="3"/>
                    </a:cubicBezTo>
                    <a:cubicBezTo>
                      <a:pt x="10" y="1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73">
                <a:extLst>
                  <a:ext uri="{FF2B5EF4-FFF2-40B4-BE49-F238E27FC236}">
                    <a16:creationId xmlns:a16="http://schemas.microsoft.com/office/drawing/2014/main" id="{77B8EFBB-F476-4822-889E-E6662663D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5" y="3541"/>
                <a:ext cx="23" cy="37"/>
              </a:xfrm>
              <a:custGeom>
                <a:avLst/>
                <a:gdLst>
                  <a:gd name="T0" fmla="*/ 9 w 10"/>
                  <a:gd name="T1" fmla="*/ 16 h 16"/>
                  <a:gd name="T2" fmla="*/ 4 w 10"/>
                  <a:gd name="T3" fmla="*/ 8 h 16"/>
                  <a:gd name="T4" fmla="*/ 0 w 10"/>
                  <a:gd name="T5" fmla="*/ 0 h 16"/>
                  <a:gd name="T6" fmla="*/ 6 w 10"/>
                  <a:gd name="T7" fmla="*/ 7 h 16"/>
                  <a:gd name="T8" fmla="*/ 9 w 10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6">
                    <a:moveTo>
                      <a:pt x="9" y="16"/>
                    </a:moveTo>
                    <a:cubicBezTo>
                      <a:pt x="9" y="16"/>
                      <a:pt x="6" y="13"/>
                      <a:pt x="4" y="8"/>
                    </a:cubicBezTo>
                    <a:cubicBezTo>
                      <a:pt x="1" y="4"/>
                      <a:pt x="0" y="0"/>
                      <a:pt x="0" y="0"/>
                    </a:cubicBezTo>
                    <a:cubicBezTo>
                      <a:pt x="1" y="0"/>
                      <a:pt x="3" y="3"/>
                      <a:pt x="6" y="7"/>
                    </a:cubicBezTo>
                    <a:cubicBezTo>
                      <a:pt x="8" y="12"/>
                      <a:pt x="10" y="15"/>
                      <a:pt x="9" y="1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74">
                <a:extLst>
                  <a:ext uri="{FF2B5EF4-FFF2-40B4-BE49-F238E27FC236}">
                    <a16:creationId xmlns:a16="http://schemas.microsoft.com/office/drawing/2014/main" id="{D75BC824-549C-472D-92DB-A1469E5DE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7" y="3394"/>
                <a:ext cx="32" cy="33"/>
              </a:xfrm>
              <a:custGeom>
                <a:avLst/>
                <a:gdLst>
                  <a:gd name="T0" fmla="*/ 14 w 14"/>
                  <a:gd name="T1" fmla="*/ 0 h 14"/>
                  <a:gd name="T2" fmla="*/ 8 w 14"/>
                  <a:gd name="T3" fmla="*/ 7 h 14"/>
                  <a:gd name="T4" fmla="*/ 1 w 14"/>
                  <a:gd name="T5" fmla="*/ 13 h 14"/>
                  <a:gd name="T6" fmla="*/ 7 w 14"/>
                  <a:gd name="T7" fmla="*/ 6 h 14"/>
                  <a:gd name="T8" fmla="*/ 14 w 1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14" y="0"/>
                    </a:moveTo>
                    <a:cubicBezTo>
                      <a:pt x="14" y="0"/>
                      <a:pt x="12" y="4"/>
                      <a:pt x="8" y="7"/>
                    </a:cubicBezTo>
                    <a:cubicBezTo>
                      <a:pt x="4" y="11"/>
                      <a:pt x="1" y="14"/>
                      <a:pt x="1" y="13"/>
                    </a:cubicBezTo>
                    <a:cubicBezTo>
                      <a:pt x="0" y="13"/>
                      <a:pt x="3" y="10"/>
                      <a:pt x="7" y="6"/>
                    </a:cubicBezTo>
                    <a:cubicBezTo>
                      <a:pt x="10" y="2"/>
                      <a:pt x="14" y="0"/>
                      <a:pt x="1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75">
                <a:extLst>
                  <a:ext uri="{FF2B5EF4-FFF2-40B4-BE49-F238E27FC236}">
                    <a16:creationId xmlns:a16="http://schemas.microsoft.com/office/drawing/2014/main" id="{06663BF8-3879-4476-AC51-BA6D9FADC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1" y="3273"/>
                <a:ext cx="24" cy="26"/>
              </a:xfrm>
              <a:custGeom>
                <a:avLst/>
                <a:gdLst>
                  <a:gd name="T0" fmla="*/ 10 w 10"/>
                  <a:gd name="T1" fmla="*/ 11 h 11"/>
                  <a:gd name="T2" fmla="*/ 4 w 10"/>
                  <a:gd name="T3" fmla="*/ 6 h 11"/>
                  <a:gd name="T4" fmla="*/ 0 w 10"/>
                  <a:gd name="T5" fmla="*/ 0 h 11"/>
                  <a:gd name="T6" fmla="*/ 6 w 10"/>
                  <a:gd name="T7" fmla="*/ 5 h 11"/>
                  <a:gd name="T8" fmla="*/ 10 w 10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10" y="11"/>
                    </a:moveTo>
                    <a:cubicBezTo>
                      <a:pt x="10" y="11"/>
                      <a:pt x="7" y="9"/>
                      <a:pt x="4" y="6"/>
                    </a:cubicBezTo>
                    <a:cubicBezTo>
                      <a:pt x="2" y="3"/>
                      <a:pt x="0" y="1"/>
                      <a:pt x="0" y="0"/>
                    </a:cubicBezTo>
                    <a:cubicBezTo>
                      <a:pt x="1" y="0"/>
                      <a:pt x="3" y="2"/>
                      <a:pt x="6" y="5"/>
                    </a:cubicBezTo>
                    <a:cubicBezTo>
                      <a:pt x="8" y="8"/>
                      <a:pt x="10" y="11"/>
                      <a:pt x="10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76">
                <a:extLst>
                  <a:ext uri="{FF2B5EF4-FFF2-40B4-BE49-F238E27FC236}">
                    <a16:creationId xmlns:a16="http://schemas.microsoft.com/office/drawing/2014/main" id="{0AB5A7B7-0352-42BA-B2DB-E78297305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3" y="3176"/>
                <a:ext cx="28" cy="30"/>
              </a:xfrm>
              <a:custGeom>
                <a:avLst/>
                <a:gdLst>
                  <a:gd name="T0" fmla="*/ 12 w 12"/>
                  <a:gd name="T1" fmla="*/ 0 h 13"/>
                  <a:gd name="T2" fmla="*/ 7 w 12"/>
                  <a:gd name="T3" fmla="*/ 7 h 13"/>
                  <a:gd name="T4" fmla="*/ 0 w 12"/>
                  <a:gd name="T5" fmla="*/ 13 h 13"/>
                  <a:gd name="T6" fmla="*/ 5 w 12"/>
                  <a:gd name="T7" fmla="*/ 6 h 13"/>
                  <a:gd name="T8" fmla="*/ 12 w 12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3">
                    <a:moveTo>
                      <a:pt x="12" y="0"/>
                    </a:moveTo>
                    <a:cubicBezTo>
                      <a:pt x="12" y="1"/>
                      <a:pt x="10" y="4"/>
                      <a:pt x="7" y="7"/>
                    </a:cubicBezTo>
                    <a:cubicBezTo>
                      <a:pt x="4" y="11"/>
                      <a:pt x="1" y="13"/>
                      <a:pt x="0" y="13"/>
                    </a:cubicBezTo>
                    <a:cubicBezTo>
                      <a:pt x="0" y="13"/>
                      <a:pt x="2" y="9"/>
                      <a:pt x="5" y="6"/>
                    </a:cubicBezTo>
                    <a:cubicBezTo>
                      <a:pt x="8" y="2"/>
                      <a:pt x="11" y="0"/>
                      <a:pt x="1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77">
                <a:extLst>
                  <a:ext uri="{FF2B5EF4-FFF2-40B4-BE49-F238E27FC236}">
                    <a16:creationId xmlns:a16="http://schemas.microsoft.com/office/drawing/2014/main" id="{3FDD8C5F-0909-440A-8FC3-AEE61E754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0" y="3057"/>
                <a:ext cx="30" cy="30"/>
              </a:xfrm>
              <a:custGeom>
                <a:avLst/>
                <a:gdLst>
                  <a:gd name="T0" fmla="*/ 12 w 13"/>
                  <a:gd name="T1" fmla="*/ 13 h 13"/>
                  <a:gd name="T2" fmla="*/ 6 w 13"/>
                  <a:gd name="T3" fmla="*/ 8 h 13"/>
                  <a:gd name="T4" fmla="*/ 0 w 13"/>
                  <a:gd name="T5" fmla="*/ 1 h 13"/>
                  <a:gd name="T6" fmla="*/ 7 w 13"/>
                  <a:gd name="T7" fmla="*/ 6 h 13"/>
                  <a:gd name="T8" fmla="*/ 12 w 13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2" y="13"/>
                    </a:moveTo>
                    <a:cubicBezTo>
                      <a:pt x="12" y="13"/>
                      <a:pt x="9" y="11"/>
                      <a:pt x="6" y="8"/>
                    </a:cubicBezTo>
                    <a:cubicBezTo>
                      <a:pt x="2" y="4"/>
                      <a:pt x="0" y="1"/>
                      <a:pt x="0" y="1"/>
                    </a:cubicBezTo>
                    <a:cubicBezTo>
                      <a:pt x="0" y="0"/>
                      <a:pt x="3" y="3"/>
                      <a:pt x="7" y="6"/>
                    </a:cubicBezTo>
                    <a:cubicBezTo>
                      <a:pt x="10" y="10"/>
                      <a:pt x="13" y="13"/>
                      <a:pt x="12" y="1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3" name="Freeform 78">
                <a:extLst>
                  <a:ext uri="{FF2B5EF4-FFF2-40B4-BE49-F238E27FC236}">
                    <a16:creationId xmlns:a16="http://schemas.microsoft.com/office/drawing/2014/main" id="{84E82B56-9278-4F62-8485-A3C95CE55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5" y="2966"/>
                <a:ext cx="21" cy="35"/>
              </a:xfrm>
              <a:custGeom>
                <a:avLst/>
                <a:gdLst>
                  <a:gd name="T0" fmla="*/ 9 w 9"/>
                  <a:gd name="T1" fmla="*/ 0 h 15"/>
                  <a:gd name="T2" fmla="*/ 5 w 9"/>
                  <a:gd name="T3" fmla="*/ 8 h 15"/>
                  <a:gd name="T4" fmla="*/ 0 w 9"/>
                  <a:gd name="T5" fmla="*/ 15 h 15"/>
                  <a:gd name="T6" fmla="*/ 4 w 9"/>
                  <a:gd name="T7" fmla="*/ 7 h 15"/>
                  <a:gd name="T8" fmla="*/ 9 w 9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9" y="1"/>
                      <a:pt x="8" y="4"/>
                      <a:pt x="5" y="8"/>
                    </a:cubicBezTo>
                    <a:cubicBezTo>
                      <a:pt x="3" y="12"/>
                      <a:pt x="1" y="15"/>
                      <a:pt x="0" y="15"/>
                    </a:cubicBezTo>
                    <a:cubicBezTo>
                      <a:pt x="0" y="14"/>
                      <a:pt x="1" y="11"/>
                      <a:pt x="4" y="7"/>
                    </a:cubicBezTo>
                    <a:cubicBezTo>
                      <a:pt x="6" y="3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79">
                <a:extLst>
                  <a:ext uri="{FF2B5EF4-FFF2-40B4-BE49-F238E27FC236}">
                    <a16:creationId xmlns:a16="http://schemas.microsoft.com/office/drawing/2014/main" id="{11FA1711-035B-4F17-968A-50053C3B3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0" y="2855"/>
                <a:ext cx="19" cy="35"/>
              </a:xfrm>
              <a:custGeom>
                <a:avLst/>
                <a:gdLst>
                  <a:gd name="T0" fmla="*/ 8 w 8"/>
                  <a:gd name="T1" fmla="*/ 0 h 15"/>
                  <a:gd name="T2" fmla="*/ 5 w 8"/>
                  <a:gd name="T3" fmla="*/ 8 h 15"/>
                  <a:gd name="T4" fmla="*/ 0 w 8"/>
                  <a:gd name="T5" fmla="*/ 15 h 15"/>
                  <a:gd name="T6" fmla="*/ 3 w 8"/>
                  <a:gd name="T7" fmla="*/ 7 h 15"/>
                  <a:gd name="T8" fmla="*/ 8 w 8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5">
                    <a:moveTo>
                      <a:pt x="8" y="0"/>
                    </a:moveTo>
                    <a:cubicBezTo>
                      <a:pt x="8" y="1"/>
                      <a:pt x="7" y="4"/>
                      <a:pt x="5" y="8"/>
                    </a:cubicBezTo>
                    <a:cubicBezTo>
                      <a:pt x="3" y="12"/>
                      <a:pt x="1" y="15"/>
                      <a:pt x="0" y="15"/>
                    </a:cubicBezTo>
                    <a:cubicBezTo>
                      <a:pt x="0" y="15"/>
                      <a:pt x="1" y="11"/>
                      <a:pt x="3" y="7"/>
                    </a:cubicBezTo>
                    <a:cubicBezTo>
                      <a:pt x="5" y="3"/>
                      <a:pt x="7" y="0"/>
                      <a:pt x="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80">
                <a:extLst>
                  <a:ext uri="{FF2B5EF4-FFF2-40B4-BE49-F238E27FC236}">
                    <a16:creationId xmlns:a16="http://schemas.microsoft.com/office/drawing/2014/main" id="{73B8D83E-5F95-45FF-8868-E48818BD4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2906"/>
                <a:ext cx="25" cy="14"/>
              </a:xfrm>
              <a:custGeom>
                <a:avLst/>
                <a:gdLst>
                  <a:gd name="T0" fmla="*/ 11 w 11"/>
                  <a:gd name="T1" fmla="*/ 0 h 6"/>
                  <a:gd name="T2" fmla="*/ 6 w 11"/>
                  <a:gd name="T3" fmla="*/ 4 h 6"/>
                  <a:gd name="T4" fmla="*/ 0 w 11"/>
                  <a:gd name="T5" fmla="*/ 5 h 6"/>
                  <a:gd name="T6" fmla="*/ 5 w 11"/>
                  <a:gd name="T7" fmla="*/ 2 h 6"/>
                  <a:gd name="T8" fmla="*/ 11 w 1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6">
                    <a:moveTo>
                      <a:pt x="11" y="0"/>
                    </a:moveTo>
                    <a:cubicBezTo>
                      <a:pt x="11" y="1"/>
                      <a:pt x="9" y="2"/>
                      <a:pt x="6" y="4"/>
                    </a:cubicBezTo>
                    <a:cubicBezTo>
                      <a:pt x="3" y="5"/>
                      <a:pt x="1" y="6"/>
                      <a:pt x="0" y="5"/>
                    </a:cubicBezTo>
                    <a:cubicBezTo>
                      <a:pt x="0" y="5"/>
                      <a:pt x="2" y="3"/>
                      <a:pt x="5" y="2"/>
                    </a:cubicBezTo>
                    <a:cubicBezTo>
                      <a:pt x="8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81">
                <a:extLst>
                  <a:ext uri="{FF2B5EF4-FFF2-40B4-BE49-F238E27FC236}">
                    <a16:creationId xmlns:a16="http://schemas.microsoft.com/office/drawing/2014/main" id="{DB4979AC-6C38-49C8-9E4B-F1F3F3BD4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0" y="3285"/>
                <a:ext cx="46" cy="23"/>
              </a:xfrm>
              <a:custGeom>
                <a:avLst/>
                <a:gdLst>
                  <a:gd name="T0" fmla="*/ 20 w 20"/>
                  <a:gd name="T1" fmla="*/ 9 h 10"/>
                  <a:gd name="T2" fmla="*/ 10 w 20"/>
                  <a:gd name="T3" fmla="*/ 7 h 10"/>
                  <a:gd name="T4" fmla="*/ 0 w 20"/>
                  <a:gd name="T5" fmla="*/ 1 h 10"/>
                  <a:gd name="T6" fmla="*/ 10 w 20"/>
                  <a:gd name="T7" fmla="*/ 5 h 10"/>
                  <a:gd name="T8" fmla="*/ 20 w 20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0">
                    <a:moveTo>
                      <a:pt x="20" y="9"/>
                    </a:moveTo>
                    <a:cubicBezTo>
                      <a:pt x="20" y="10"/>
                      <a:pt x="15" y="9"/>
                      <a:pt x="10" y="7"/>
                    </a:cubicBezTo>
                    <a:cubicBezTo>
                      <a:pt x="4" y="4"/>
                      <a:pt x="0" y="1"/>
                      <a:pt x="0" y="1"/>
                    </a:cubicBezTo>
                    <a:cubicBezTo>
                      <a:pt x="1" y="0"/>
                      <a:pt x="5" y="2"/>
                      <a:pt x="10" y="5"/>
                    </a:cubicBezTo>
                    <a:cubicBezTo>
                      <a:pt x="16" y="7"/>
                      <a:pt x="20" y="9"/>
                      <a:pt x="20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82">
                <a:extLst>
                  <a:ext uri="{FF2B5EF4-FFF2-40B4-BE49-F238E27FC236}">
                    <a16:creationId xmlns:a16="http://schemas.microsoft.com/office/drawing/2014/main" id="{8D067B08-7284-419B-B82A-8247A22EF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7" y="3390"/>
                <a:ext cx="35" cy="9"/>
              </a:xfrm>
              <a:custGeom>
                <a:avLst/>
                <a:gdLst>
                  <a:gd name="T0" fmla="*/ 15 w 15"/>
                  <a:gd name="T1" fmla="*/ 1 h 4"/>
                  <a:gd name="T2" fmla="*/ 7 w 15"/>
                  <a:gd name="T3" fmla="*/ 3 h 4"/>
                  <a:gd name="T4" fmla="*/ 0 w 15"/>
                  <a:gd name="T5" fmla="*/ 3 h 4"/>
                  <a:gd name="T6" fmla="*/ 7 w 15"/>
                  <a:gd name="T7" fmla="*/ 1 h 4"/>
                  <a:gd name="T8" fmla="*/ 15 w 15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1"/>
                    </a:moveTo>
                    <a:cubicBezTo>
                      <a:pt x="15" y="1"/>
                      <a:pt x="12" y="2"/>
                      <a:pt x="7" y="3"/>
                    </a:cubicBezTo>
                    <a:cubicBezTo>
                      <a:pt x="3" y="4"/>
                      <a:pt x="0" y="4"/>
                      <a:pt x="0" y="3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1" y="0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83">
                <a:extLst>
                  <a:ext uri="{FF2B5EF4-FFF2-40B4-BE49-F238E27FC236}">
                    <a16:creationId xmlns:a16="http://schemas.microsoft.com/office/drawing/2014/main" id="{BFCFF711-3BFE-44F0-9CB1-1ABF63854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1" y="3497"/>
                <a:ext cx="33" cy="39"/>
              </a:xfrm>
              <a:custGeom>
                <a:avLst/>
                <a:gdLst>
                  <a:gd name="T0" fmla="*/ 14 w 14"/>
                  <a:gd name="T1" fmla="*/ 17 h 17"/>
                  <a:gd name="T2" fmla="*/ 5 w 14"/>
                  <a:gd name="T3" fmla="*/ 10 h 17"/>
                  <a:gd name="T4" fmla="*/ 0 w 14"/>
                  <a:gd name="T5" fmla="*/ 0 h 17"/>
                  <a:gd name="T6" fmla="*/ 7 w 14"/>
                  <a:gd name="T7" fmla="*/ 9 h 17"/>
                  <a:gd name="T8" fmla="*/ 14 w 1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14" y="17"/>
                    </a:moveTo>
                    <a:cubicBezTo>
                      <a:pt x="13" y="17"/>
                      <a:pt x="9" y="15"/>
                      <a:pt x="5" y="10"/>
                    </a:cubicBezTo>
                    <a:cubicBezTo>
                      <a:pt x="2" y="5"/>
                      <a:pt x="0" y="0"/>
                      <a:pt x="0" y="0"/>
                    </a:cubicBezTo>
                    <a:cubicBezTo>
                      <a:pt x="1" y="0"/>
                      <a:pt x="3" y="4"/>
                      <a:pt x="7" y="9"/>
                    </a:cubicBezTo>
                    <a:cubicBezTo>
                      <a:pt x="11" y="13"/>
                      <a:pt x="14" y="17"/>
                      <a:pt x="14" y="1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84">
                <a:extLst>
                  <a:ext uri="{FF2B5EF4-FFF2-40B4-BE49-F238E27FC236}">
                    <a16:creationId xmlns:a16="http://schemas.microsoft.com/office/drawing/2014/main" id="{64BAD2CB-4D63-42E1-B3BB-00501BD86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9" y="3581"/>
                <a:ext cx="28" cy="23"/>
              </a:xfrm>
              <a:custGeom>
                <a:avLst/>
                <a:gdLst>
                  <a:gd name="T0" fmla="*/ 0 w 12"/>
                  <a:gd name="T1" fmla="*/ 10 h 10"/>
                  <a:gd name="T2" fmla="*/ 5 w 12"/>
                  <a:gd name="T3" fmla="*/ 4 h 10"/>
                  <a:gd name="T4" fmla="*/ 11 w 12"/>
                  <a:gd name="T5" fmla="*/ 0 h 10"/>
                  <a:gd name="T6" fmla="*/ 6 w 12"/>
                  <a:gd name="T7" fmla="*/ 6 h 10"/>
                  <a:gd name="T8" fmla="*/ 0 w 12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0" y="9"/>
                      <a:pt x="2" y="7"/>
                      <a:pt x="5" y="4"/>
                    </a:cubicBezTo>
                    <a:cubicBezTo>
                      <a:pt x="8" y="1"/>
                      <a:pt x="11" y="0"/>
                      <a:pt x="11" y="0"/>
                    </a:cubicBezTo>
                    <a:cubicBezTo>
                      <a:pt x="12" y="0"/>
                      <a:pt x="9" y="3"/>
                      <a:pt x="6" y="6"/>
                    </a:cubicBezTo>
                    <a:cubicBezTo>
                      <a:pt x="3" y="8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85">
                <a:extLst>
                  <a:ext uri="{FF2B5EF4-FFF2-40B4-BE49-F238E27FC236}">
                    <a16:creationId xmlns:a16="http://schemas.microsoft.com/office/drawing/2014/main" id="{D11E8D22-BC46-4580-B781-FD4829EE0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1" y="3229"/>
                <a:ext cx="158" cy="410"/>
              </a:xfrm>
              <a:custGeom>
                <a:avLst/>
                <a:gdLst>
                  <a:gd name="T0" fmla="*/ 43 w 68"/>
                  <a:gd name="T1" fmla="*/ 24 h 176"/>
                  <a:gd name="T2" fmla="*/ 21 w 68"/>
                  <a:gd name="T3" fmla="*/ 0 h 176"/>
                  <a:gd name="T4" fmla="*/ 5 w 68"/>
                  <a:gd name="T5" fmla="*/ 11 h 176"/>
                  <a:gd name="T6" fmla="*/ 0 w 68"/>
                  <a:gd name="T7" fmla="*/ 31 h 176"/>
                  <a:gd name="T8" fmla="*/ 25 w 68"/>
                  <a:gd name="T9" fmla="*/ 176 h 176"/>
                  <a:gd name="T10" fmla="*/ 68 w 68"/>
                  <a:gd name="T11" fmla="*/ 176 h 176"/>
                  <a:gd name="T12" fmla="*/ 43 w 68"/>
                  <a:gd name="T13" fmla="*/ 24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176">
                    <a:moveTo>
                      <a:pt x="43" y="24"/>
                    </a:moveTo>
                    <a:cubicBezTo>
                      <a:pt x="39" y="13"/>
                      <a:pt x="33" y="0"/>
                      <a:pt x="21" y="0"/>
                    </a:cubicBezTo>
                    <a:cubicBezTo>
                      <a:pt x="14" y="0"/>
                      <a:pt x="8" y="5"/>
                      <a:pt x="5" y="11"/>
                    </a:cubicBezTo>
                    <a:cubicBezTo>
                      <a:pt x="1" y="17"/>
                      <a:pt x="0" y="24"/>
                      <a:pt x="0" y="31"/>
                    </a:cubicBezTo>
                    <a:cubicBezTo>
                      <a:pt x="2" y="77"/>
                      <a:pt x="10" y="129"/>
                      <a:pt x="25" y="176"/>
                    </a:cubicBezTo>
                    <a:cubicBezTo>
                      <a:pt x="68" y="176"/>
                      <a:pt x="68" y="176"/>
                      <a:pt x="68" y="176"/>
                    </a:cubicBezTo>
                    <a:cubicBezTo>
                      <a:pt x="67" y="124"/>
                      <a:pt x="59" y="75"/>
                      <a:pt x="43" y="24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86">
                <a:extLst>
                  <a:ext uri="{FF2B5EF4-FFF2-40B4-BE49-F238E27FC236}">
                    <a16:creationId xmlns:a16="http://schemas.microsoft.com/office/drawing/2014/main" id="{F6B8B850-F8D2-4C64-AE66-A581AE735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7" y="3036"/>
                <a:ext cx="282" cy="633"/>
              </a:xfrm>
              <a:custGeom>
                <a:avLst/>
                <a:gdLst>
                  <a:gd name="T0" fmla="*/ 75 w 121"/>
                  <a:gd name="T1" fmla="*/ 38 h 272"/>
                  <a:gd name="T2" fmla="*/ 31 w 121"/>
                  <a:gd name="T3" fmla="*/ 0 h 272"/>
                  <a:gd name="T4" fmla="*/ 2 w 121"/>
                  <a:gd name="T5" fmla="*/ 40 h 272"/>
                  <a:gd name="T6" fmla="*/ 12 w 121"/>
                  <a:gd name="T7" fmla="*/ 97 h 272"/>
                  <a:gd name="T8" fmla="*/ 68 w 121"/>
                  <a:gd name="T9" fmla="*/ 272 h 272"/>
                  <a:gd name="T10" fmla="*/ 121 w 121"/>
                  <a:gd name="T11" fmla="*/ 266 h 272"/>
                  <a:gd name="T12" fmla="*/ 75 w 121"/>
                  <a:gd name="T13" fmla="*/ 3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1" h="272">
                    <a:moveTo>
                      <a:pt x="75" y="38"/>
                    </a:moveTo>
                    <a:cubicBezTo>
                      <a:pt x="69" y="14"/>
                      <a:pt x="51" y="1"/>
                      <a:pt x="31" y="0"/>
                    </a:cubicBezTo>
                    <a:cubicBezTo>
                      <a:pt x="12" y="3"/>
                      <a:pt x="5" y="22"/>
                      <a:pt x="2" y="40"/>
                    </a:cubicBezTo>
                    <a:cubicBezTo>
                      <a:pt x="0" y="59"/>
                      <a:pt x="6" y="78"/>
                      <a:pt x="12" y="97"/>
                    </a:cubicBezTo>
                    <a:cubicBezTo>
                      <a:pt x="30" y="155"/>
                      <a:pt x="49" y="213"/>
                      <a:pt x="68" y="272"/>
                    </a:cubicBezTo>
                    <a:cubicBezTo>
                      <a:pt x="85" y="270"/>
                      <a:pt x="103" y="268"/>
                      <a:pt x="121" y="266"/>
                    </a:cubicBezTo>
                    <a:cubicBezTo>
                      <a:pt x="104" y="188"/>
                      <a:pt x="94" y="115"/>
                      <a:pt x="75" y="38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87">
                <a:extLst>
                  <a:ext uri="{FF2B5EF4-FFF2-40B4-BE49-F238E27FC236}">
                    <a16:creationId xmlns:a16="http://schemas.microsoft.com/office/drawing/2014/main" id="{A35FE32C-783C-472B-88B9-60031E124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3" y="3229"/>
                <a:ext cx="68" cy="412"/>
              </a:xfrm>
              <a:custGeom>
                <a:avLst/>
                <a:gdLst>
                  <a:gd name="T0" fmla="*/ 7 w 29"/>
                  <a:gd name="T1" fmla="*/ 0 h 177"/>
                  <a:gd name="T2" fmla="*/ 3 w 29"/>
                  <a:gd name="T3" fmla="*/ 6 h 177"/>
                  <a:gd name="T4" fmla="*/ 1 w 29"/>
                  <a:gd name="T5" fmla="*/ 25 h 177"/>
                  <a:gd name="T6" fmla="*/ 5 w 29"/>
                  <a:gd name="T7" fmla="*/ 53 h 177"/>
                  <a:gd name="T8" fmla="*/ 10 w 29"/>
                  <a:gd name="T9" fmla="*/ 88 h 177"/>
                  <a:gd name="T10" fmla="*/ 24 w 29"/>
                  <a:gd name="T11" fmla="*/ 150 h 177"/>
                  <a:gd name="T12" fmla="*/ 28 w 29"/>
                  <a:gd name="T13" fmla="*/ 169 h 177"/>
                  <a:gd name="T14" fmla="*/ 29 w 29"/>
                  <a:gd name="T15" fmla="*/ 175 h 177"/>
                  <a:gd name="T16" fmla="*/ 29 w 29"/>
                  <a:gd name="T17" fmla="*/ 176 h 177"/>
                  <a:gd name="T18" fmla="*/ 28 w 29"/>
                  <a:gd name="T19" fmla="*/ 175 h 177"/>
                  <a:gd name="T20" fmla="*/ 27 w 29"/>
                  <a:gd name="T21" fmla="*/ 170 h 177"/>
                  <a:gd name="T22" fmla="*/ 23 w 29"/>
                  <a:gd name="T23" fmla="*/ 151 h 177"/>
                  <a:gd name="T24" fmla="*/ 8 w 29"/>
                  <a:gd name="T25" fmla="*/ 88 h 177"/>
                  <a:gd name="T26" fmla="*/ 3 w 29"/>
                  <a:gd name="T27" fmla="*/ 54 h 177"/>
                  <a:gd name="T28" fmla="*/ 1 w 29"/>
                  <a:gd name="T29" fmla="*/ 38 h 177"/>
                  <a:gd name="T30" fmla="*/ 0 w 29"/>
                  <a:gd name="T31" fmla="*/ 25 h 177"/>
                  <a:gd name="T32" fmla="*/ 3 w 29"/>
                  <a:gd name="T33" fmla="*/ 6 h 177"/>
                  <a:gd name="T34" fmla="*/ 7 w 29"/>
                  <a:gd name="T35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9" h="177">
                    <a:moveTo>
                      <a:pt x="7" y="0"/>
                    </a:moveTo>
                    <a:cubicBezTo>
                      <a:pt x="7" y="0"/>
                      <a:pt x="5" y="2"/>
                      <a:pt x="3" y="6"/>
                    </a:cubicBezTo>
                    <a:cubicBezTo>
                      <a:pt x="2" y="10"/>
                      <a:pt x="1" y="17"/>
                      <a:pt x="1" y="25"/>
                    </a:cubicBezTo>
                    <a:cubicBezTo>
                      <a:pt x="2" y="33"/>
                      <a:pt x="3" y="43"/>
                      <a:pt x="5" y="53"/>
                    </a:cubicBezTo>
                    <a:cubicBezTo>
                      <a:pt x="6" y="64"/>
                      <a:pt x="8" y="76"/>
                      <a:pt x="10" y="88"/>
                    </a:cubicBezTo>
                    <a:cubicBezTo>
                      <a:pt x="15" y="113"/>
                      <a:pt x="21" y="134"/>
                      <a:pt x="24" y="150"/>
                    </a:cubicBezTo>
                    <a:cubicBezTo>
                      <a:pt x="26" y="158"/>
                      <a:pt x="27" y="165"/>
                      <a:pt x="28" y="169"/>
                    </a:cubicBezTo>
                    <a:cubicBezTo>
                      <a:pt x="28" y="172"/>
                      <a:pt x="29" y="173"/>
                      <a:pt x="29" y="175"/>
                    </a:cubicBezTo>
                    <a:cubicBezTo>
                      <a:pt x="29" y="176"/>
                      <a:pt x="29" y="176"/>
                      <a:pt x="29" y="176"/>
                    </a:cubicBezTo>
                    <a:cubicBezTo>
                      <a:pt x="29" y="177"/>
                      <a:pt x="29" y="176"/>
                      <a:pt x="28" y="175"/>
                    </a:cubicBezTo>
                    <a:cubicBezTo>
                      <a:pt x="28" y="173"/>
                      <a:pt x="28" y="172"/>
                      <a:pt x="27" y="170"/>
                    </a:cubicBezTo>
                    <a:cubicBezTo>
                      <a:pt x="26" y="165"/>
                      <a:pt x="24" y="159"/>
                      <a:pt x="23" y="151"/>
                    </a:cubicBezTo>
                    <a:cubicBezTo>
                      <a:pt x="19" y="135"/>
                      <a:pt x="13" y="113"/>
                      <a:pt x="8" y="88"/>
                    </a:cubicBezTo>
                    <a:cubicBezTo>
                      <a:pt x="6" y="76"/>
                      <a:pt x="4" y="64"/>
                      <a:pt x="3" y="54"/>
                    </a:cubicBezTo>
                    <a:cubicBezTo>
                      <a:pt x="2" y="48"/>
                      <a:pt x="2" y="43"/>
                      <a:pt x="1" y="38"/>
                    </a:cubicBezTo>
                    <a:cubicBezTo>
                      <a:pt x="1" y="34"/>
                      <a:pt x="0" y="29"/>
                      <a:pt x="0" y="25"/>
                    </a:cubicBezTo>
                    <a:cubicBezTo>
                      <a:pt x="0" y="17"/>
                      <a:pt x="1" y="10"/>
                      <a:pt x="3" y="6"/>
                    </a:cubicBezTo>
                    <a:cubicBezTo>
                      <a:pt x="5" y="2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88">
                <a:extLst>
                  <a:ext uri="{FF2B5EF4-FFF2-40B4-BE49-F238E27FC236}">
                    <a16:creationId xmlns:a16="http://schemas.microsoft.com/office/drawing/2014/main" id="{09A5CEA3-DCD0-4C1A-AC8C-CE881C624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" y="3032"/>
                <a:ext cx="142" cy="609"/>
              </a:xfrm>
              <a:custGeom>
                <a:avLst/>
                <a:gdLst>
                  <a:gd name="T0" fmla="*/ 16 w 61"/>
                  <a:gd name="T1" fmla="*/ 0 h 262"/>
                  <a:gd name="T2" fmla="*/ 10 w 61"/>
                  <a:gd name="T3" fmla="*/ 9 h 262"/>
                  <a:gd name="T4" fmla="*/ 2 w 61"/>
                  <a:gd name="T5" fmla="*/ 36 h 262"/>
                  <a:gd name="T6" fmla="*/ 8 w 61"/>
                  <a:gd name="T7" fmla="*/ 79 h 262"/>
                  <a:gd name="T8" fmla="*/ 24 w 61"/>
                  <a:gd name="T9" fmla="*/ 130 h 262"/>
                  <a:gd name="T10" fmla="*/ 51 w 61"/>
                  <a:gd name="T11" fmla="*/ 223 h 262"/>
                  <a:gd name="T12" fmla="*/ 59 w 61"/>
                  <a:gd name="T13" fmla="*/ 252 h 262"/>
                  <a:gd name="T14" fmla="*/ 61 w 61"/>
                  <a:gd name="T15" fmla="*/ 259 h 262"/>
                  <a:gd name="T16" fmla="*/ 61 w 61"/>
                  <a:gd name="T17" fmla="*/ 262 h 262"/>
                  <a:gd name="T18" fmla="*/ 60 w 61"/>
                  <a:gd name="T19" fmla="*/ 260 h 262"/>
                  <a:gd name="T20" fmla="*/ 58 w 61"/>
                  <a:gd name="T21" fmla="*/ 252 h 262"/>
                  <a:gd name="T22" fmla="*/ 49 w 61"/>
                  <a:gd name="T23" fmla="*/ 224 h 262"/>
                  <a:gd name="T24" fmla="*/ 22 w 61"/>
                  <a:gd name="T25" fmla="*/ 131 h 262"/>
                  <a:gd name="T26" fmla="*/ 7 w 61"/>
                  <a:gd name="T27" fmla="*/ 80 h 262"/>
                  <a:gd name="T28" fmla="*/ 1 w 61"/>
                  <a:gd name="T29" fmla="*/ 36 h 262"/>
                  <a:gd name="T30" fmla="*/ 9 w 61"/>
                  <a:gd name="T31" fmla="*/ 8 h 262"/>
                  <a:gd name="T32" fmla="*/ 16 w 61"/>
                  <a:gd name="T33" fmla="*/ 0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1" h="262">
                    <a:moveTo>
                      <a:pt x="16" y="0"/>
                    </a:moveTo>
                    <a:cubicBezTo>
                      <a:pt x="17" y="0"/>
                      <a:pt x="14" y="3"/>
                      <a:pt x="10" y="9"/>
                    </a:cubicBezTo>
                    <a:cubicBezTo>
                      <a:pt x="6" y="15"/>
                      <a:pt x="3" y="24"/>
                      <a:pt x="2" y="36"/>
                    </a:cubicBezTo>
                    <a:cubicBezTo>
                      <a:pt x="1" y="49"/>
                      <a:pt x="4" y="63"/>
                      <a:pt x="8" y="79"/>
                    </a:cubicBezTo>
                    <a:cubicBezTo>
                      <a:pt x="13" y="95"/>
                      <a:pt x="18" y="112"/>
                      <a:pt x="24" y="130"/>
                    </a:cubicBezTo>
                    <a:cubicBezTo>
                      <a:pt x="34" y="167"/>
                      <a:pt x="44" y="199"/>
                      <a:pt x="51" y="223"/>
                    </a:cubicBezTo>
                    <a:cubicBezTo>
                      <a:pt x="54" y="235"/>
                      <a:pt x="57" y="245"/>
                      <a:pt x="59" y="252"/>
                    </a:cubicBezTo>
                    <a:cubicBezTo>
                      <a:pt x="60" y="255"/>
                      <a:pt x="60" y="258"/>
                      <a:pt x="61" y="259"/>
                    </a:cubicBezTo>
                    <a:cubicBezTo>
                      <a:pt x="61" y="261"/>
                      <a:pt x="61" y="262"/>
                      <a:pt x="61" y="262"/>
                    </a:cubicBezTo>
                    <a:cubicBezTo>
                      <a:pt x="61" y="262"/>
                      <a:pt x="61" y="261"/>
                      <a:pt x="60" y="260"/>
                    </a:cubicBezTo>
                    <a:cubicBezTo>
                      <a:pt x="60" y="258"/>
                      <a:pt x="59" y="255"/>
                      <a:pt x="58" y="252"/>
                    </a:cubicBezTo>
                    <a:cubicBezTo>
                      <a:pt x="56" y="245"/>
                      <a:pt x="53" y="236"/>
                      <a:pt x="49" y="224"/>
                    </a:cubicBezTo>
                    <a:cubicBezTo>
                      <a:pt x="42" y="200"/>
                      <a:pt x="33" y="167"/>
                      <a:pt x="22" y="131"/>
                    </a:cubicBezTo>
                    <a:cubicBezTo>
                      <a:pt x="16" y="113"/>
                      <a:pt x="11" y="95"/>
                      <a:pt x="7" y="80"/>
                    </a:cubicBezTo>
                    <a:cubicBezTo>
                      <a:pt x="2" y="64"/>
                      <a:pt x="0" y="49"/>
                      <a:pt x="1" y="36"/>
                    </a:cubicBezTo>
                    <a:cubicBezTo>
                      <a:pt x="1" y="24"/>
                      <a:pt x="6" y="14"/>
                      <a:pt x="9" y="8"/>
                    </a:cubicBezTo>
                    <a:cubicBezTo>
                      <a:pt x="13" y="2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89">
                <a:extLst>
                  <a:ext uri="{FF2B5EF4-FFF2-40B4-BE49-F238E27FC236}">
                    <a16:creationId xmlns:a16="http://schemas.microsoft.com/office/drawing/2014/main" id="{AADD5DB6-E145-4B1F-8E11-7BFD411D4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2" y="3034"/>
                <a:ext cx="189" cy="607"/>
              </a:xfrm>
              <a:custGeom>
                <a:avLst/>
                <a:gdLst>
                  <a:gd name="T0" fmla="*/ 81 w 81"/>
                  <a:gd name="T1" fmla="*/ 261 h 261"/>
                  <a:gd name="T2" fmla="*/ 80 w 81"/>
                  <a:gd name="T3" fmla="*/ 259 h 261"/>
                  <a:gd name="T4" fmla="*/ 77 w 81"/>
                  <a:gd name="T5" fmla="*/ 251 h 261"/>
                  <a:gd name="T6" fmla="*/ 68 w 81"/>
                  <a:gd name="T7" fmla="*/ 223 h 261"/>
                  <a:gd name="T8" fmla="*/ 58 w 81"/>
                  <a:gd name="T9" fmla="*/ 181 h 261"/>
                  <a:gd name="T10" fmla="*/ 48 w 81"/>
                  <a:gd name="T11" fmla="*/ 128 h 261"/>
                  <a:gd name="T12" fmla="*/ 35 w 81"/>
                  <a:gd name="T13" fmla="*/ 76 h 261"/>
                  <a:gd name="T14" fmla="*/ 20 w 81"/>
                  <a:gd name="T15" fmla="*/ 35 h 261"/>
                  <a:gd name="T16" fmla="*/ 6 w 81"/>
                  <a:gd name="T17" fmla="*/ 9 h 261"/>
                  <a:gd name="T18" fmla="*/ 1 w 81"/>
                  <a:gd name="T19" fmla="*/ 3 h 261"/>
                  <a:gd name="T20" fmla="*/ 0 w 81"/>
                  <a:gd name="T21" fmla="*/ 0 h 261"/>
                  <a:gd name="T22" fmla="*/ 2 w 81"/>
                  <a:gd name="T23" fmla="*/ 2 h 261"/>
                  <a:gd name="T24" fmla="*/ 6 w 81"/>
                  <a:gd name="T25" fmla="*/ 9 h 261"/>
                  <a:gd name="T26" fmla="*/ 21 w 81"/>
                  <a:gd name="T27" fmla="*/ 34 h 261"/>
                  <a:gd name="T28" fmla="*/ 37 w 81"/>
                  <a:gd name="T29" fmla="*/ 75 h 261"/>
                  <a:gd name="T30" fmla="*/ 50 w 81"/>
                  <a:gd name="T31" fmla="*/ 127 h 261"/>
                  <a:gd name="T32" fmla="*/ 60 w 81"/>
                  <a:gd name="T33" fmla="*/ 180 h 261"/>
                  <a:gd name="T34" fmla="*/ 69 w 81"/>
                  <a:gd name="T35" fmla="*/ 223 h 261"/>
                  <a:gd name="T36" fmla="*/ 78 w 81"/>
                  <a:gd name="T37" fmla="*/ 251 h 261"/>
                  <a:gd name="T38" fmla="*/ 80 w 81"/>
                  <a:gd name="T39" fmla="*/ 259 h 261"/>
                  <a:gd name="T40" fmla="*/ 81 w 81"/>
                  <a:gd name="T41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1" h="261">
                    <a:moveTo>
                      <a:pt x="81" y="261"/>
                    </a:moveTo>
                    <a:cubicBezTo>
                      <a:pt x="81" y="261"/>
                      <a:pt x="81" y="260"/>
                      <a:pt x="80" y="259"/>
                    </a:cubicBezTo>
                    <a:cubicBezTo>
                      <a:pt x="79" y="257"/>
                      <a:pt x="78" y="255"/>
                      <a:pt x="77" y="251"/>
                    </a:cubicBezTo>
                    <a:cubicBezTo>
                      <a:pt x="74" y="245"/>
                      <a:pt x="71" y="235"/>
                      <a:pt x="68" y="223"/>
                    </a:cubicBezTo>
                    <a:cubicBezTo>
                      <a:pt x="65" y="211"/>
                      <a:pt x="61" y="197"/>
                      <a:pt x="58" y="181"/>
                    </a:cubicBezTo>
                    <a:cubicBezTo>
                      <a:pt x="55" y="164"/>
                      <a:pt x="52" y="147"/>
                      <a:pt x="48" y="128"/>
                    </a:cubicBezTo>
                    <a:cubicBezTo>
                      <a:pt x="44" y="109"/>
                      <a:pt x="40" y="92"/>
                      <a:pt x="35" y="76"/>
                    </a:cubicBezTo>
                    <a:cubicBezTo>
                      <a:pt x="31" y="60"/>
                      <a:pt x="25" y="46"/>
                      <a:pt x="20" y="35"/>
                    </a:cubicBezTo>
                    <a:cubicBezTo>
                      <a:pt x="15" y="24"/>
                      <a:pt x="10" y="15"/>
                      <a:pt x="6" y="9"/>
                    </a:cubicBezTo>
                    <a:cubicBezTo>
                      <a:pt x="4" y="6"/>
                      <a:pt x="2" y="4"/>
                      <a:pt x="1" y="3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3" y="4"/>
                      <a:pt x="4" y="6"/>
                      <a:pt x="6" y="9"/>
                    </a:cubicBezTo>
                    <a:cubicBezTo>
                      <a:pt x="10" y="15"/>
                      <a:pt x="16" y="23"/>
                      <a:pt x="21" y="34"/>
                    </a:cubicBezTo>
                    <a:cubicBezTo>
                      <a:pt x="27" y="46"/>
                      <a:pt x="32" y="59"/>
                      <a:pt x="37" y="75"/>
                    </a:cubicBezTo>
                    <a:cubicBezTo>
                      <a:pt x="42" y="91"/>
                      <a:pt x="46" y="109"/>
                      <a:pt x="50" y="127"/>
                    </a:cubicBezTo>
                    <a:cubicBezTo>
                      <a:pt x="53" y="146"/>
                      <a:pt x="57" y="164"/>
                      <a:pt x="60" y="180"/>
                    </a:cubicBezTo>
                    <a:cubicBezTo>
                      <a:pt x="63" y="196"/>
                      <a:pt x="66" y="211"/>
                      <a:pt x="69" y="223"/>
                    </a:cubicBezTo>
                    <a:cubicBezTo>
                      <a:pt x="72" y="235"/>
                      <a:pt x="75" y="245"/>
                      <a:pt x="78" y="251"/>
                    </a:cubicBezTo>
                    <a:cubicBezTo>
                      <a:pt x="79" y="254"/>
                      <a:pt x="80" y="257"/>
                      <a:pt x="80" y="259"/>
                    </a:cubicBezTo>
                    <a:cubicBezTo>
                      <a:pt x="81" y="260"/>
                      <a:pt x="81" y="261"/>
                      <a:pt x="81" y="26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90">
                <a:extLst>
                  <a:ext uri="{FF2B5EF4-FFF2-40B4-BE49-F238E27FC236}">
                    <a16:creationId xmlns:a16="http://schemas.microsoft.com/office/drawing/2014/main" id="{AC6A621C-F121-4B78-8FE3-18DEE99ED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" y="3239"/>
                <a:ext cx="32" cy="11"/>
              </a:xfrm>
              <a:custGeom>
                <a:avLst/>
                <a:gdLst>
                  <a:gd name="T0" fmla="*/ 14 w 14"/>
                  <a:gd name="T1" fmla="*/ 1 h 5"/>
                  <a:gd name="T2" fmla="*/ 7 w 14"/>
                  <a:gd name="T3" fmla="*/ 3 h 5"/>
                  <a:gd name="T4" fmla="*/ 0 w 14"/>
                  <a:gd name="T5" fmla="*/ 4 h 5"/>
                  <a:gd name="T6" fmla="*/ 7 w 14"/>
                  <a:gd name="T7" fmla="*/ 1 h 5"/>
                  <a:gd name="T8" fmla="*/ 14 w 14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5">
                    <a:moveTo>
                      <a:pt x="14" y="1"/>
                    </a:moveTo>
                    <a:cubicBezTo>
                      <a:pt x="14" y="1"/>
                      <a:pt x="11" y="2"/>
                      <a:pt x="7" y="3"/>
                    </a:cubicBezTo>
                    <a:cubicBezTo>
                      <a:pt x="4" y="4"/>
                      <a:pt x="1" y="5"/>
                      <a:pt x="0" y="4"/>
                    </a:cubicBezTo>
                    <a:cubicBezTo>
                      <a:pt x="0" y="3"/>
                      <a:pt x="3" y="2"/>
                      <a:pt x="7" y="1"/>
                    </a:cubicBezTo>
                    <a:cubicBezTo>
                      <a:pt x="10" y="1"/>
                      <a:pt x="14" y="0"/>
                      <a:pt x="14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91">
                <a:extLst>
                  <a:ext uri="{FF2B5EF4-FFF2-40B4-BE49-F238E27FC236}">
                    <a16:creationId xmlns:a16="http://schemas.microsoft.com/office/drawing/2014/main" id="{69B13D21-46C1-4E3F-BCEB-0F9BFAB2B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2" y="3152"/>
                <a:ext cx="41" cy="7"/>
              </a:xfrm>
              <a:custGeom>
                <a:avLst/>
                <a:gdLst>
                  <a:gd name="T0" fmla="*/ 18 w 18"/>
                  <a:gd name="T1" fmla="*/ 2 h 3"/>
                  <a:gd name="T2" fmla="*/ 9 w 18"/>
                  <a:gd name="T3" fmla="*/ 3 h 3"/>
                  <a:gd name="T4" fmla="*/ 0 w 18"/>
                  <a:gd name="T5" fmla="*/ 2 h 3"/>
                  <a:gd name="T6" fmla="*/ 9 w 18"/>
                  <a:gd name="T7" fmla="*/ 1 h 3"/>
                  <a:gd name="T8" fmla="*/ 18 w 18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">
                    <a:moveTo>
                      <a:pt x="18" y="2"/>
                    </a:moveTo>
                    <a:cubicBezTo>
                      <a:pt x="18" y="2"/>
                      <a:pt x="14" y="2"/>
                      <a:pt x="9" y="3"/>
                    </a:cubicBezTo>
                    <a:cubicBezTo>
                      <a:pt x="4" y="3"/>
                      <a:pt x="0" y="3"/>
                      <a:pt x="0" y="2"/>
                    </a:cubicBezTo>
                    <a:cubicBezTo>
                      <a:pt x="0" y="2"/>
                      <a:pt x="4" y="1"/>
                      <a:pt x="9" y="1"/>
                    </a:cubicBezTo>
                    <a:cubicBezTo>
                      <a:pt x="14" y="0"/>
                      <a:pt x="18" y="1"/>
                      <a:pt x="18" y="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92">
                <a:extLst>
                  <a:ext uri="{FF2B5EF4-FFF2-40B4-BE49-F238E27FC236}">
                    <a16:creationId xmlns:a16="http://schemas.microsoft.com/office/drawing/2014/main" id="{3E0110D9-9D69-4746-9F7D-5E6ED234C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0" y="3055"/>
                <a:ext cx="27" cy="25"/>
              </a:xfrm>
              <a:custGeom>
                <a:avLst/>
                <a:gdLst>
                  <a:gd name="T0" fmla="*/ 12 w 12"/>
                  <a:gd name="T1" fmla="*/ 11 h 11"/>
                  <a:gd name="T2" fmla="*/ 6 w 12"/>
                  <a:gd name="T3" fmla="*/ 6 h 11"/>
                  <a:gd name="T4" fmla="*/ 0 w 12"/>
                  <a:gd name="T5" fmla="*/ 1 h 11"/>
                  <a:gd name="T6" fmla="*/ 7 w 12"/>
                  <a:gd name="T7" fmla="*/ 5 h 11"/>
                  <a:gd name="T8" fmla="*/ 12 w 1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cubicBezTo>
                      <a:pt x="12" y="11"/>
                      <a:pt x="9" y="9"/>
                      <a:pt x="6" y="6"/>
                    </a:cubicBezTo>
                    <a:cubicBezTo>
                      <a:pt x="2" y="4"/>
                      <a:pt x="0" y="1"/>
                      <a:pt x="0" y="1"/>
                    </a:cubicBezTo>
                    <a:cubicBezTo>
                      <a:pt x="1" y="0"/>
                      <a:pt x="4" y="2"/>
                      <a:pt x="7" y="5"/>
                    </a:cubicBezTo>
                    <a:cubicBezTo>
                      <a:pt x="10" y="8"/>
                      <a:pt x="12" y="10"/>
                      <a:pt x="12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93">
                <a:extLst>
                  <a:ext uri="{FF2B5EF4-FFF2-40B4-BE49-F238E27FC236}">
                    <a16:creationId xmlns:a16="http://schemas.microsoft.com/office/drawing/2014/main" id="{05A2DA65-BDD5-416A-A6F3-BD26E873B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" y="3008"/>
                <a:ext cx="7" cy="28"/>
              </a:xfrm>
              <a:custGeom>
                <a:avLst/>
                <a:gdLst>
                  <a:gd name="T0" fmla="*/ 2 w 3"/>
                  <a:gd name="T1" fmla="*/ 0 h 12"/>
                  <a:gd name="T2" fmla="*/ 3 w 3"/>
                  <a:gd name="T3" fmla="*/ 6 h 12"/>
                  <a:gd name="T4" fmla="*/ 2 w 3"/>
                  <a:gd name="T5" fmla="*/ 12 h 12"/>
                  <a:gd name="T6" fmla="*/ 1 w 3"/>
                  <a:gd name="T7" fmla="*/ 6 h 12"/>
                  <a:gd name="T8" fmla="*/ 2 w 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2">
                    <a:moveTo>
                      <a:pt x="2" y="0"/>
                    </a:moveTo>
                    <a:cubicBezTo>
                      <a:pt x="3" y="0"/>
                      <a:pt x="3" y="3"/>
                      <a:pt x="3" y="6"/>
                    </a:cubicBezTo>
                    <a:cubicBezTo>
                      <a:pt x="2" y="9"/>
                      <a:pt x="2" y="12"/>
                      <a:pt x="2" y="12"/>
                    </a:cubicBezTo>
                    <a:cubicBezTo>
                      <a:pt x="1" y="12"/>
                      <a:pt x="0" y="9"/>
                      <a:pt x="1" y="6"/>
                    </a:cubicBezTo>
                    <a:cubicBezTo>
                      <a:pt x="1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94">
                <a:extLst>
                  <a:ext uri="{FF2B5EF4-FFF2-40B4-BE49-F238E27FC236}">
                    <a16:creationId xmlns:a16="http://schemas.microsoft.com/office/drawing/2014/main" id="{B964E7E5-B4AC-4656-B857-F7C5C52C7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3" y="3041"/>
                <a:ext cx="21" cy="25"/>
              </a:xfrm>
              <a:custGeom>
                <a:avLst/>
                <a:gdLst>
                  <a:gd name="T0" fmla="*/ 8 w 9"/>
                  <a:gd name="T1" fmla="*/ 0 h 11"/>
                  <a:gd name="T2" fmla="*/ 5 w 9"/>
                  <a:gd name="T3" fmla="*/ 6 h 11"/>
                  <a:gd name="T4" fmla="*/ 1 w 9"/>
                  <a:gd name="T5" fmla="*/ 11 h 11"/>
                  <a:gd name="T6" fmla="*/ 4 w 9"/>
                  <a:gd name="T7" fmla="*/ 5 h 11"/>
                  <a:gd name="T8" fmla="*/ 8 w 9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8" y="0"/>
                    </a:moveTo>
                    <a:cubicBezTo>
                      <a:pt x="9" y="1"/>
                      <a:pt x="7" y="3"/>
                      <a:pt x="5" y="6"/>
                    </a:cubicBezTo>
                    <a:cubicBezTo>
                      <a:pt x="3" y="9"/>
                      <a:pt x="1" y="11"/>
                      <a:pt x="1" y="11"/>
                    </a:cubicBezTo>
                    <a:cubicBezTo>
                      <a:pt x="0" y="11"/>
                      <a:pt x="2" y="8"/>
                      <a:pt x="4" y="5"/>
                    </a:cubicBezTo>
                    <a:cubicBezTo>
                      <a:pt x="6" y="2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95">
                <a:extLst>
                  <a:ext uri="{FF2B5EF4-FFF2-40B4-BE49-F238E27FC236}">
                    <a16:creationId xmlns:a16="http://schemas.microsoft.com/office/drawing/2014/main" id="{65EFBAEF-FE0A-4278-9D3B-2F588A414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0" y="3127"/>
                <a:ext cx="33" cy="14"/>
              </a:xfrm>
              <a:custGeom>
                <a:avLst/>
                <a:gdLst>
                  <a:gd name="T0" fmla="*/ 14 w 14"/>
                  <a:gd name="T1" fmla="*/ 1 h 6"/>
                  <a:gd name="T2" fmla="*/ 8 w 14"/>
                  <a:gd name="T3" fmla="*/ 4 h 6"/>
                  <a:gd name="T4" fmla="*/ 1 w 14"/>
                  <a:gd name="T5" fmla="*/ 6 h 6"/>
                  <a:gd name="T6" fmla="*/ 7 w 14"/>
                  <a:gd name="T7" fmla="*/ 2 h 6"/>
                  <a:gd name="T8" fmla="*/ 14 w 14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6">
                    <a:moveTo>
                      <a:pt x="14" y="1"/>
                    </a:moveTo>
                    <a:cubicBezTo>
                      <a:pt x="14" y="1"/>
                      <a:pt x="11" y="3"/>
                      <a:pt x="8" y="4"/>
                    </a:cubicBezTo>
                    <a:cubicBezTo>
                      <a:pt x="4" y="6"/>
                      <a:pt x="1" y="6"/>
                      <a:pt x="1" y="6"/>
                    </a:cubicBezTo>
                    <a:cubicBezTo>
                      <a:pt x="0" y="5"/>
                      <a:pt x="3" y="4"/>
                      <a:pt x="7" y="2"/>
                    </a:cubicBezTo>
                    <a:cubicBezTo>
                      <a:pt x="10" y="1"/>
                      <a:pt x="13" y="0"/>
                      <a:pt x="14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96">
                <a:extLst>
                  <a:ext uri="{FF2B5EF4-FFF2-40B4-BE49-F238E27FC236}">
                    <a16:creationId xmlns:a16="http://schemas.microsoft.com/office/drawing/2014/main" id="{F7A46687-E0C9-460E-AAD1-918EE3439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1" y="3215"/>
                <a:ext cx="42" cy="14"/>
              </a:xfrm>
              <a:custGeom>
                <a:avLst/>
                <a:gdLst>
                  <a:gd name="T0" fmla="*/ 18 w 18"/>
                  <a:gd name="T1" fmla="*/ 1 h 6"/>
                  <a:gd name="T2" fmla="*/ 9 w 18"/>
                  <a:gd name="T3" fmla="*/ 5 h 6"/>
                  <a:gd name="T4" fmla="*/ 0 w 18"/>
                  <a:gd name="T5" fmla="*/ 5 h 6"/>
                  <a:gd name="T6" fmla="*/ 9 w 18"/>
                  <a:gd name="T7" fmla="*/ 3 h 6"/>
                  <a:gd name="T8" fmla="*/ 18 w 18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6">
                    <a:moveTo>
                      <a:pt x="18" y="1"/>
                    </a:moveTo>
                    <a:cubicBezTo>
                      <a:pt x="18" y="1"/>
                      <a:pt x="14" y="4"/>
                      <a:pt x="9" y="5"/>
                    </a:cubicBezTo>
                    <a:cubicBezTo>
                      <a:pt x="4" y="6"/>
                      <a:pt x="0" y="5"/>
                      <a:pt x="0" y="5"/>
                    </a:cubicBezTo>
                    <a:cubicBezTo>
                      <a:pt x="0" y="4"/>
                      <a:pt x="4" y="4"/>
                      <a:pt x="9" y="3"/>
                    </a:cubicBezTo>
                    <a:cubicBezTo>
                      <a:pt x="14" y="2"/>
                      <a:pt x="17" y="0"/>
                      <a:pt x="1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97">
                <a:extLst>
                  <a:ext uri="{FF2B5EF4-FFF2-40B4-BE49-F238E27FC236}">
                    <a16:creationId xmlns:a16="http://schemas.microsoft.com/office/drawing/2014/main" id="{24B7F39E-08C4-42F4-8BB1-3443D5429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1" y="3166"/>
                <a:ext cx="12" cy="26"/>
              </a:xfrm>
              <a:custGeom>
                <a:avLst/>
                <a:gdLst>
                  <a:gd name="T0" fmla="*/ 1 w 5"/>
                  <a:gd name="T1" fmla="*/ 11 h 11"/>
                  <a:gd name="T2" fmla="*/ 2 w 5"/>
                  <a:gd name="T3" fmla="*/ 5 h 11"/>
                  <a:gd name="T4" fmla="*/ 4 w 5"/>
                  <a:gd name="T5" fmla="*/ 0 h 11"/>
                  <a:gd name="T6" fmla="*/ 4 w 5"/>
                  <a:gd name="T7" fmla="*/ 6 h 11"/>
                  <a:gd name="T8" fmla="*/ 1 w 5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1">
                    <a:moveTo>
                      <a:pt x="1" y="11"/>
                    </a:moveTo>
                    <a:cubicBezTo>
                      <a:pt x="0" y="11"/>
                      <a:pt x="1" y="8"/>
                      <a:pt x="2" y="5"/>
                    </a:cubicBezTo>
                    <a:cubicBezTo>
                      <a:pt x="3" y="2"/>
                      <a:pt x="4" y="0"/>
                      <a:pt x="4" y="0"/>
                    </a:cubicBezTo>
                    <a:cubicBezTo>
                      <a:pt x="5" y="0"/>
                      <a:pt x="5" y="3"/>
                      <a:pt x="4" y="6"/>
                    </a:cubicBezTo>
                    <a:cubicBezTo>
                      <a:pt x="3" y="9"/>
                      <a:pt x="1" y="11"/>
                      <a:pt x="1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98">
                <a:extLst>
                  <a:ext uri="{FF2B5EF4-FFF2-40B4-BE49-F238E27FC236}">
                    <a16:creationId xmlns:a16="http://schemas.microsoft.com/office/drawing/2014/main" id="{7701AB32-1A52-41A3-BFFF-9423858D9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2" y="3269"/>
                <a:ext cx="16" cy="35"/>
              </a:xfrm>
              <a:custGeom>
                <a:avLst/>
                <a:gdLst>
                  <a:gd name="T0" fmla="*/ 0 w 7"/>
                  <a:gd name="T1" fmla="*/ 15 h 15"/>
                  <a:gd name="T2" fmla="*/ 3 w 7"/>
                  <a:gd name="T3" fmla="*/ 7 h 15"/>
                  <a:gd name="T4" fmla="*/ 7 w 7"/>
                  <a:gd name="T5" fmla="*/ 0 h 15"/>
                  <a:gd name="T6" fmla="*/ 4 w 7"/>
                  <a:gd name="T7" fmla="*/ 8 h 15"/>
                  <a:gd name="T8" fmla="*/ 0 w 7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5">
                    <a:moveTo>
                      <a:pt x="0" y="15"/>
                    </a:moveTo>
                    <a:cubicBezTo>
                      <a:pt x="0" y="15"/>
                      <a:pt x="1" y="11"/>
                      <a:pt x="3" y="7"/>
                    </a:cubicBezTo>
                    <a:cubicBezTo>
                      <a:pt x="5" y="3"/>
                      <a:pt x="6" y="0"/>
                      <a:pt x="7" y="0"/>
                    </a:cubicBezTo>
                    <a:cubicBezTo>
                      <a:pt x="7" y="0"/>
                      <a:pt x="6" y="4"/>
                      <a:pt x="4" y="8"/>
                    </a:cubicBezTo>
                    <a:cubicBezTo>
                      <a:pt x="3" y="12"/>
                      <a:pt x="1" y="15"/>
                      <a:pt x="0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" name="Freeform 99">
                <a:extLst>
                  <a:ext uri="{FF2B5EF4-FFF2-40B4-BE49-F238E27FC236}">
                    <a16:creationId xmlns:a16="http://schemas.microsoft.com/office/drawing/2014/main" id="{7D7CA1FB-66B5-4D4C-9E14-7A61B5846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" y="3322"/>
                <a:ext cx="35" cy="14"/>
              </a:xfrm>
              <a:custGeom>
                <a:avLst/>
                <a:gdLst>
                  <a:gd name="T0" fmla="*/ 15 w 15"/>
                  <a:gd name="T1" fmla="*/ 5 h 6"/>
                  <a:gd name="T2" fmla="*/ 7 w 15"/>
                  <a:gd name="T3" fmla="*/ 4 h 6"/>
                  <a:gd name="T4" fmla="*/ 0 w 15"/>
                  <a:gd name="T5" fmla="*/ 1 h 6"/>
                  <a:gd name="T6" fmla="*/ 8 w 15"/>
                  <a:gd name="T7" fmla="*/ 2 h 6"/>
                  <a:gd name="T8" fmla="*/ 15 w 15"/>
                  <a:gd name="T9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6">
                    <a:moveTo>
                      <a:pt x="15" y="5"/>
                    </a:moveTo>
                    <a:cubicBezTo>
                      <a:pt x="15" y="6"/>
                      <a:pt x="11" y="5"/>
                      <a:pt x="7" y="4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8" y="2"/>
                    </a:cubicBezTo>
                    <a:cubicBezTo>
                      <a:pt x="12" y="3"/>
                      <a:pt x="15" y="5"/>
                      <a:pt x="15" y="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100">
                <a:extLst>
                  <a:ext uri="{FF2B5EF4-FFF2-40B4-BE49-F238E27FC236}">
                    <a16:creationId xmlns:a16="http://schemas.microsoft.com/office/drawing/2014/main" id="{14C198E1-7B86-4D51-AD6F-8C519311F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5" y="3425"/>
                <a:ext cx="28" cy="21"/>
              </a:xfrm>
              <a:custGeom>
                <a:avLst/>
                <a:gdLst>
                  <a:gd name="T0" fmla="*/ 12 w 12"/>
                  <a:gd name="T1" fmla="*/ 1 h 9"/>
                  <a:gd name="T2" fmla="*/ 7 w 12"/>
                  <a:gd name="T3" fmla="*/ 5 h 9"/>
                  <a:gd name="T4" fmla="*/ 0 w 12"/>
                  <a:gd name="T5" fmla="*/ 9 h 9"/>
                  <a:gd name="T6" fmla="*/ 5 w 12"/>
                  <a:gd name="T7" fmla="*/ 4 h 9"/>
                  <a:gd name="T8" fmla="*/ 12 w 12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1"/>
                    </a:moveTo>
                    <a:cubicBezTo>
                      <a:pt x="12" y="1"/>
                      <a:pt x="10" y="3"/>
                      <a:pt x="7" y="5"/>
                    </a:cubicBezTo>
                    <a:cubicBezTo>
                      <a:pt x="3" y="8"/>
                      <a:pt x="1" y="9"/>
                      <a:pt x="0" y="9"/>
                    </a:cubicBezTo>
                    <a:cubicBezTo>
                      <a:pt x="0" y="8"/>
                      <a:pt x="2" y="6"/>
                      <a:pt x="5" y="4"/>
                    </a:cubicBezTo>
                    <a:cubicBezTo>
                      <a:pt x="9" y="2"/>
                      <a:pt x="11" y="0"/>
                      <a:pt x="12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101">
                <a:extLst>
                  <a:ext uri="{FF2B5EF4-FFF2-40B4-BE49-F238E27FC236}">
                    <a16:creationId xmlns:a16="http://schemas.microsoft.com/office/drawing/2014/main" id="{A85191E9-D809-4A07-B0CC-C8F5B94D3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4" y="3515"/>
                <a:ext cx="30" cy="10"/>
              </a:xfrm>
              <a:custGeom>
                <a:avLst/>
                <a:gdLst>
                  <a:gd name="T0" fmla="*/ 13 w 13"/>
                  <a:gd name="T1" fmla="*/ 1 h 4"/>
                  <a:gd name="T2" fmla="*/ 7 w 13"/>
                  <a:gd name="T3" fmla="*/ 3 h 4"/>
                  <a:gd name="T4" fmla="*/ 0 w 13"/>
                  <a:gd name="T5" fmla="*/ 4 h 4"/>
                  <a:gd name="T6" fmla="*/ 6 w 13"/>
                  <a:gd name="T7" fmla="*/ 1 h 4"/>
                  <a:gd name="T8" fmla="*/ 13 w 13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4">
                    <a:moveTo>
                      <a:pt x="13" y="1"/>
                    </a:moveTo>
                    <a:cubicBezTo>
                      <a:pt x="13" y="1"/>
                      <a:pt x="10" y="2"/>
                      <a:pt x="7" y="3"/>
                    </a:cubicBezTo>
                    <a:cubicBezTo>
                      <a:pt x="3" y="4"/>
                      <a:pt x="0" y="4"/>
                      <a:pt x="0" y="4"/>
                    </a:cubicBezTo>
                    <a:cubicBezTo>
                      <a:pt x="0" y="3"/>
                      <a:pt x="3" y="2"/>
                      <a:pt x="6" y="1"/>
                    </a:cubicBezTo>
                    <a:cubicBezTo>
                      <a:pt x="10" y="0"/>
                      <a:pt x="13" y="0"/>
                      <a:pt x="13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7" name="Freeform 102">
                <a:extLst>
                  <a:ext uri="{FF2B5EF4-FFF2-40B4-BE49-F238E27FC236}">
                    <a16:creationId xmlns:a16="http://schemas.microsoft.com/office/drawing/2014/main" id="{EB950CB1-08EA-4752-85B6-FEE5BF921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5" y="3292"/>
                <a:ext cx="30" cy="14"/>
              </a:xfrm>
              <a:custGeom>
                <a:avLst/>
                <a:gdLst>
                  <a:gd name="T0" fmla="*/ 13 w 13"/>
                  <a:gd name="T1" fmla="*/ 1 h 6"/>
                  <a:gd name="T2" fmla="*/ 7 w 13"/>
                  <a:gd name="T3" fmla="*/ 4 h 6"/>
                  <a:gd name="T4" fmla="*/ 0 w 13"/>
                  <a:gd name="T5" fmla="*/ 5 h 6"/>
                  <a:gd name="T6" fmla="*/ 6 w 13"/>
                  <a:gd name="T7" fmla="*/ 2 h 6"/>
                  <a:gd name="T8" fmla="*/ 13 w 13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6">
                    <a:moveTo>
                      <a:pt x="13" y="1"/>
                    </a:moveTo>
                    <a:cubicBezTo>
                      <a:pt x="13" y="1"/>
                      <a:pt x="11" y="3"/>
                      <a:pt x="7" y="4"/>
                    </a:cubicBezTo>
                    <a:cubicBezTo>
                      <a:pt x="4" y="6"/>
                      <a:pt x="1" y="6"/>
                      <a:pt x="0" y="5"/>
                    </a:cubicBezTo>
                    <a:cubicBezTo>
                      <a:pt x="0" y="5"/>
                      <a:pt x="3" y="4"/>
                      <a:pt x="6" y="2"/>
                    </a:cubicBezTo>
                    <a:cubicBezTo>
                      <a:pt x="10" y="1"/>
                      <a:pt x="12" y="0"/>
                      <a:pt x="13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" name="Freeform 103">
                <a:extLst>
                  <a:ext uri="{FF2B5EF4-FFF2-40B4-BE49-F238E27FC236}">
                    <a16:creationId xmlns:a16="http://schemas.microsoft.com/office/drawing/2014/main" id="{8A377056-31FC-4B47-B464-50774C065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4" y="3420"/>
                <a:ext cx="27" cy="16"/>
              </a:xfrm>
              <a:custGeom>
                <a:avLst/>
                <a:gdLst>
                  <a:gd name="T0" fmla="*/ 12 w 12"/>
                  <a:gd name="T1" fmla="*/ 6 h 7"/>
                  <a:gd name="T2" fmla="*/ 6 w 12"/>
                  <a:gd name="T3" fmla="*/ 4 h 7"/>
                  <a:gd name="T4" fmla="*/ 0 w 12"/>
                  <a:gd name="T5" fmla="*/ 1 h 7"/>
                  <a:gd name="T6" fmla="*/ 7 w 12"/>
                  <a:gd name="T7" fmla="*/ 3 h 7"/>
                  <a:gd name="T8" fmla="*/ 12 w 12"/>
                  <a:gd name="T9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12" y="6"/>
                    </a:moveTo>
                    <a:cubicBezTo>
                      <a:pt x="12" y="7"/>
                      <a:pt x="9" y="6"/>
                      <a:pt x="6" y="4"/>
                    </a:cubicBezTo>
                    <a:cubicBezTo>
                      <a:pt x="2" y="3"/>
                      <a:pt x="0" y="1"/>
                      <a:pt x="0" y="1"/>
                    </a:cubicBezTo>
                    <a:cubicBezTo>
                      <a:pt x="0" y="0"/>
                      <a:pt x="3" y="1"/>
                      <a:pt x="7" y="3"/>
                    </a:cubicBezTo>
                    <a:cubicBezTo>
                      <a:pt x="10" y="4"/>
                      <a:pt x="12" y="6"/>
                      <a:pt x="12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" name="Freeform 104">
                <a:extLst>
                  <a:ext uri="{FF2B5EF4-FFF2-40B4-BE49-F238E27FC236}">
                    <a16:creationId xmlns:a16="http://schemas.microsoft.com/office/drawing/2014/main" id="{2E044B0D-41A4-4A83-B212-33257325B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" y="3520"/>
                <a:ext cx="38" cy="16"/>
              </a:xfrm>
              <a:custGeom>
                <a:avLst/>
                <a:gdLst>
                  <a:gd name="T0" fmla="*/ 16 w 16"/>
                  <a:gd name="T1" fmla="*/ 7 h 7"/>
                  <a:gd name="T2" fmla="*/ 8 w 16"/>
                  <a:gd name="T3" fmla="*/ 5 h 7"/>
                  <a:gd name="T4" fmla="*/ 0 w 16"/>
                  <a:gd name="T5" fmla="*/ 1 h 7"/>
                  <a:gd name="T6" fmla="*/ 8 w 16"/>
                  <a:gd name="T7" fmla="*/ 3 h 7"/>
                  <a:gd name="T8" fmla="*/ 16 w 16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7">
                    <a:moveTo>
                      <a:pt x="16" y="7"/>
                    </a:moveTo>
                    <a:cubicBezTo>
                      <a:pt x="16" y="7"/>
                      <a:pt x="12" y="6"/>
                      <a:pt x="8" y="5"/>
                    </a:cubicBezTo>
                    <a:cubicBezTo>
                      <a:pt x="3" y="3"/>
                      <a:pt x="0" y="1"/>
                      <a:pt x="0" y="1"/>
                    </a:cubicBezTo>
                    <a:cubicBezTo>
                      <a:pt x="0" y="0"/>
                      <a:pt x="4" y="1"/>
                      <a:pt x="8" y="3"/>
                    </a:cubicBezTo>
                    <a:cubicBezTo>
                      <a:pt x="13" y="5"/>
                      <a:pt x="16" y="6"/>
                      <a:pt x="16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105">
                <a:extLst>
                  <a:ext uri="{FF2B5EF4-FFF2-40B4-BE49-F238E27FC236}">
                    <a16:creationId xmlns:a16="http://schemas.microsoft.com/office/drawing/2014/main" id="{18965717-627A-4A2A-A79A-5A2D8405C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3588"/>
                <a:ext cx="35" cy="27"/>
              </a:xfrm>
              <a:custGeom>
                <a:avLst/>
                <a:gdLst>
                  <a:gd name="T0" fmla="*/ 0 w 15"/>
                  <a:gd name="T1" fmla="*/ 12 h 12"/>
                  <a:gd name="T2" fmla="*/ 7 w 15"/>
                  <a:gd name="T3" fmla="*/ 6 h 12"/>
                  <a:gd name="T4" fmla="*/ 15 w 15"/>
                  <a:gd name="T5" fmla="*/ 0 h 12"/>
                  <a:gd name="T6" fmla="*/ 9 w 15"/>
                  <a:gd name="T7" fmla="*/ 8 h 12"/>
                  <a:gd name="T8" fmla="*/ 0 w 15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0" y="12"/>
                    </a:moveTo>
                    <a:cubicBezTo>
                      <a:pt x="0" y="12"/>
                      <a:pt x="3" y="9"/>
                      <a:pt x="7" y="6"/>
                    </a:cubicBezTo>
                    <a:cubicBezTo>
                      <a:pt x="11" y="3"/>
                      <a:pt x="15" y="0"/>
                      <a:pt x="15" y="0"/>
                    </a:cubicBezTo>
                    <a:cubicBezTo>
                      <a:pt x="15" y="1"/>
                      <a:pt x="13" y="4"/>
                      <a:pt x="9" y="8"/>
                    </a:cubicBezTo>
                    <a:cubicBezTo>
                      <a:pt x="4" y="11"/>
                      <a:pt x="0" y="12"/>
                      <a:pt x="0" y="1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106">
                <a:extLst>
                  <a:ext uri="{FF2B5EF4-FFF2-40B4-BE49-F238E27FC236}">
                    <a16:creationId xmlns:a16="http://schemas.microsoft.com/office/drawing/2014/main" id="{EE9BBBBC-D5DD-458F-817A-A99B4BDBB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6" y="3534"/>
                <a:ext cx="14" cy="30"/>
              </a:xfrm>
              <a:custGeom>
                <a:avLst/>
                <a:gdLst>
                  <a:gd name="T0" fmla="*/ 6 w 6"/>
                  <a:gd name="T1" fmla="*/ 13 h 13"/>
                  <a:gd name="T2" fmla="*/ 3 w 6"/>
                  <a:gd name="T3" fmla="*/ 7 h 13"/>
                  <a:gd name="T4" fmla="*/ 1 w 6"/>
                  <a:gd name="T5" fmla="*/ 0 h 13"/>
                  <a:gd name="T6" fmla="*/ 5 w 6"/>
                  <a:gd name="T7" fmla="*/ 6 h 13"/>
                  <a:gd name="T8" fmla="*/ 6 w 6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3">
                    <a:moveTo>
                      <a:pt x="6" y="13"/>
                    </a:moveTo>
                    <a:cubicBezTo>
                      <a:pt x="5" y="13"/>
                      <a:pt x="4" y="10"/>
                      <a:pt x="3" y="7"/>
                    </a:cubicBezTo>
                    <a:cubicBezTo>
                      <a:pt x="2" y="3"/>
                      <a:pt x="0" y="1"/>
                      <a:pt x="1" y="0"/>
                    </a:cubicBezTo>
                    <a:cubicBezTo>
                      <a:pt x="1" y="0"/>
                      <a:pt x="3" y="2"/>
                      <a:pt x="5" y="6"/>
                    </a:cubicBezTo>
                    <a:cubicBezTo>
                      <a:pt x="6" y="10"/>
                      <a:pt x="6" y="13"/>
                      <a:pt x="6" y="1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107">
                <a:extLst>
                  <a:ext uri="{FF2B5EF4-FFF2-40B4-BE49-F238E27FC236}">
                    <a16:creationId xmlns:a16="http://schemas.microsoft.com/office/drawing/2014/main" id="{624A64BD-B8B7-4B3E-A044-E79FB43BB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6" y="3427"/>
                <a:ext cx="23" cy="16"/>
              </a:xfrm>
              <a:custGeom>
                <a:avLst/>
                <a:gdLst>
                  <a:gd name="T0" fmla="*/ 9 w 10"/>
                  <a:gd name="T1" fmla="*/ 7 h 7"/>
                  <a:gd name="T2" fmla="*/ 5 w 10"/>
                  <a:gd name="T3" fmla="*/ 4 h 7"/>
                  <a:gd name="T4" fmla="*/ 1 w 10"/>
                  <a:gd name="T5" fmla="*/ 0 h 7"/>
                  <a:gd name="T6" fmla="*/ 6 w 10"/>
                  <a:gd name="T7" fmla="*/ 3 h 7"/>
                  <a:gd name="T8" fmla="*/ 9 w 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9" y="7"/>
                    </a:moveTo>
                    <a:cubicBezTo>
                      <a:pt x="9" y="7"/>
                      <a:pt x="7" y="6"/>
                      <a:pt x="5" y="4"/>
                    </a:cubicBezTo>
                    <a:cubicBezTo>
                      <a:pt x="2" y="2"/>
                      <a:pt x="0" y="1"/>
                      <a:pt x="1" y="0"/>
                    </a:cubicBezTo>
                    <a:cubicBezTo>
                      <a:pt x="1" y="0"/>
                      <a:pt x="3" y="1"/>
                      <a:pt x="6" y="3"/>
                    </a:cubicBezTo>
                    <a:cubicBezTo>
                      <a:pt x="8" y="4"/>
                      <a:pt x="10" y="6"/>
                      <a:pt x="9" y="7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108">
                <a:extLst>
                  <a:ext uri="{FF2B5EF4-FFF2-40B4-BE49-F238E27FC236}">
                    <a16:creationId xmlns:a16="http://schemas.microsoft.com/office/drawing/2014/main" id="{EE249354-F17D-4989-A142-40A51CA56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0" y="3250"/>
                <a:ext cx="25" cy="21"/>
              </a:xfrm>
              <a:custGeom>
                <a:avLst/>
                <a:gdLst>
                  <a:gd name="T0" fmla="*/ 11 w 11"/>
                  <a:gd name="T1" fmla="*/ 1 h 9"/>
                  <a:gd name="T2" fmla="*/ 6 w 11"/>
                  <a:gd name="T3" fmla="*/ 5 h 9"/>
                  <a:gd name="T4" fmla="*/ 0 w 11"/>
                  <a:gd name="T5" fmla="*/ 9 h 9"/>
                  <a:gd name="T6" fmla="*/ 5 w 11"/>
                  <a:gd name="T7" fmla="*/ 4 h 9"/>
                  <a:gd name="T8" fmla="*/ 11 w 11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11" y="1"/>
                    </a:moveTo>
                    <a:cubicBezTo>
                      <a:pt x="11" y="1"/>
                      <a:pt x="9" y="3"/>
                      <a:pt x="6" y="5"/>
                    </a:cubicBezTo>
                    <a:cubicBezTo>
                      <a:pt x="3" y="8"/>
                      <a:pt x="0" y="9"/>
                      <a:pt x="0" y="9"/>
                    </a:cubicBezTo>
                    <a:cubicBezTo>
                      <a:pt x="0" y="8"/>
                      <a:pt x="2" y="6"/>
                      <a:pt x="5" y="4"/>
                    </a:cubicBezTo>
                    <a:cubicBezTo>
                      <a:pt x="8" y="2"/>
                      <a:pt x="10" y="0"/>
                      <a:pt x="1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109">
                <a:extLst>
                  <a:ext uri="{FF2B5EF4-FFF2-40B4-BE49-F238E27FC236}">
                    <a16:creationId xmlns:a16="http://schemas.microsoft.com/office/drawing/2014/main" id="{3701581A-4BCB-4C99-B8DC-496DB4175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8" y="3322"/>
                <a:ext cx="35" cy="10"/>
              </a:xfrm>
              <a:custGeom>
                <a:avLst/>
                <a:gdLst>
                  <a:gd name="T0" fmla="*/ 15 w 15"/>
                  <a:gd name="T1" fmla="*/ 3 h 4"/>
                  <a:gd name="T2" fmla="*/ 7 w 15"/>
                  <a:gd name="T3" fmla="*/ 3 h 4"/>
                  <a:gd name="T4" fmla="*/ 0 w 15"/>
                  <a:gd name="T5" fmla="*/ 1 h 4"/>
                  <a:gd name="T6" fmla="*/ 7 w 15"/>
                  <a:gd name="T7" fmla="*/ 1 h 4"/>
                  <a:gd name="T8" fmla="*/ 15 w 15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3"/>
                    </a:moveTo>
                    <a:cubicBezTo>
                      <a:pt x="15" y="3"/>
                      <a:pt x="11" y="4"/>
                      <a:pt x="7" y="3"/>
                    </a:cubicBezTo>
                    <a:cubicBezTo>
                      <a:pt x="3" y="3"/>
                      <a:pt x="0" y="2"/>
                      <a:pt x="0" y="1"/>
                    </a:cubicBezTo>
                    <a:cubicBezTo>
                      <a:pt x="0" y="0"/>
                      <a:pt x="3" y="1"/>
                      <a:pt x="7" y="1"/>
                    </a:cubicBezTo>
                    <a:cubicBezTo>
                      <a:pt x="11" y="2"/>
                      <a:pt x="15" y="2"/>
                      <a:pt x="15" y="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110">
                <a:extLst>
                  <a:ext uri="{FF2B5EF4-FFF2-40B4-BE49-F238E27FC236}">
                    <a16:creationId xmlns:a16="http://schemas.microsoft.com/office/drawing/2014/main" id="{1DAF61C6-F45A-41D9-B576-5D49C4060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7" y="3343"/>
                <a:ext cx="35" cy="7"/>
              </a:xfrm>
              <a:custGeom>
                <a:avLst/>
                <a:gdLst>
                  <a:gd name="T0" fmla="*/ 15 w 15"/>
                  <a:gd name="T1" fmla="*/ 1 h 3"/>
                  <a:gd name="T2" fmla="*/ 8 w 15"/>
                  <a:gd name="T3" fmla="*/ 3 h 3"/>
                  <a:gd name="T4" fmla="*/ 0 w 15"/>
                  <a:gd name="T5" fmla="*/ 2 h 3"/>
                  <a:gd name="T6" fmla="*/ 8 w 15"/>
                  <a:gd name="T7" fmla="*/ 1 h 3"/>
                  <a:gd name="T8" fmla="*/ 15 w 15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">
                    <a:moveTo>
                      <a:pt x="15" y="1"/>
                    </a:moveTo>
                    <a:cubicBezTo>
                      <a:pt x="15" y="2"/>
                      <a:pt x="12" y="3"/>
                      <a:pt x="8" y="3"/>
                    </a:cubicBezTo>
                    <a:cubicBezTo>
                      <a:pt x="4" y="3"/>
                      <a:pt x="0" y="2"/>
                      <a:pt x="0" y="2"/>
                    </a:cubicBezTo>
                    <a:cubicBezTo>
                      <a:pt x="0" y="1"/>
                      <a:pt x="4" y="1"/>
                      <a:pt x="8" y="1"/>
                    </a:cubicBezTo>
                    <a:cubicBezTo>
                      <a:pt x="11" y="1"/>
                      <a:pt x="15" y="0"/>
                      <a:pt x="1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6" name="Freeform 111">
                <a:extLst>
                  <a:ext uri="{FF2B5EF4-FFF2-40B4-BE49-F238E27FC236}">
                    <a16:creationId xmlns:a16="http://schemas.microsoft.com/office/drawing/2014/main" id="{0198E542-F01D-42C6-9B2E-F254C200A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4" y="3260"/>
                <a:ext cx="28" cy="13"/>
              </a:xfrm>
              <a:custGeom>
                <a:avLst/>
                <a:gdLst>
                  <a:gd name="T0" fmla="*/ 12 w 12"/>
                  <a:gd name="T1" fmla="*/ 6 h 6"/>
                  <a:gd name="T2" fmla="*/ 6 w 12"/>
                  <a:gd name="T3" fmla="*/ 5 h 6"/>
                  <a:gd name="T4" fmla="*/ 0 w 12"/>
                  <a:gd name="T5" fmla="*/ 0 h 6"/>
                  <a:gd name="T6" fmla="*/ 6 w 12"/>
                  <a:gd name="T7" fmla="*/ 3 h 6"/>
                  <a:gd name="T8" fmla="*/ 12 w 12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12" y="6"/>
                    </a:moveTo>
                    <a:cubicBezTo>
                      <a:pt x="12" y="6"/>
                      <a:pt x="9" y="6"/>
                      <a:pt x="6" y="5"/>
                    </a:cubicBezTo>
                    <a:cubicBezTo>
                      <a:pt x="2" y="3"/>
                      <a:pt x="0" y="1"/>
                      <a:pt x="0" y="0"/>
                    </a:cubicBezTo>
                    <a:cubicBezTo>
                      <a:pt x="1" y="0"/>
                      <a:pt x="3" y="2"/>
                      <a:pt x="6" y="3"/>
                    </a:cubicBezTo>
                    <a:cubicBezTo>
                      <a:pt x="10" y="4"/>
                      <a:pt x="12" y="5"/>
                      <a:pt x="12" y="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7" name="Freeform 112">
                <a:extLst>
                  <a:ext uri="{FF2B5EF4-FFF2-40B4-BE49-F238E27FC236}">
                    <a16:creationId xmlns:a16="http://schemas.microsoft.com/office/drawing/2014/main" id="{D72875E4-B76D-4828-9B7C-F3690396C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0" y="3390"/>
                <a:ext cx="33" cy="23"/>
              </a:xfrm>
              <a:custGeom>
                <a:avLst/>
                <a:gdLst>
                  <a:gd name="T0" fmla="*/ 14 w 14"/>
                  <a:gd name="T1" fmla="*/ 9 h 10"/>
                  <a:gd name="T2" fmla="*/ 7 w 14"/>
                  <a:gd name="T3" fmla="*/ 6 h 10"/>
                  <a:gd name="T4" fmla="*/ 1 w 14"/>
                  <a:gd name="T5" fmla="*/ 1 h 10"/>
                  <a:gd name="T6" fmla="*/ 8 w 14"/>
                  <a:gd name="T7" fmla="*/ 4 h 10"/>
                  <a:gd name="T8" fmla="*/ 14 w 14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14" y="9"/>
                    </a:moveTo>
                    <a:cubicBezTo>
                      <a:pt x="14" y="10"/>
                      <a:pt x="11" y="8"/>
                      <a:pt x="7" y="6"/>
                    </a:cubicBezTo>
                    <a:cubicBezTo>
                      <a:pt x="3" y="3"/>
                      <a:pt x="0" y="1"/>
                      <a:pt x="1" y="1"/>
                    </a:cubicBezTo>
                    <a:cubicBezTo>
                      <a:pt x="1" y="0"/>
                      <a:pt x="4" y="2"/>
                      <a:pt x="8" y="4"/>
                    </a:cubicBezTo>
                    <a:cubicBezTo>
                      <a:pt x="12" y="6"/>
                      <a:pt x="14" y="9"/>
                      <a:pt x="14" y="9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Rectangle 113">
                <a:extLst>
                  <a:ext uri="{FF2B5EF4-FFF2-40B4-BE49-F238E27FC236}">
                    <a16:creationId xmlns:a16="http://schemas.microsoft.com/office/drawing/2014/main" id="{3BA9E6D2-0E84-4803-8F24-579C05AA1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4" y="3627"/>
                <a:ext cx="644" cy="114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114">
                <a:extLst>
                  <a:ext uri="{FF2B5EF4-FFF2-40B4-BE49-F238E27FC236}">
                    <a16:creationId xmlns:a16="http://schemas.microsoft.com/office/drawing/2014/main" id="{05DE8DC6-C662-46FB-950B-8F253A7CF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3" y="3718"/>
                <a:ext cx="546" cy="342"/>
              </a:xfrm>
              <a:custGeom>
                <a:avLst/>
                <a:gdLst>
                  <a:gd name="T0" fmla="*/ 0 w 546"/>
                  <a:gd name="T1" fmla="*/ 0 h 342"/>
                  <a:gd name="T2" fmla="*/ 76 w 546"/>
                  <a:gd name="T3" fmla="*/ 342 h 342"/>
                  <a:gd name="T4" fmla="*/ 460 w 546"/>
                  <a:gd name="T5" fmla="*/ 342 h 342"/>
                  <a:gd name="T6" fmla="*/ 546 w 546"/>
                  <a:gd name="T7" fmla="*/ 0 h 342"/>
                  <a:gd name="T8" fmla="*/ 0 w 546"/>
                  <a:gd name="T9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6" h="342">
                    <a:moveTo>
                      <a:pt x="0" y="0"/>
                    </a:moveTo>
                    <a:lnTo>
                      <a:pt x="76" y="342"/>
                    </a:lnTo>
                    <a:lnTo>
                      <a:pt x="460" y="342"/>
                    </a:lnTo>
                    <a:lnTo>
                      <a:pt x="5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Oval 115">
                <a:extLst>
                  <a:ext uri="{FF2B5EF4-FFF2-40B4-BE49-F238E27FC236}">
                    <a16:creationId xmlns:a16="http://schemas.microsoft.com/office/drawing/2014/main" id="{C81F64F2-A99F-43A1-A0AC-288AE990F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9" y="3739"/>
                <a:ext cx="649" cy="4"/>
              </a:xfrm>
              <a:prstGeom prst="ellipse">
                <a:avLst/>
              </a:pr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1" name="Freeform 116">
                <a:extLst>
                  <a:ext uri="{FF2B5EF4-FFF2-40B4-BE49-F238E27FC236}">
                    <a16:creationId xmlns:a16="http://schemas.microsoft.com/office/drawing/2014/main" id="{DFB08D57-0C4D-4DA2-BE8E-6943CBB66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1" y="3322"/>
                <a:ext cx="19" cy="26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1 w 8"/>
                  <a:gd name="T5" fmla="*/ 0 h 11"/>
                  <a:gd name="T6" fmla="*/ 5 w 8"/>
                  <a:gd name="T7" fmla="*/ 5 h 11"/>
                  <a:gd name="T8" fmla="*/ 8 w 8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7" y="11"/>
                      <a:pt x="5" y="9"/>
                      <a:pt x="3" y="6"/>
                    </a:cubicBezTo>
                    <a:cubicBezTo>
                      <a:pt x="2" y="3"/>
                      <a:pt x="0" y="0"/>
                      <a:pt x="1" y="0"/>
                    </a:cubicBezTo>
                    <a:cubicBezTo>
                      <a:pt x="1" y="0"/>
                      <a:pt x="3" y="2"/>
                      <a:pt x="5" y="5"/>
                    </a:cubicBezTo>
                    <a:cubicBezTo>
                      <a:pt x="7" y="8"/>
                      <a:pt x="8" y="11"/>
                      <a:pt x="8" y="1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2" name="Freeform 117">
                <a:extLst>
                  <a:ext uri="{FF2B5EF4-FFF2-40B4-BE49-F238E27FC236}">
                    <a16:creationId xmlns:a16="http://schemas.microsoft.com/office/drawing/2014/main" id="{0E9A23C9-F288-4BDE-9461-E02C7F20A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8" y="3406"/>
                <a:ext cx="13" cy="35"/>
              </a:xfrm>
              <a:custGeom>
                <a:avLst/>
                <a:gdLst>
                  <a:gd name="T0" fmla="*/ 1 w 6"/>
                  <a:gd name="T1" fmla="*/ 15 h 15"/>
                  <a:gd name="T2" fmla="*/ 2 w 6"/>
                  <a:gd name="T3" fmla="*/ 7 h 15"/>
                  <a:gd name="T4" fmla="*/ 6 w 6"/>
                  <a:gd name="T5" fmla="*/ 0 h 15"/>
                  <a:gd name="T6" fmla="*/ 4 w 6"/>
                  <a:gd name="T7" fmla="*/ 8 h 15"/>
                  <a:gd name="T8" fmla="*/ 1 w 6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5">
                    <a:moveTo>
                      <a:pt x="1" y="15"/>
                    </a:moveTo>
                    <a:cubicBezTo>
                      <a:pt x="0" y="14"/>
                      <a:pt x="1" y="11"/>
                      <a:pt x="2" y="7"/>
                    </a:cubicBezTo>
                    <a:cubicBezTo>
                      <a:pt x="4" y="3"/>
                      <a:pt x="5" y="0"/>
                      <a:pt x="6" y="0"/>
                    </a:cubicBezTo>
                    <a:cubicBezTo>
                      <a:pt x="6" y="0"/>
                      <a:pt x="5" y="4"/>
                      <a:pt x="4" y="8"/>
                    </a:cubicBezTo>
                    <a:cubicBezTo>
                      <a:pt x="3" y="12"/>
                      <a:pt x="1" y="15"/>
                      <a:pt x="1" y="15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3" name="Freeform 118">
                <a:extLst>
                  <a:ext uri="{FF2B5EF4-FFF2-40B4-BE49-F238E27FC236}">
                    <a16:creationId xmlns:a16="http://schemas.microsoft.com/office/drawing/2014/main" id="{CDC373F1-CC55-4047-9AE7-98D00316E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1" y="3499"/>
                <a:ext cx="21" cy="37"/>
              </a:xfrm>
              <a:custGeom>
                <a:avLst/>
                <a:gdLst>
                  <a:gd name="T0" fmla="*/ 8 w 9"/>
                  <a:gd name="T1" fmla="*/ 16 h 16"/>
                  <a:gd name="T2" fmla="*/ 4 w 9"/>
                  <a:gd name="T3" fmla="*/ 9 h 16"/>
                  <a:gd name="T4" fmla="*/ 1 w 9"/>
                  <a:gd name="T5" fmla="*/ 0 h 16"/>
                  <a:gd name="T6" fmla="*/ 5 w 9"/>
                  <a:gd name="T7" fmla="*/ 8 h 16"/>
                  <a:gd name="T8" fmla="*/ 8 w 9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8" y="16"/>
                    </a:moveTo>
                    <a:cubicBezTo>
                      <a:pt x="8" y="16"/>
                      <a:pt x="6" y="13"/>
                      <a:pt x="4" y="9"/>
                    </a:cubicBezTo>
                    <a:cubicBezTo>
                      <a:pt x="2" y="4"/>
                      <a:pt x="0" y="1"/>
                      <a:pt x="1" y="0"/>
                    </a:cubicBezTo>
                    <a:cubicBezTo>
                      <a:pt x="1" y="0"/>
                      <a:pt x="3" y="4"/>
                      <a:pt x="5" y="8"/>
                    </a:cubicBezTo>
                    <a:cubicBezTo>
                      <a:pt x="7" y="12"/>
                      <a:pt x="9" y="16"/>
                      <a:pt x="8" y="1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4" name="Freeform 119">
                <a:extLst>
                  <a:ext uri="{FF2B5EF4-FFF2-40B4-BE49-F238E27FC236}">
                    <a16:creationId xmlns:a16="http://schemas.microsoft.com/office/drawing/2014/main" id="{FE3BC3CF-8137-4505-90F4-0392B686E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3" y="3590"/>
                <a:ext cx="21" cy="25"/>
              </a:xfrm>
              <a:custGeom>
                <a:avLst/>
                <a:gdLst>
                  <a:gd name="T0" fmla="*/ 0 w 9"/>
                  <a:gd name="T1" fmla="*/ 10 h 11"/>
                  <a:gd name="T2" fmla="*/ 4 w 9"/>
                  <a:gd name="T3" fmla="*/ 5 h 11"/>
                  <a:gd name="T4" fmla="*/ 9 w 9"/>
                  <a:gd name="T5" fmla="*/ 0 h 11"/>
                  <a:gd name="T6" fmla="*/ 5 w 9"/>
                  <a:gd name="T7" fmla="*/ 6 h 11"/>
                  <a:gd name="T8" fmla="*/ 0 w 9"/>
                  <a:gd name="T9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0" y="10"/>
                    </a:moveTo>
                    <a:cubicBezTo>
                      <a:pt x="0" y="10"/>
                      <a:pt x="1" y="8"/>
                      <a:pt x="4" y="5"/>
                    </a:cubicBezTo>
                    <a:cubicBezTo>
                      <a:pt x="6" y="2"/>
                      <a:pt x="8" y="0"/>
                      <a:pt x="9" y="0"/>
                    </a:cubicBezTo>
                    <a:cubicBezTo>
                      <a:pt x="9" y="1"/>
                      <a:pt x="8" y="3"/>
                      <a:pt x="5" y="6"/>
                    </a:cubicBezTo>
                    <a:cubicBezTo>
                      <a:pt x="3" y="9"/>
                      <a:pt x="0" y="11"/>
                      <a:pt x="0" y="1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5" name="Freeform 120">
                <a:extLst>
                  <a:ext uri="{FF2B5EF4-FFF2-40B4-BE49-F238E27FC236}">
                    <a16:creationId xmlns:a16="http://schemas.microsoft.com/office/drawing/2014/main" id="{67B1F838-DF56-46DB-ACCA-92E940351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1" y="3467"/>
                <a:ext cx="28" cy="7"/>
              </a:xfrm>
              <a:custGeom>
                <a:avLst/>
                <a:gdLst>
                  <a:gd name="T0" fmla="*/ 12 w 12"/>
                  <a:gd name="T1" fmla="*/ 3 h 3"/>
                  <a:gd name="T2" fmla="*/ 6 w 12"/>
                  <a:gd name="T3" fmla="*/ 3 h 3"/>
                  <a:gd name="T4" fmla="*/ 0 w 12"/>
                  <a:gd name="T5" fmla="*/ 1 h 3"/>
                  <a:gd name="T6" fmla="*/ 6 w 12"/>
                  <a:gd name="T7" fmla="*/ 1 h 3"/>
                  <a:gd name="T8" fmla="*/ 12 w 12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3">
                    <a:moveTo>
                      <a:pt x="12" y="3"/>
                    </a:moveTo>
                    <a:cubicBezTo>
                      <a:pt x="12" y="3"/>
                      <a:pt x="9" y="3"/>
                      <a:pt x="6" y="3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0"/>
                      <a:pt x="6" y="1"/>
                    </a:cubicBezTo>
                    <a:cubicBezTo>
                      <a:pt x="9" y="1"/>
                      <a:pt x="12" y="2"/>
                      <a:pt x="12" y="3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121">
                <a:extLst>
                  <a:ext uri="{FF2B5EF4-FFF2-40B4-BE49-F238E27FC236}">
                    <a16:creationId xmlns:a16="http://schemas.microsoft.com/office/drawing/2014/main" id="{7FC6644D-BE15-4A66-9C37-728F5A2C7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" y="382"/>
                <a:ext cx="259" cy="416"/>
              </a:xfrm>
              <a:custGeom>
                <a:avLst/>
                <a:gdLst>
                  <a:gd name="T0" fmla="*/ 0 w 259"/>
                  <a:gd name="T1" fmla="*/ 44 h 416"/>
                  <a:gd name="T2" fmla="*/ 119 w 259"/>
                  <a:gd name="T3" fmla="*/ 416 h 416"/>
                  <a:gd name="T4" fmla="*/ 259 w 259"/>
                  <a:gd name="T5" fmla="*/ 372 h 416"/>
                  <a:gd name="T6" fmla="*/ 138 w 259"/>
                  <a:gd name="T7" fmla="*/ 0 h 416"/>
                  <a:gd name="T8" fmla="*/ 0 w 259"/>
                  <a:gd name="T9" fmla="*/ 44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9" h="416">
                    <a:moveTo>
                      <a:pt x="0" y="44"/>
                    </a:moveTo>
                    <a:lnTo>
                      <a:pt x="119" y="416"/>
                    </a:lnTo>
                    <a:lnTo>
                      <a:pt x="259" y="372"/>
                    </a:lnTo>
                    <a:lnTo>
                      <a:pt x="138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122">
                <a:extLst>
                  <a:ext uri="{FF2B5EF4-FFF2-40B4-BE49-F238E27FC236}">
                    <a16:creationId xmlns:a16="http://schemas.microsoft.com/office/drawing/2014/main" id="{9823826D-A41D-46F6-BB2B-E5675E58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7" y="393"/>
                <a:ext cx="258" cy="417"/>
              </a:xfrm>
              <a:custGeom>
                <a:avLst/>
                <a:gdLst>
                  <a:gd name="T0" fmla="*/ 0 w 258"/>
                  <a:gd name="T1" fmla="*/ 45 h 417"/>
                  <a:gd name="T2" fmla="*/ 119 w 258"/>
                  <a:gd name="T3" fmla="*/ 417 h 417"/>
                  <a:gd name="T4" fmla="*/ 258 w 258"/>
                  <a:gd name="T5" fmla="*/ 373 h 417"/>
                  <a:gd name="T6" fmla="*/ 137 w 258"/>
                  <a:gd name="T7" fmla="*/ 0 h 417"/>
                  <a:gd name="T8" fmla="*/ 0 w 258"/>
                  <a:gd name="T9" fmla="*/ 45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417">
                    <a:moveTo>
                      <a:pt x="0" y="45"/>
                    </a:moveTo>
                    <a:lnTo>
                      <a:pt x="119" y="417"/>
                    </a:lnTo>
                    <a:lnTo>
                      <a:pt x="258" y="373"/>
                    </a:lnTo>
                    <a:lnTo>
                      <a:pt x="13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123">
                <a:extLst>
                  <a:ext uri="{FF2B5EF4-FFF2-40B4-BE49-F238E27FC236}">
                    <a16:creationId xmlns:a16="http://schemas.microsoft.com/office/drawing/2014/main" id="{FD7BAC81-1F88-4492-A5C4-9DAA013F3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5" y="470"/>
                <a:ext cx="72" cy="72"/>
              </a:xfrm>
              <a:custGeom>
                <a:avLst/>
                <a:gdLst>
                  <a:gd name="T0" fmla="*/ 29 w 31"/>
                  <a:gd name="T1" fmla="*/ 11 h 31"/>
                  <a:gd name="T2" fmla="*/ 20 w 31"/>
                  <a:gd name="T3" fmla="*/ 29 h 31"/>
                  <a:gd name="T4" fmla="*/ 2 w 31"/>
                  <a:gd name="T5" fmla="*/ 20 h 31"/>
                  <a:gd name="T6" fmla="*/ 11 w 31"/>
                  <a:gd name="T7" fmla="*/ 2 h 31"/>
                  <a:gd name="T8" fmla="*/ 29 w 31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29" y="11"/>
                    </a:moveTo>
                    <a:cubicBezTo>
                      <a:pt x="31" y="19"/>
                      <a:pt x="27" y="27"/>
                      <a:pt x="20" y="29"/>
                    </a:cubicBezTo>
                    <a:cubicBezTo>
                      <a:pt x="12" y="31"/>
                      <a:pt x="4" y="27"/>
                      <a:pt x="2" y="20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9" y="0"/>
                      <a:pt x="27" y="4"/>
                      <a:pt x="29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124">
                <a:extLst>
                  <a:ext uri="{FF2B5EF4-FFF2-40B4-BE49-F238E27FC236}">
                    <a16:creationId xmlns:a16="http://schemas.microsoft.com/office/drawing/2014/main" id="{468C8907-1240-4D88-816A-FE8EB9D06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9" y="438"/>
                <a:ext cx="24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125">
                <a:extLst>
                  <a:ext uri="{FF2B5EF4-FFF2-40B4-BE49-F238E27FC236}">
                    <a16:creationId xmlns:a16="http://schemas.microsoft.com/office/drawing/2014/main" id="{E514C858-ED42-48D8-88C6-B13FDE1E2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3" y="477"/>
                <a:ext cx="21" cy="68"/>
              </a:xfrm>
              <a:custGeom>
                <a:avLst/>
                <a:gdLst>
                  <a:gd name="T0" fmla="*/ 9 w 9"/>
                  <a:gd name="T1" fmla="*/ 0 h 29"/>
                  <a:gd name="T2" fmla="*/ 5 w 9"/>
                  <a:gd name="T3" fmla="*/ 15 h 29"/>
                  <a:gd name="T4" fmla="*/ 0 w 9"/>
                  <a:gd name="T5" fmla="*/ 29 h 29"/>
                  <a:gd name="T6" fmla="*/ 3 w 9"/>
                  <a:gd name="T7" fmla="*/ 14 h 29"/>
                  <a:gd name="T8" fmla="*/ 9 w 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0"/>
                    </a:moveTo>
                    <a:cubicBezTo>
                      <a:pt x="9" y="1"/>
                      <a:pt x="8" y="7"/>
                      <a:pt x="5" y="15"/>
                    </a:cubicBezTo>
                    <a:cubicBezTo>
                      <a:pt x="3" y="23"/>
                      <a:pt x="1" y="29"/>
                      <a:pt x="0" y="29"/>
                    </a:cubicBezTo>
                    <a:cubicBezTo>
                      <a:pt x="0" y="28"/>
                      <a:pt x="1" y="22"/>
                      <a:pt x="3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126">
                <a:extLst>
                  <a:ext uri="{FF2B5EF4-FFF2-40B4-BE49-F238E27FC236}">
                    <a16:creationId xmlns:a16="http://schemas.microsoft.com/office/drawing/2014/main" id="{55AE0370-538A-46A3-9C80-BFD29B2E7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5" y="519"/>
                <a:ext cx="23" cy="68"/>
              </a:xfrm>
              <a:custGeom>
                <a:avLst/>
                <a:gdLst>
                  <a:gd name="T0" fmla="*/ 9 w 10"/>
                  <a:gd name="T1" fmla="*/ 0 h 29"/>
                  <a:gd name="T2" fmla="*/ 6 w 10"/>
                  <a:gd name="T3" fmla="*/ 15 h 29"/>
                  <a:gd name="T4" fmla="*/ 1 w 10"/>
                  <a:gd name="T5" fmla="*/ 28 h 29"/>
                  <a:gd name="T6" fmla="*/ 4 w 10"/>
                  <a:gd name="T7" fmla="*/ 14 h 29"/>
                  <a:gd name="T8" fmla="*/ 9 w 10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9">
                    <a:moveTo>
                      <a:pt x="9" y="0"/>
                    </a:moveTo>
                    <a:cubicBezTo>
                      <a:pt x="10" y="0"/>
                      <a:pt x="8" y="7"/>
                      <a:pt x="6" y="15"/>
                    </a:cubicBezTo>
                    <a:cubicBezTo>
                      <a:pt x="4" y="22"/>
                      <a:pt x="1" y="29"/>
                      <a:pt x="1" y="28"/>
                    </a:cubicBezTo>
                    <a:cubicBezTo>
                      <a:pt x="0" y="28"/>
                      <a:pt x="2" y="22"/>
                      <a:pt x="4" y="14"/>
                    </a:cubicBezTo>
                    <a:cubicBezTo>
                      <a:pt x="6" y="6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127">
                <a:extLst>
                  <a:ext uri="{FF2B5EF4-FFF2-40B4-BE49-F238E27FC236}">
                    <a16:creationId xmlns:a16="http://schemas.microsoft.com/office/drawing/2014/main" id="{612BA93D-A3DB-4422-AC01-D6B6108CCB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561"/>
                <a:ext cx="23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128">
                <a:extLst>
                  <a:ext uri="{FF2B5EF4-FFF2-40B4-BE49-F238E27FC236}">
                    <a16:creationId xmlns:a16="http://schemas.microsoft.com/office/drawing/2014/main" id="{76F86623-1FB7-4F13-9A1C-425EFF5ED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3" y="601"/>
                <a:ext cx="21" cy="67"/>
              </a:xfrm>
              <a:custGeom>
                <a:avLst/>
                <a:gdLst>
                  <a:gd name="T0" fmla="*/ 9 w 9"/>
                  <a:gd name="T1" fmla="*/ 1 h 29"/>
                  <a:gd name="T2" fmla="*/ 5 w 9"/>
                  <a:gd name="T3" fmla="*/ 15 h 29"/>
                  <a:gd name="T4" fmla="*/ 0 w 9"/>
                  <a:gd name="T5" fmla="*/ 29 h 29"/>
                  <a:gd name="T6" fmla="*/ 3 w 9"/>
                  <a:gd name="T7" fmla="*/ 14 h 29"/>
                  <a:gd name="T8" fmla="*/ 9 w 9"/>
                  <a:gd name="T9" fmla="*/ 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1"/>
                    </a:moveTo>
                    <a:cubicBezTo>
                      <a:pt x="9" y="1"/>
                      <a:pt x="8" y="7"/>
                      <a:pt x="5" y="15"/>
                    </a:cubicBezTo>
                    <a:cubicBezTo>
                      <a:pt x="3" y="23"/>
                      <a:pt x="1" y="29"/>
                      <a:pt x="0" y="29"/>
                    </a:cubicBezTo>
                    <a:cubicBezTo>
                      <a:pt x="0" y="29"/>
                      <a:pt x="1" y="22"/>
                      <a:pt x="3" y="14"/>
                    </a:cubicBezTo>
                    <a:cubicBezTo>
                      <a:pt x="6" y="7"/>
                      <a:pt x="8" y="0"/>
                      <a:pt x="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129">
                <a:extLst>
                  <a:ext uri="{FF2B5EF4-FFF2-40B4-BE49-F238E27FC236}">
                    <a16:creationId xmlns:a16="http://schemas.microsoft.com/office/drawing/2014/main" id="{06C03B77-7429-41CD-BBAB-655E56FA0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4" y="642"/>
                <a:ext cx="24" cy="68"/>
              </a:xfrm>
              <a:custGeom>
                <a:avLst/>
                <a:gdLst>
                  <a:gd name="T0" fmla="*/ 9 w 10"/>
                  <a:gd name="T1" fmla="*/ 0 h 29"/>
                  <a:gd name="T2" fmla="*/ 6 w 10"/>
                  <a:gd name="T3" fmla="*/ 15 h 29"/>
                  <a:gd name="T4" fmla="*/ 1 w 10"/>
                  <a:gd name="T5" fmla="*/ 28 h 29"/>
                  <a:gd name="T6" fmla="*/ 4 w 10"/>
                  <a:gd name="T7" fmla="*/ 14 h 29"/>
                  <a:gd name="T8" fmla="*/ 9 w 10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9">
                    <a:moveTo>
                      <a:pt x="9" y="0"/>
                    </a:moveTo>
                    <a:cubicBezTo>
                      <a:pt x="10" y="0"/>
                      <a:pt x="8" y="7"/>
                      <a:pt x="6" y="15"/>
                    </a:cubicBezTo>
                    <a:cubicBezTo>
                      <a:pt x="4" y="22"/>
                      <a:pt x="1" y="29"/>
                      <a:pt x="1" y="28"/>
                    </a:cubicBezTo>
                    <a:cubicBezTo>
                      <a:pt x="0" y="28"/>
                      <a:pt x="2" y="22"/>
                      <a:pt x="4" y="14"/>
                    </a:cubicBezTo>
                    <a:cubicBezTo>
                      <a:pt x="6" y="6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Freeform 130">
                <a:extLst>
                  <a:ext uri="{FF2B5EF4-FFF2-40B4-BE49-F238E27FC236}">
                    <a16:creationId xmlns:a16="http://schemas.microsoft.com/office/drawing/2014/main" id="{0DAEAB31-49D2-46FD-9E5C-723D099EE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8" y="684"/>
                <a:ext cx="24" cy="65"/>
              </a:xfrm>
              <a:custGeom>
                <a:avLst/>
                <a:gdLst>
                  <a:gd name="T0" fmla="*/ 9 w 10"/>
                  <a:gd name="T1" fmla="*/ 0 h 28"/>
                  <a:gd name="T2" fmla="*/ 6 w 10"/>
                  <a:gd name="T3" fmla="*/ 14 h 28"/>
                  <a:gd name="T4" fmla="*/ 0 w 10"/>
                  <a:gd name="T5" fmla="*/ 28 h 28"/>
                  <a:gd name="T6" fmla="*/ 4 w 10"/>
                  <a:gd name="T7" fmla="*/ 14 h 28"/>
                  <a:gd name="T8" fmla="*/ 9 w 10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9" y="0"/>
                    </a:moveTo>
                    <a:cubicBezTo>
                      <a:pt x="10" y="0"/>
                      <a:pt x="8" y="6"/>
                      <a:pt x="6" y="14"/>
                    </a:cubicBezTo>
                    <a:cubicBezTo>
                      <a:pt x="3" y="22"/>
                      <a:pt x="1" y="28"/>
                      <a:pt x="0" y="28"/>
                    </a:cubicBezTo>
                    <a:cubicBezTo>
                      <a:pt x="0" y="28"/>
                      <a:pt x="1" y="21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Freeform 131">
                <a:extLst>
                  <a:ext uri="{FF2B5EF4-FFF2-40B4-BE49-F238E27FC236}">
                    <a16:creationId xmlns:a16="http://schemas.microsoft.com/office/drawing/2014/main" id="{5EDFF5EA-7812-497E-96D9-8C795C9E8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" y="400"/>
                <a:ext cx="21" cy="68"/>
              </a:xfrm>
              <a:custGeom>
                <a:avLst/>
                <a:gdLst>
                  <a:gd name="T0" fmla="*/ 9 w 9"/>
                  <a:gd name="T1" fmla="*/ 0 h 29"/>
                  <a:gd name="T2" fmla="*/ 6 w 9"/>
                  <a:gd name="T3" fmla="*/ 15 h 29"/>
                  <a:gd name="T4" fmla="*/ 0 w 9"/>
                  <a:gd name="T5" fmla="*/ 28 h 29"/>
                  <a:gd name="T6" fmla="*/ 4 w 9"/>
                  <a:gd name="T7" fmla="*/ 14 h 29"/>
                  <a:gd name="T8" fmla="*/ 9 w 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9">
                    <a:moveTo>
                      <a:pt x="9" y="0"/>
                    </a:moveTo>
                    <a:cubicBezTo>
                      <a:pt x="9" y="0"/>
                      <a:pt x="8" y="7"/>
                      <a:pt x="6" y="15"/>
                    </a:cubicBezTo>
                    <a:cubicBezTo>
                      <a:pt x="3" y="22"/>
                      <a:pt x="1" y="29"/>
                      <a:pt x="0" y="28"/>
                    </a:cubicBezTo>
                    <a:cubicBezTo>
                      <a:pt x="0" y="28"/>
                      <a:pt x="1" y="22"/>
                      <a:pt x="4" y="14"/>
                    </a:cubicBezTo>
                    <a:cubicBezTo>
                      <a:pt x="6" y="6"/>
                      <a:pt x="8" y="0"/>
                      <a:pt x="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7" name="Freeform 132">
                <a:extLst>
                  <a:ext uri="{FF2B5EF4-FFF2-40B4-BE49-F238E27FC236}">
                    <a16:creationId xmlns:a16="http://schemas.microsoft.com/office/drawing/2014/main" id="{E1B8DB2D-B122-4C83-964D-AD0368EA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4" y="387"/>
                <a:ext cx="16" cy="39"/>
              </a:xfrm>
              <a:custGeom>
                <a:avLst/>
                <a:gdLst>
                  <a:gd name="T0" fmla="*/ 6 w 7"/>
                  <a:gd name="T1" fmla="*/ 0 h 17"/>
                  <a:gd name="T2" fmla="*/ 5 w 7"/>
                  <a:gd name="T3" fmla="*/ 8 h 17"/>
                  <a:gd name="T4" fmla="*/ 1 w 7"/>
                  <a:gd name="T5" fmla="*/ 16 h 17"/>
                  <a:gd name="T6" fmla="*/ 3 w 7"/>
                  <a:gd name="T7" fmla="*/ 8 h 17"/>
                  <a:gd name="T8" fmla="*/ 6 w 7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7">
                    <a:moveTo>
                      <a:pt x="6" y="0"/>
                    </a:moveTo>
                    <a:cubicBezTo>
                      <a:pt x="7" y="0"/>
                      <a:pt x="6" y="4"/>
                      <a:pt x="5" y="8"/>
                    </a:cubicBezTo>
                    <a:cubicBezTo>
                      <a:pt x="3" y="13"/>
                      <a:pt x="2" y="17"/>
                      <a:pt x="1" y="16"/>
                    </a:cubicBezTo>
                    <a:cubicBezTo>
                      <a:pt x="0" y="16"/>
                      <a:pt x="1" y="12"/>
                      <a:pt x="3" y="8"/>
                    </a:cubicBezTo>
                    <a:cubicBezTo>
                      <a:pt x="4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8" name="Freeform 133">
                <a:extLst>
                  <a:ext uri="{FF2B5EF4-FFF2-40B4-BE49-F238E27FC236}">
                    <a16:creationId xmlns:a16="http://schemas.microsoft.com/office/drawing/2014/main" id="{111A6F46-25C1-4AB1-9971-A509D4580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5" y="0"/>
                <a:ext cx="531" cy="701"/>
              </a:xfrm>
              <a:custGeom>
                <a:avLst/>
                <a:gdLst>
                  <a:gd name="T0" fmla="*/ 42 w 228"/>
                  <a:gd name="T1" fmla="*/ 301 h 301"/>
                  <a:gd name="T2" fmla="*/ 0 w 228"/>
                  <a:gd name="T3" fmla="*/ 159 h 301"/>
                  <a:gd name="T4" fmla="*/ 43 w 228"/>
                  <a:gd name="T5" fmla="*/ 91 h 301"/>
                  <a:gd name="T6" fmla="*/ 36 w 228"/>
                  <a:gd name="T7" fmla="*/ 16 h 301"/>
                  <a:gd name="T8" fmla="*/ 62 w 228"/>
                  <a:gd name="T9" fmla="*/ 2 h 301"/>
                  <a:gd name="T10" fmla="*/ 93 w 228"/>
                  <a:gd name="T11" fmla="*/ 10 h 301"/>
                  <a:gd name="T12" fmla="*/ 112 w 228"/>
                  <a:gd name="T13" fmla="*/ 86 h 301"/>
                  <a:gd name="T14" fmla="*/ 125 w 228"/>
                  <a:gd name="T15" fmla="*/ 93 h 301"/>
                  <a:gd name="T16" fmla="*/ 178 w 228"/>
                  <a:gd name="T17" fmla="*/ 76 h 301"/>
                  <a:gd name="T18" fmla="*/ 199 w 228"/>
                  <a:gd name="T19" fmla="*/ 77 h 301"/>
                  <a:gd name="T20" fmla="*/ 213 w 228"/>
                  <a:gd name="T21" fmla="*/ 93 h 301"/>
                  <a:gd name="T22" fmla="*/ 211 w 228"/>
                  <a:gd name="T23" fmla="*/ 131 h 301"/>
                  <a:gd name="T24" fmla="*/ 220 w 228"/>
                  <a:gd name="T25" fmla="*/ 154 h 301"/>
                  <a:gd name="T26" fmla="*/ 219 w 228"/>
                  <a:gd name="T27" fmla="*/ 173 h 301"/>
                  <a:gd name="T28" fmla="*/ 224 w 228"/>
                  <a:gd name="T29" fmla="*/ 204 h 301"/>
                  <a:gd name="T30" fmla="*/ 220 w 228"/>
                  <a:gd name="T31" fmla="*/ 220 h 301"/>
                  <a:gd name="T32" fmla="*/ 226 w 228"/>
                  <a:gd name="T33" fmla="*/ 252 h 301"/>
                  <a:gd name="T34" fmla="*/ 174 w 228"/>
                  <a:gd name="T35" fmla="*/ 287 h 301"/>
                  <a:gd name="T36" fmla="*/ 116 w 228"/>
                  <a:gd name="T37" fmla="*/ 290 h 301"/>
                  <a:gd name="T38" fmla="*/ 42 w 228"/>
                  <a:gd name="T3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8" h="301">
                    <a:moveTo>
                      <a:pt x="42" y="301"/>
                    </a:move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59"/>
                      <a:pt x="29" y="143"/>
                      <a:pt x="43" y="91"/>
                    </a:cubicBezTo>
                    <a:cubicBezTo>
                      <a:pt x="53" y="57"/>
                      <a:pt x="36" y="29"/>
                      <a:pt x="36" y="16"/>
                    </a:cubicBezTo>
                    <a:cubicBezTo>
                      <a:pt x="36" y="7"/>
                      <a:pt x="54" y="3"/>
                      <a:pt x="62" y="2"/>
                    </a:cubicBezTo>
                    <a:cubicBezTo>
                      <a:pt x="70" y="0"/>
                      <a:pt x="84" y="0"/>
                      <a:pt x="93" y="10"/>
                    </a:cubicBezTo>
                    <a:cubicBezTo>
                      <a:pt x="109" y="29"/>
                      <a:pt x="112" y="86"/>
                      <a:pt x="112" y="86"/>
                    </a:cubicBezTo>
                    <a:cubicBezTo>
                      <a:pt x="112" y="86"/>
                      <a:pt x="110" y="98"/>
                      <a:pt x="125" y="93"/>
                    </a:cubicBezTo>
                    <a:cubicBezTo>
                      <a:pt x="178" y="76"/>
                      <a:pt x="178" y="76"/>
                      <a:pt x="178" y="76"/>
                    </a:cubicBezTo>
                    <a:cubicBezTo>
                      <a:pt x="185" y="74"/>
                      <a:pt x="192" y="74"/>
                      <a:pt x="199" y="77"/>
                    </a:cubicBezTo>
                    <a:cubicBezTo>
                      <a:pt x="205" y="79"/>
                      <a:pt x="210" y="84"/>
                      <a:pt x="213" y="93"/>
                    </a:cubicBezTo>
                    <a:cubicBezTo>
                      <a:pt x="217" y="114"/>
                      <a:pt x="210" y="126"/>
                      <a:pt x="211" y="131"/>
                    </a:cubicBezTo>
                    <a:cubicBezTo>
                      <a:pt x="212" y="135"/>
                      <a:pt x="221" y="140"/>
                      <a:pt x="220" y="154"/>
                    </a:cubicBezTo>
                    <a:cubicBezTo>
                      <a:pt x="220" y="168"/>
                      <a:pt x="217" y="167"/>
                      <a:pt x="219" y="173"/>
                    </a:cubicBezTo>
                    <a:cubicBezTo>
                      <a:pt x="221" y="179"/>
                      <a:pt x="224" y="194"/>
                      <a:pt x="224" y="204"/>
                    </a:cubicBezTo>
                    <a:cubicBezTo>
                      <a:pt x="223" y="215"/>
                      <a:pt x="220" y="220"/>
                      <a:pt x="220" y="220"/>
                    </a:cubicBezTo>
                    <a:cubicBezTo>
                      <a:pt x="220" y="220"/>
                      <a:pt x="228" y="239"/>
                      <a:pt x="226" y="252"/>
                    </a:cubicBezTo>
                    <a:cubicBezTo>
                      <a:pt x="223" y="268"/>
                      <a:pt x="191" y="289"/>
                      <a:pt x="174" y="287"/>
                    </a:cubicBezTo>
                    <a:cubicBezTo>
                      <a:pt x="166" y="286"/>
                      <a:pt x="132" y="289"/>
                      <a:pt x="116" y="290"/>
                    </a:cubicBezTo>
                    <a:cubicBezTo>
                      <a:pt x="100" y="291"/>
                      <a:pt x="54" y="290"/>
                      <a:pt x="42" y="30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9" name="Freeform 134">
                <a:extLst>
                  <a:ext uri="{FF2B5EF4-FFF2-40B4-BE49-F238E27FC236}">
                    <a16:creationId xmlns:a16="http://schemas.microsoft.com/office/drawing/2014/main" id="{3DAFE10F-1A6D-4402-B96F-0CEE0663B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2" y="14"/>
                <a:ext cx="530" cy="705"/>
              </a:xfrm>
              <a:custGeom>
                <a:avLst/>
                <a:gdLst>
                  <a:gd name="T0" fmla="*/ 46 w 228"/>
                  <a:gd name="T1" fmla="*/ 303 h 303"/>
                  <a:gd name="T2" fmla="*/ 0 w 228"/>
                  <a:gd name="T3" fmla="*/ 160 h 303"/>
                  <a:gd name="T4" fmla="*/ 44 w 228"/>
                  <a:gd name="T5" fmla="*/ 92 h 303"/>
                  <a:gd name="T6" fmla="*/ 54 w 228"/>
                  <a:gd name="T7" fmla="*/ 19 h 303"/>
                  <a:gd name="T8" fmla="*/ 68 w 228"/>
                  <a:gd name="T9" fmla="*/ 2 h 303"/>
                  <a:gd name="T10" fmla="*/ 94 w 228"/>
                  <a:gd name="T11" fmla="*/ 10 h 303"/>
                  <a:gd name="T12" fmla="*/ 113 w 228"/>
                  <a:gd name="T13" fmla="*/ 87 h 303"/>
                  <a:gd name="T14" fmla="*/ 126 w 228"/>
                  <a:gd name="T15" fmla="*/ 94 h 303"/>
                  <a:gd name="T16" fmla="*/ 179 w 228"/>
                  <a:gd name="T17" fmla="*/ 77 h 303"/>
                  <a:gd name="T18" fmla="*/ 200 w 228"/>
                  <a:gd name="T19" fmla="*/ 78 h 303"/>
                  <a:gd name="T20" fmla="*/ 213 w 228"/>
                  <a:gd name="T21" fmla="*/ 94 h 303"/>
                  <a:gd name="T22" fmla="*/ 212 w 228"/>
                  <a:gd name="T23" fmla="*/ 132 h 303"/>
                  <a:gd name="T24" fmla="*/ 221 w 228"/>
                  <a:gd name="T25" fmla="*/ 155 h 303"/>
                  <a:gd name="T26" fmla="*/ 220 w 228"/>
                  <a:gd name="T27" fmla="*/ 174 h 303"/>
                  <a:gd name="T28" fmla="*/ 224 w 228"/>
                  <a:gd name="T29" fmla="*/ 206 h 303"/>
                  <a:gd name="T30" fmla="*/ 221 w 228"/>
                  <a:gd name="T31" fmla="*/ 221 h 303"/>
                  <a:gd name="T32" fmla="*/ 227 w 228"/>
                  <a:gd name="T33" fmla="*/ 253 h 303"/>
                  <a:gd name="T34" fmla="*/ 197 w 228"/>
                  <a:gd name="T35" fmla="*/ 281 h 303"/>
                  <a:gd name="T36" fmla="*/ 117 w 228"/>
                  <a:gd name="T37" fmla="*/ 291 h 303"/>
                  <a:gd name="T38" fmla="*/ 46 w 228"/>
                  <a:gd name="T39" fmla="*/ 30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8" h="303">
                    <a:moveTo>
                      <a:pt x="46" y="303"/>
                    </a:move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60"/>
                      <a:pt x="30" y="144"/>
                      <a:pt x="44" y="92"/>
                    </a:cubicBezTo>
                    <a:cubicBezTo>
                      <a:pt x="54" y="58"/>
                      <a:pt x="55" y="33"/>
                      <a:pt x="54" y="19"/>
                    </a:cubicBezTo>
                    <a:cubicBezTo>
                      <a:pt x="54" y="11"/>
                      <a:pt x="60" y="3"/>
                      <a:pt x="68" y="2"/>
                    </a:cubicBezTo>
                    <a:cubicBezTo>
                      <a:pt x="76" y="0"/>
                      <a:pt x="85" y="0"/>
                      <a:pt x="94" y="10"/>
                    </a:cubicBezTo>
                    <a:cubicBezTo>
                      <a:pt x="111" y="29"/>
                      <a:pt x="113" y="87"/>
                      <a:pt x="113" y="87"/>
                    </a:cubicBezTo>
                    <a:cubicBezTo>
                      <a:pt x="113" y="87"/>
                      <a:pt x="111" y="99"/>
                      <a:pt x="126" y="94"/>
                    </a:cubicBezTo>
                    <a:cubicBezTo>
                      <a:pt x="179" y="77"/>
                      <a:pt x="179" y="77"/>
                      <a:pt x="179" y="77"/>
                    </a:cubicBezTo>
                    <a:cubicBezTo>
                      <a:pt x="186" y="75"/>
                      <a:pt x="193" y="75"/>
                      <a:pt x="200" y="78"/>
                    </a:cubicBezTo>
                    <a:cubicBezTo>
                      <a:pt x="205" y="81"/>
                      <a:pt x="211" y="85"/>
                      <a:pt x="213" y="94"/>
                    </a:cubicBezTo>
                    <a:cubicBezTo>
                      <a:pt x="218" y="115"/>
                      <a:pt x="211" y="127"/>
                      <a:pt x="212" y="132"/>
                    </a:cubicBezTo>
                    <a:cubicBezTo>
                      <a:pt x="213" y="136"/>
                      <a:pt x="221" y="142"/>
                      <a:pt x="221" y="155"/>
                    </a:cubicBezTo>
                    <a:cubicBezTo>
                      <a:pt x="221" y="169"/>
                      <a:pt x="218" y="168"/>
                      <a:pt x="220" y="174"/>
                    </a:cubicBezTo>
                    <a:cubicBezTo>
                      <a:pt x="222" y="180"/>
                      <a:pt x="225" y="195"/>
                      <a:pt x="224" y="206"/>
                    </a:cubicBezTo>
                    <a:cubicBezTo>
                      <a:pt x="224" y="216"/>
                      <a:pt x="221" y="221"/>
                      <a:pt x="221" y="221"/>
                    </a:cubicBezTo>
                    <a:cubicBezTo>
                      <a:pt x="221" y="221"/>
                      <a:pt x="228" y="240"/>
                      <a:pt x="227" y="253"/>
                    </a:cubicBezTo>
                    <a:cubicBezTo>
                      <a:pt x="225" y="266"/>
                      <a:pt x="205" y="279"/>
                      <a:pt x="197" y="281"/>
                    </a:cubicBezTo>
                    <a:cubicBezTo>
                      <a:pt x="190" y="283"/>
                      <a:pt x="133" y="290"/>
                      <a:pt x="117" y="291"/>
                    </a:cubicBezTo>
                    <a:cubicBezTo>
                      <a:pt x="101" y="292"/>
                      <a:pt x="58" y="292"/>
                      <a:pt x="46" y="30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0" name="Freeform 135">
                <a:extLst>
                  <a:ext uri="{FF2B5EF4-FFF2-40B4-BE49-F238E27FC236}">
                    <a16:creationId xmlns:a16="http://schemas.microsoft.com/office/drawing/2014/main" id="{FBAB59D3-AC22-4E64-BE1F-94C493216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5" y="128"/>
                <a:ext cx="44" cy="82"/>
              </a:xfrm>
              <a:custGeom>
                <a:avLst/>
                <a:gdLst>
                  <a:gd name="T0" fmla="*/ 18 w 19"/>
                  <a:gd name="T1" fmla="*/ 0 h 35"/>
                  <a:gd name="T2" fmla="*/ 11 w 19"/>
                  <a:gd name="T3" fmla="*/ 18 h 35"/>
                  <a:gd name="T4" fmla="*/ 0 w 19"/>
                  <a:gd name="T5" fmla="*/ 35 h 35"/>
                  <a:gd name="T6" fmla="*/ 9 w 19"/>
                  <a:gd name="T7" fmla="*/ 17 h 35"/>
                  <a:gd name="T8" fmla="*/ 18 w 1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5">
                    <a:moveTo>
                      <a:pt x="18" y="0"/>
                    </a:moveTo>
                    <a:cubicBezTo>
                      <a:pt x="19" y="1"/>
                      <a:pt x="16" y="9"/>
                      <a:pt x="11" y="18"/>
                    </a:cubicBezTo>
                    <a:cubicBezTo>
                      <a:pt x="6" y="28"/>
                      <a:pt x="1" y="35"/>
                      <a:pt x="0" y="35"/>
                    </a:cubicBezTo>
                    <a:cubicBezTo>
                      <a:pt x="0" y="35"/>
                      <a:pt x="4" y="27"/>
                      <a:pt x="9" y="17"/>
                    </a:cubicBezTo>
                    <a:cubicBezTo>
                      <a:pt x="14" y="8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1" name="Freeform 136">
                <a:extLst>
                  <a:ext uri="{FF2B5EF4-FFF2-40B4-BE49-F238E27FC236}">
                    <a16:creationId xmlns:a16="http://schemas.microsoft.com/office/drawing/2014/main" id="{3B15D2AC-B67A-4B8A-9864-62CDBBD27D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8" y="82"/>
                <a:ext cx="42" cy="72"/>
              </a:xfrm>
              <a:custGeom>
                <a:avLst/>
                <a:gdLst>
                  <a:gd name="T0" fmla="*/ 18 w 18"/>
                  <a:gd name="T1" fmla="*/ 0 h 31"/>
                  <a:gd name="T2" fmla="*/ 11 w 18"/>
                  <a:gd name="T3" fmla="*/ 17 h 31"/>
                  <a:gd name="T4" fmla="*/ 0 w 18"/>
                  <a:gd name="T5" fmla="*/ 31 h 31"/>
                  <a:gd name="T6" fmla="*/ 9 w 18"/>
                  <a:gd name="T7" fmla="*/ 15 h 31"/>
                  <a:gd name="T8" fmla="*/ 18 w 1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8" y="0"/>
                    </a:moveTo>
                    <a:cubicBezTo>
                      <a:pt x="18" y="1"/>
                      <a:pt x="16" y="8"/>
                      <a:pt x="11" y="17"/>
                    </a:cubicBezTo>
                    <a:cubicBezTo>
                      <a:pt x="5" y="25"/>
                      <a:pt x="1" y="31"/>
                      <a:pt x="0" y="31"/>
                    </a:cubicBezTo>
                    <a:cubicBezTo>
                      <a:pt x="0" y="31"/>
                      <a:pt x="4" y="24"/>
                      <a:pt x="9" y="15"/>
                    </a:cubicBezTo>
                    <a:cubicBezTo>
                      <a:pt x="14" y="7"/>
                      <a:pt x="17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2" name="Freeform 137">
                <a:extLst>
                  <a:ext uri="{FF2B5EF4-FFF2-40B4-BE49-F238E27FC236}">
                    <a16:creationId xmlns:a16="http://schemas.microsoft.com/office/drawing/2014/main" id="{919410E7-A688-4661-A742-D138D6A39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6" y="42"/>
                <a:ext cx="37" cy="58"/>
              </a:xfrm>
              <a:custGeom>
                <a:avLst/>
                <a:gdLst>
                  <a:gd name="T0" fmla="*/ 16 w 16"/>
                  <a:gd name="T1" fmla="*/ 1 h 25"/>
                  <a:gd name="T2" fmla="*/ 10 w 16"/>
                  <a:gd name="T3" fmla="*/ 14 h 25"/>
                  <a:gd name="T4" fmla="*/ 1 w 16"/>
                  <a:gd name="T5" fmla="*/ 25 h 25"/>
                  <a:gd name="T6" fmla="*/ 8 w 16"/>
                  <a:gd name="T7" fmla="*/ 13 h 25"/>
                  <a:gd name="T8" fmla="*/ 16 w 16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5">
                    <a:moveTo>
                      <a:pt x="16" y="1"/>
                    </a:moveTo>
                    <a:cubicBezTo>
                      <a:pt x="16" y="1"/>
                      <a:pt x="15" y="7"/>
                      <a:pt x="10" y="14"/>
                    </a:cubicBezTo>
                    <a:cubicBezTo>
                      <a:pt x="5" y="20"/>
                      <a:pt x="1" y="25"/>
                      <a:pt x="1" y="25"/>
                    </a:cubicBezTo>
                    <a:cubicBezTo>
                      <a:pt x="0" y="25"/>
                      <a:pt x="3" y="19"/>
                      <a:pt x="8" y="13"/>
                    </a:cubicBezTo>
                    <a:cubicBezTo>
                      <a:pt x="13" y="6"/>
                      <a:pt x="15" y="0"/>
                      <a:pt x="16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3" name="Freeform 138">
                <a:extLst>
                  <a:ext uri="{FF2B5EF4-FFF2-40B4-BE49-F238E27FC236}">
                    <a16:creationId xmlns:a16="http://schemas.microsoft.com/office/drawing/2014/main" id="{9A03FC46-5A0B-4653-9234-7E9B74DF5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2" y="14"/>
                <a:ext cx="28" cy="42"/>
              </a:xfrm>
              <a:custGeom>
                <a:avLst/>
                <a:gdLst>
                  <a:gd name="T0" fmla="*/ 12 w 12"/>
                  <a:gd name="T1" fmla="*/ 0 h 18"/>
                  <a:gd name="T2" fmla="*/ 7 w 12"/>
                  <a:gd name="T3" fmla="*/ 10 h 18"/>
                  <a:gd name="T4" fmla="*/ 0 w 12"/>
                  <a:gd name="T5" fmla="*/ 18 h 18"/>
                  <a:gd name="T6" fmla="*/ 5 w 12"/>
                  <a:gd name="T7" fmla="*/ 9 h 18"/>
                  <a:gd name="T8" fmla="*/ 12 w 1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8">
                    <a:moveTo>
                      <a:pt x="12" y="0"/>
                    </a:moveTo>
                    <a:cubicBezTo>
                      <a:pt x="12" y="1"/>
                      <a:pt x="10" y="5"/>
                      <a:pt x="7" y="10"/>
                    </a:cubicBezTo>
                    <a:cubicBezTo>
                      <a:pt x="4" y="15"/>
                      <a:pt x="1" y="18"/>
                      <a:pt x="0" y="18"/>
                    </a:cubicBezTo>
                    <a:cubicBezTo>
                      <a:pt x="0" y="18"/>
                      <a:pt x="2" y="14"/>
                      <a:pt x="5" y="9"/>
                    </a:cubicBezTo>
                    <a:cubicBezTo>
                      <a:pt x="8" y="4"/>
                      <a:pt x="11" y="0"/>
                      <a:pt x="1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4" name="Freeform 139">
                <a:extLst>
                  <a:ext uri="{FF2B5EF4-FFF2-40B4-BE49-F238E27FC236}">
                    <a16:creationId xmlns:a16="http://schemas.microsoft.com/office/drawing/2014/main" id="{FC83921C-7A86-48D7-9339-FC4BE8783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9" y="3"/>
                <a:ext cx="19" cy="23"/>
              </a:xfrm>
              <a:custGeom>
                <a:avLst/>
                <a:gdLst>
                  <a:gd name="T0" fmla="*/ 8 w 8"/>
                  <a:gd name="T1" fmla="*/ 0 h 10"/>
                  <a:gd name="T2" fmla="*/ 5 w 8"/>
                  <a:gd name="T3" fmla="*/ 6 h 10"/>
                  <a:gd name="T4" fmla="*/ 0 w 8"/>
                  <a:gd name="T5" fmla="*/ 10 h 10"/>
                  <a:gd name="T6" fmla="*/ 3 w 8"/>
                  <a:gd name="T7" fmla="*/ 4 h 10"/>
                  <a:gd name="T8" fmla="*/ 8 w 8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0">
                    <a:moveTo>
                      <a:pt x="8" y="0"/>
                    </a:moveTo>
                    <a:cubicBezTo>
                      <a:pt x="8" y="1"/>
                      <a:pt x="7" y="3"/>
                      <a:pt x="5" y="6"/>
                    </a:cubicBezTo>
                    <a:cubicBezTo>
                      <a:pt x="3" y="8"/>
                      <a:pt x="1" y="10"/>
                      <a:pt x="0" y="10"/>
                    </a:cubicBezTo>
                    <a:cubicBezTo>
                      <a:pt x="0" y="10"/>
                      <a:pt x="1" y="7"/>
                      <a:pt x="3" y="4"/>
                    </a:cubicBezTo>
                    <a:cubicBezTo>
                      <a:pt x="6" y="2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5" name="Freeform 140">
                <a:extLst>
                  <a:ext uri="{FF2B5EF4-FFF2-40B4-BE49-F238E27FC236}">
                    <a16:creationId xmlns:a16="http://schemas.microsoft.com/office/drawing/2014/main" id="{491317EE-03B2-46A6-98AC-76644B18D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8" y="191"/>
                <a:ext cx="30" cy="44"/>
              </a:xfrm>
              <a:custGeom>
                <a:avLst/>
                <a:gdLst>
                  <a:gd name="T0" fmla="*/ 12 w 13"/>
                  <a:gd name="T1" fmla="*/ 0 h 19"/>
                  <a:gd name="T2" fmla="*/ 7 w 13"/>
                  <a:gd name="T3" fmla="*/ 10 h 19"/>
                  <a:gd name="T4" fmla="*/ 0 w 13"/>
                  <a:gd name="T5" fmla="*/ 19 h 19"/>
                  <a:gd name="T6" fmla="*/ 5 w 13"/>
                  <a:gd name="T7" fmla="*/ 9 h 19"/>
                  <a:gd name="T8" fmla="*/ 12 w 13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9">
                    <a:moveTo>
                      <a:pt x="12" y="0"/>
                    </a:moveTo>
                    <a:cubicBezTo>
                      <a:pt x="13" y="0"/>
                      <a:pt x="10" y="5"/>
                      <a:pt x="7" y="10"/>
                    </a:cubicBezTo>
                    <a:cubicBezTo>
                      <a:pt x="4" y="15"/>
                      <a:pt x="1" y="19"/>
                      <a:pt x="0" y="19"/>
                    </a:cubicBezTo>
                    <a:cubicBezTo>
                      <a:pt x="0" y="19"/>
                      <a:pt x="2" y="14"/>
                      <a:pt x="5" y="9"/>
                    </a:cubicBezTo>
                    <a:cubicBezTo>
                      <a:pt x="9" y="4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6" name="Freeform 141">
                <a:extLst>
                  <a:ext uri="{FF2B5EF4-FFF2-40B4-BE49-F238E27FC236}">
                    <a16:creationId xmlns:a16="http://schemas.microsoft.com/office/drawing/2014/main" id="{D693AFCE-95B5-4597-8545-E8C599B53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5" y="242"/>
                <a:ext cx="61" cy="77"/>
              </a:xfrm>
              <a:custGeom>
                <a:avLst/>
                <a:gdLst>
                  <a:gd name="T0" fmla="*/ 25 w 26"/>
                  <a:gd name="T1" fmla="*/ 0 h 33"/>
                  <a:gd name="T2" fmla="*/ 14 w 26"/>
                  <a:gd name="T3" fmla="*/ 17 h 33"/>
                  <a:gd name="T4" fmla="*/ 0 w 26"/>
                  <a:gd name="T5" fmla="*/ 33 h 33"/>
                  <a:gd name="T6" fmla="*/ 12 w 26"/>
                  <a:gd name="T7" fmla="*/ 16 h 33"/>
                  <a:gd name="T8" fmla="*/ 25 w 2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3">
                    <a:moveTo>
                      <a:pt x="25" y="0"/>
                    </a:moveTo>
                    <a:cubicBezTo>
                      <a:pt x="26" y="0"/>
                      <a:pt x="21" y="8"/>
                      <a:pt x="14" y="17"/>
                    </a:cubicBezTo>
                    <a:cubicBezTo>
                      <a:pt x="7" y="26"/>
                      <a:pt x="0" y="33"/>
                      <a:pt x="0" y="33"/>
                    </a:cubicBezTo>
                    <a:cubicBezTo>
                      <a:pt x="0" y="32"/>
                      <a:pt x="5" y="25"/>
                      <a:pt x="12" y="16"/>
                    </a:cubicBezTo>
                    <a:cubicBezTo>
                      <a:pt x="19" y="7"/>
                      <a:pt x="25" y="0"/>
                      <a:pt x="2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7" name="Freeform 142">
                <a:extLst>
                  <a:ext uri="{FF2B5EF4-FFF2-40B4-BE49-F238E27FC236}">
                    <a16:creationId xmlns:a16="http://schemas.microsoft.com/office/drawing/2014/main" id="{71416AFB-3EF3-45E3-8DFB-E50F19923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7" y="186"/>
                <a:ext cx="38" cy="47"/>
              </a:xfrm>
              <a:custGeom>
                <a:avLst/>
                <a:gdLst>
                  <a:gd name="T0" fmla="*/ 16 w 16"/>
                  <a:gd name="T1" fmla="*/ 0 h 20"/>
                  <a:gd name="T2" fmla="*/ 9 w 16"/>
                  <a:gd name="T3" fmla="*/ 11 h 20"/>
                  <a:gd name="T4" fmla="*/ 1 w 16"/>
                  <a:gd name="T5" fmla="*/ 20 h 20"/>
                  <a:gd name="T6" fmla="*/ 7 w 16"/>
                  <a:gd name="T7" fmla="*/ 9 h 20"/>
                  <a:gd name="T8" fmla="*/ 16 w 1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0"/>
                    </a:moveTo>
                    <a:cubicBezTo>
                      <a:pt x="16" y="0"/>
                      <a:pt x="13" y="5"/>
                      <a:pt x="9" y="11"/>
                    </a:cubicBezTo>
                    <a:cubicBezTo>
                      <a:pt x="5" y="16"/>
                      <a:pt x="1" y="20"/>
                      <a:pt x="1" y="20"/>
                    </a:cubicBezTo>
                    <a:cubicBezTo>
                      <a:pt x="0" y="19"/>
                      <a:pt x="3" y="15"/>
                      <a:pt x="7" y="9"/>
                    </a:cubicBezTo>
                    <a:cubicBezTo>
                      <a:pt x="12" y="4"/>
                      <a:pt x="15" y="0"/>
                      <a:pt x="16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8" name="Freeform 143">
                <a:extLst>
                  <a:ext uri="{FF2B5EF4-FFF2-40B4-BE49-F238E27FC236}">
                    <a16:creationId xmlns:a16="http://schemas.microsoft.com/office/drawing/2014/main" id="{57600352-346D-4933-A745-615421A11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328"/>
                <a:ext cx="46" cy="59"/>
              </a:xfrm>
              <a:custGeom>
                <a:avLst/>
                <a:gdLst>
                  <a:gd name="T0" fmla="*/ 19 w 20"/>
                  <a:gd name="T1" fmla="*/ 0 h 25"/>
                  <a:gd name="T2" fmla="*/ 10 w 20"/>
                  <a:gd name="T3" fmla="*/ 13 h 25"/>
                  <a:gd name="T4" fmla="*/ 1 w 20"/>
                  <a:gd name="T5" fmla="*/ 24 h 25"/>
                  <a:gd name="T6" fmla="*/ 9 w 20"/>
                  <a:gd name="T7" fmla="*/ 11 h 25"/>
                  <a:gd name="T8" fmla="*/ 19 w 20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5">
                    <a:moveTo>
                      <a:pt x="19" y="0"/>
                    </a:moveTo>
                    <a:cubicBezTo>
                      <a:pt x="20" y="1"/>
                      <a:pt x="15" y="6"/>
                      <a:pt x="10" y="13"/>
                    </a:cubicBezTo>
                    <a:cubicBezTo>
                      <a:pt x="5" y="19"/>
                      <a:pt x="1" y="25"/>
                      <a:pt x="1" y="24"/>
                    </a:cubicBezTo>
                    <a:cubicBezTo>
                      <a:pt x="0" y="24"/>
                      <a:pt x="3" y="18"/>
                      <a:pt x="9" y="11"/>
                    </a:cubicBezTo>
                    <a:cubicBezTo>
                      <a:pt x="14" y="5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" name="Freeform 144">
                <a:extLst>
                  <a:ext uri="{FF2B5EF4-FFF2-40B4-BE49-F238E27FC236}">
                    <a16:creationId xmlns:a16="http://schemas.microsoft.com/office/drawing/2014/main" id="{433F4A8C-D511-4EA1-8BC5-A8FDB4FE8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398"/>
                <a:ext cx="44" cy="58"/>
              </a:xfrm>
              <a:custGeom>
                <a:avLst/>
                <a:gdLst>
                  <a:gd name="T0" fmla="*/ 18 w 19"/>
                  <a:gd name="T1" fmla="*/ 0 h 25"/>
                  <a:gd name="T2" fmla="*/ 11 w 19"/>
                  <a:gd name="T3" fmla="*/ 13 h 25"/>
                  <a:gd name="T4" fmla="*/ 1 w 19"/>
                  <a:gd name="T5" fmla="*/ 25 h 25"/>
                  <a:gd name="T6" fmla="*/ 9 w 19"/>
                  <a:gd name="T7" fmla="*/ 12 h 25"/>
                  <a:gd name="T8" fmla="*/ 18 w 1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5">
                    <a:moveTo>
                      <a:pt x="18" y="0"/>
                    </a:moveTo>
                    <a:cubicBezTo>
                      <a:pt x="19" y="1"/>
                      <a:pt x="15" y="6"/>
                      <a:pt x="11" y="13"/>
                    </a:cubicBezTo>
                    <a:cubicBezTo>
                      <a:pt x="6" y="20"/>
                      <a:pt x="1" y="25"/>
                      <a:pt x="1" y="25"/>
                    </a:cubicBezTo>
                    <a:cubicBezTo>
                      <a:pt x="0" y="25"/>
                      <a:pt x="4" y="19"/>
                      <a:pt x="9" y="12"/>
                    </a:cubicBezTo>
                    <a:cubicBezTo>
                      <a:pt x="14" y="5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" name="Freeform 145">
                <a:extLst>
                  <a:ext uri="{FF2B5EF4-FFF2-40B4-BE49-F238E27FC236}">
                    <a16:creationId xmlns:a16="http://schemas.microsoft.com/office/drawing/2014/main" id="{8AA85B2B-3875-4502-9C66-B5B6AD420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" y="480"/>
                <a:ext cx="51" cy="65"/>
              </a:xfrm>
              <a:custGeom>
                <a:avLst/>
                <a:gdLst>
                  <a:gd name="T0" fmla="*/ 22 w 22"/>
                  <a:gd name="T1" fmla="*/ 0 h 28"/>
                  <a:gd name="T2" fmla="*/ 13 w 22"/>
                  <a:gd name="T3" fmla="*/ 15 h 28"/>
                  <a:gd name="T4" fmla="*/ 1 w 22"/>
                  <a:gd name="T5" fmla="*/ 28 h 28"/>
                  <a:gd name="T6" fmla="*/ 11 w 22"/>
                  <a:gd name="T7" fmla="*/ 14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cubicBezTo>
                      <a:pt x="22" y="0"/>
                      <a:pt x="18" y="7"/>
                      <a:pt x="13" y="15"/>
                    </a:cubicBezTo>
                    <a:cubicBezTo>
                      <a:pt x="7" y="23"/>
                      <a:pt x="1" y="28"/>
                      <a:pt x="1" y="28"/>
                    </a:cubicBezTo>
                    <a:cubicBezTo>
                      <a:pt x="0" y="28"/>
                      <a:pt x="5" y="22"/>
                      <a:pt x="11" y="14"/>
                    </a:cubicBezTo>
                    <a:cubicBezTo>
                      <a:pt x="17" y="6"/>
                      <a:pt x="21" y="0"/>
                      <a:pt x="2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" name="Freeform 146">
                <a:extLst>
                  <a:ext uri="{FF2B5EF4-FFF2-40B4-BE49-F238E27FC236}">
                    <a16:creationId xmlns:a16="http://schemas.microsoft.com/office/drawing/2014/main" id="{1662526B-029B-44FE-B3D6-1DB22F298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1" y="547"/>
                <a:ext cx="58" cy="79"/>
              </a:xfrm>
              <a:custGeom>
                <a:avLst/>
                <a:gdLst>
                  <a:gd name="T0" fmla="*/ 25 w 25"/>
                  <a:gd name="T1" fmla="*/ 0 h 34"/>
                  <a:gd name="T2" fmla="*/ 14 w 25"/>
                  <a:gd name="T3" fmla="*/ 18 h 34"/>
                  <a:gd name="T4" fmla="*/ 0 w 25"/>
                  <a:gd name="T5" fmla="*/ 33 h 34"/>
                  <a:gd name="T6" fmla="*/ 12 w 25"/>
                  <a:gd name="T7" fmla="*/ 17 h 34"/>
                  <a:gd name="T8" fmla="*/ 25 w 25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4">
                    <a:moveTo>
                      <a:pt x="25" y="0"/>
                    </a:moveTo>
                    <a:cubicBezTo>
                      <a:pt x="25" y="1"/>
                      <a:pt x="21" y="9"/>
                      <a:pt x="14" y="18"/>
                    </a:cubicBezTo>
                    <a:cubicBezTo>
                      <a:pt x="7" y="27"/>
                      <a:pt x="1" y="34"/>
                      <a:pt x="0" y="33"/>
                    </a:cubicBezTo>
                    <a:cubicBezTo>
                      <a:pt x="0" y="33"/>
                      <a:pt x="5" y="26"/>
                      <a:pt x="12" y="17"/>
                    </a:cubicBezTo>
                    <a:cubicBezTo>
                      <a:pt x="19" y="8"/>
                      <a:pt x="24" y="0"/>
                      <a:pt x="2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2" name="Freeform 147">
                <a:extLst>
                  <a:ext uri="{FF2B5EF4-FFF2-40B4-BE49-F238E27FC236}">
                    <a16:creationId xmlns:a16="http://schemas.microsoft.com/office/drawing/2014/main" id="{132F4834-4902-477E-8379-8023E987B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645"/>
                <a:ext cx="258" cy="342"/>
              </a:xfrm>
              <a:custGeom>
                <a:avLst/>
                <a:gdLst>
                  <a:gd name="T0" fmla="*/ 258 w 258"/>
                  <a:gd name="T1" fmla="*/ 56 h 342"/>
                  <a:gd name="T2" fmla="*/ 107 w 258"/>
                  <a:gd name="T3" fmla="*/ 342 h 342"/>
                  <a:gd name="T4" fmla="*/ 0 w 258"/>
                  <a:gd name="T5" fmla="*/ 284 h 342"/>
                  <a:gd name="T6" fmla="*/ 153 w 258"/>
                  <a:gd name="T7" fmla="*/ 0 h 342"/>
                  <a:gd name="T8" fmla="*/ 258 w 258"/>
                  <a:gd name="T9" fmla="*/ 56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342">
                    <a:moveTo>
                      <a:pt x="258" y="56"/>
                    </a:moveTo>
                    <a:lnTo>
                      <a:pt x="107" y="342"/>
                    </a:lnTo>
                    <a:lnTo>
                      <a:pt x="0" y="284"/>
                    </a:lnTo>
                    <a:lnTo>
                      <a:pt x="153" y="0"/>
                    </a:lnTo>
                    <a:lnTo>
                      <a:pt x="258" y="56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3" name="Freeform 148">
                <a:extLst>
                  <a:ext uri="{FF2B5EF4-FFF2-40B4-BE49-F238E27FC236}">
                    <a16:creationId xmlns:a16="http://schemas.microsoft.com/office/drawing/2014/main" id="{95F6D184-0CEF-44E1-93AD-3DC35DECB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659"/>
                <a:ext cx="260" cy="342"/>
              </a:xfrm>
              <a:custGeom>
                <a:avLst/>
                <a:gdLst>
                  <a:gd name="T0" fmla="*/ 260 w 260"/>
                  <a:gd name="T1" fmla="*/ 58 h 342"/>
                  <a:gd name="T2" fmla="*/ 107 w 260"/>
                  <a:gd name="T3" fmla="*/ 342 h 342"/>
                  <a:gd name="T4" fmla="*/ 0 w 260"/>
                  <a:gd name="T5" fmla="*/ 286 h 342"/>
                  <a:gd name="T6" fmla="*/ 153 w 260"/>
                  <a:gd name="T7" fmla="*/ 0 h 342"/>
                  <a:gd name="T8" fmla="*/ 260 w 260"/>
                  <a:gd name="T9" fmla="*/ 58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0" h="342">
                    <a:moveTo>
                      <a:pt x="260" y="58"/>
                    </a:moveTo>
                    <a:lnTo>
                      <a:pt x="107" y="342"/>
                    </a:lnTo>
                    <a:lnTo>
                      <a:pt x="0" y="286"/>
                    </a:lnTo>
                    <a:lnTo>
                      <a:pt x="153" y="0"/>
                    </a:lnTo>
                    <a:lnTo>
                      <a:pt x="260" y="58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4" name="Freeform 149">
                <a:extLst>
                  <a:ext uri="{FF2B5EF4-FFF2-40B4-BE49-F238E27FC236}">
                    <a16:creationId xmlns:a16="http://schemas.microsoft.com/office/drawing/2014/main" id="{E9528443-199D-45F0-B730-D436C421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726"/>
                <a:ext cx="62" cy="63"/>
              </a:xfrm>
              <a:custGeom>
                <a:avLst/>
                <a:gdLst>
                  <a:gd name="T0" fmla="*/ 3 w 27"/>
                  <a:gd name="T1" fmla="*/ 8 h 27"/>
                  <a:gd name="T2" fmla="*/ 8 w 27"/>
                  <a:gd name="T3" fmla="*/ 24 h 27"/>
                  <a:gd name="T4" fmla="*/ 24 w 27"/>
                  <a:gd name="T5" fmla="*/ 19 h 27"/>
                  <a:gd name="T6" fmla="*/ 19 w 27"/>
                  <a:gd name="T7" fmla="*/ 3 h 27"/>
                  <a:gd name="T8" fmla="*/ 3 w 27"/>
                  <a:gd name="T9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3" y="8"/>
                    </a:moveTo>
                    <a:cubicBezTo>
                      <a:pt x="0" y="14"/>
                      <a:pt x="2" y="21"/>
                      <a:pt x="8" y="24"/>
                    </a:cubicBezTo>
                    <a:cubicBezTo>
                      <a:pt x="13" y="27"/>
                      <a:pt x="20" y="25"/>
                      <a:pt x="24" y="19"/>
                    </a:cubicBezTo>
                    <a:cubicBezTo>
                      <a:pt x="27" y="14"/>
                      <a:pt x="24" y="7"/>
                      <a:pt x="19" y="3"/>
                    </a:cubicBezTo>
                    <a:cubicBezTo>
                      <a:pt x="13" y="0"/>
                      <a:pt x="6" y="3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5" name="Freeform 150">
                <a:extLst>
                  <a:ext uri="{FF2B5EF4-FFF2-40B4-BE49-F238E27FC236}">
                    <a16:creationId xmlns:a16="http://schemas.microsoft.com/office/drawing/2014/main" id="{D22B0C33-C46F-42B1-93C4-CF0DA9099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687"/>
                <a:ext cx="7" cy="55"/>
              </a:xfrm>
              <a:custGeom>
                <a:avLst/>
                <a:gdLst>
                  <a:gd name="T0" fmla="*/ 0 w 3"/>
                  <a:gd name="T1" fmla="*/ 0 h 24"/>
                  <a:gd name="T2" fmla="*/ 3 w 3"/>
                  <a:gd name="T3" fmla="*/ 12 h 24"/>
                  <a:gd name="T4" fmla="*/ 3 w 3"/>
                  <a:gd name="T5" fmla="*/ 24 h 24"/>
                  <a:gd name="T6" fmla="*/ 0 w 3"/>
                  <a:gd name="T7" fmla="*/ 12 h 24"/>
                  <a:gd name="T8" fmla="*/ 0 w 3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4">
                    <a:moveTo>
                      <a:pt x="0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3" y="19"/>
                      <a:pt x="3" y="24"/>
                      <a:pt x="3" y="24"/>
                    </a:cubicBezTo>
                    <a:cubicBezTo>
                      <a:pt x="2" y="24"/>
                      <a:pt x="1" y="19"/>
                      <a:pt x="0" y="12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6" name="Freeform 151">
                <a:extLst>
                  <a:ext uri="{FF2B5EF4-FFF2-40B4-BE49-F238E27FC236}">
                    <a16:creationId xmlns:a16="http://schemas.microsoft.com/office/drawing/2014/main" id="{BD93F236-5729-4C0E-98C4-D14A37D93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719"/>
                <a:ext cx="10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4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8"/>
                      <a:pt x="4" y="24"/>
                      <a:pt x="4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5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7" name="Freeform 152">
                <a:extLst>
                  <a:ext uri="{FF2B5EF4-FFF2-40B4-BE49-F238E27FC236}">
                    <a16:creationId xmlns:a16="http://schemas.microsoft.com/office/drawing/2014/main" id="{C05145F7-44C1-42BD-8703-D1978641B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749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9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8" name="Freeform 153">
                <a:extLst>
                  <a:ext uri="{FF2B5EF4-FFF2-40B4-BE49-F238E27FC236}">
                    <a16:creationId xmlns:a16="http://schemas.microsoft.com/office/drawing/2014/main" id="{CC3277FD-B60C-4341-A485-C0E14F90E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782"/>
                <a:ext cx="9" cy="56"/>
              </a:xfrm>
              <a:custGeom>
                <a:avLst/>
                <a:gdLst>
                  <a:gd name="T0" fmla="*/ 0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0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0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3" y="18"/>
                      <a:pt x="4" y="24"/>
                      <a:pt x="3" y="24"/>
                    </a:cubicBezTo>
                    <a:cubicBezTo>
                      <a:pt x="2" y="24"/>
                      <a:pt x="1" y="19"/>
                      <a:pt x="1" y="12"/>
                    </a:cubicBezTo>
                    <a:cubicBezTo>
                      <a:pt x="0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9" name="Freeform 154">
                <a:extLst>
                  <a:ext uri="{FF2B5EF4-FFF2-40B4-BE49-F238E27FC236}">
                    <a16:creationId xmlns:a16="http://schemas.microsoft.com/office/drawing/2014/main" id="{098A9BAC-99F8-4DC0-9677-0946A3995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9" y="812"/>
                <a:ext cx="10" cy="58"/>
              </a:xfrm>
              <a:custGeom>
                <a:avLst/>
                <a:gdLst>
                  <a:gd name="T0" fmla="*/ 1 w 4"/>
                  <a:gd name="T1" fmla="*/ 0 h 25"/>
                  <a:gd name="T2" fmla="*/ 3 w 4"/>
                  <a:gd name="T3" fmla="*/ 12 h 25"/>
                  <a:gd name="T4" fmla="*/ 4 w 4"/>
                  <a:gd name="T5" fmla="*/ 24 h 25"/>
                  <a:gd name="T6" fmla="*/ 1 w 4"/>
                  <a:gd name="T7" fmla="*/ 12 h 25"/>
                  <a:gd name="T8" fmla="*/ 1 w 4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5">
                    <a:moveTo>
                      <a:pt x="1" y="0"/>
                    </a:moveTo>
                    <a:cubicBezTo>
                      <a:pt x="2" y="0"/>
                      <a:pt x="3" y="6"/>
                      <a:pt x="3" y="12"/>
                    </a:cubicBezTo>
                    <a:cubicBezTo>
                      <a:pt x="4" y="19"/>
                      <a:pt x="4" y="24"/>
                      <a:pt x="4" y="24"/>
                    </a:cubicBezTo>
                    <a:cubicBezTo>
                      <a:pt x="3" y="25"/>
                      <a:pt x="2" y="19"/>
                      <a:pt x="1" y="12"/>
                    </a:cubicBezTo>
                    <a:cubicBezTo>
                      <a:pt x="1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" name="Freeform 155">
                <a:extLst>
                  <a:ext uri="{FF2B5EF4-FFF2-40B4-BE49-F238E27FC236}">
                    <a16:creationId xmlns:a16="http://schemas.microsoft.com/office/drawing/2014/main" id="{38D4F9EC-E8E9-4B45-BBBD-C21C92B90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845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8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5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1" name="Freeform 156">
                <a:extLst>
                  <a:ext uri="{FF2B5EF4-FFF2-40B4-BE49-F238E27FC236}">
                    <a16:creationId xmlns:a16="http://schemas.microsoft.com/office/drawing/2014/main" id="{2063A982-D3C8-4768-8773-EC6D32569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875"/>
                <a:ext cx="9" cy="58"/>
              </a:xfrm>
              <a:custGeom>
                <a:avLst/>
                <a:gdLst>
                  <a:gd name="T0" fmla="*/ 0 w 4"/>
                  <a:gd name="T1" fmla="*/ 0 h 25"/>
                  <a:gd name="T2" fmla="*/ 3 w 4"/>
                  <a:gd name="T3" fmla="*/ 12 h 25"/>
                  <a:gd name="T4" fmla="*/ 3 w 4"/>
                  <a:gd name="T5" fmla="*/ 25 h 25"/>
                  <a:gd name="T6" fmla="*/ 1 w 4"/>
                  <a:gd name="T7" fmla="*/ 13 h 25"/>
                  <a:gd name="T8" fmla="*/ 0 w 4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5">
                    <a:moveTo>
                      <a:pt x="0" y="0"/>
                    </a:moveTo>
                    <a:cubicBezTo>
                      <a:pt x="1" y="0"/>
                      <a:pt x="2" y="6"/>
                      <a:pt x="3" y="12"/>
                    </a:cubicBezTo>
                    <a:cubicBezTo>
                      <a:pt x="4" y="19"/>
                      <a:pt x="4" y="24"/>
                      <a:pt x="3" y="25"/>
                    </a:cubicBezTo>
                    <a:cubicBezTo>
                      <a:pt x="3" y="25"/>
                      <a:pt x="1" y="19"/>
                      <a:pt x="1" y="13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2" name="Freeform 157">
                <a:extLst>
                  <a:ext uri="{FF2B5EF4-FFF2-40B4-BE49-F238E27FC236}">
                    <a16:creationId xmlns:a16="http://schemas.microsoft.com/office/drawing/2014/main" id="{F242CB58-C0DC-4E93-97C4-E6A5D5BB3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3" y="659"/>
                <a:ext cx="9" cy="56"/>
              </a:xfrm>
              <a:custGeom>
                <a:avLst/>
                <a:gdLst>
                  <a:gd name="T0" fmla="*/ 1 w 4"/>
                  <a:gd name="T1" fmla="*/ 0 h 24"/>
                  <a:gd name="T2" fmla="*/ 3 w 4"/>
                  <a:gd name="T3" fmla="*/ 12 h 24"/>
                  <a:gd name="T4" fmla="*/ 3 w 4"/>
                  <a:gd name="T5" fmla="*/ 24 h 24"/>
                  <a:gd name="T6" fmla="*/ 1 w 4"/>
                  <a:gd name="T7" fmla="*/ 12 h 24"/>
                  <a:gd name="T8" fmla="*/ 1 w 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4">
                    <a:moveTo>
                      <a:pt x="1" y="0"/>
                    </a:moveTo>
                    <a:cubicBezTo>
                      <a:pt x="1" y="0"/>
                      <a:pt x="2" y="5"/>
                      <a:pt x="3" y="12"/>
                    </a:cubicBezTo>
                    <a:cubicBezTo>
                      <a:pt x="4" y="19"/>
                      <a:pt x="4" y="24"/>
                      <a:pt x="3" y="24"/>
                    </a:cubicBezTo>
                    <a:cubicBezTo>
                      <a:pt x="3" y="24"/>
                      <a:pt x="2" y="19"/>
                      <a:pt x="1" y="12"/>
                    </a:cubicBezTo>
                    <a:cubicBezTo>
                      <a:pt x="0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3" name="Freeform 158">
                <a:extLst>
                  <a:ext uri="{FF2B5EF4-FFF2-40B4-BE49-F238E27FC236}">
                    <a16:creationId xmlns:a16="http://schemas.microsoft.com/office/drawing/2014/main" id="{4EDB1F2B-3C84-4C80-85F0-16D3FD698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649"/>
                <a:ext cx="7" cy="35"/>
              </a:xfrm>
              <a:custGeom>
                <a:avLst/>
                <a:gdLst>
                  <a:gd name="T0" fmla="*/ 1 w 3"/>
                  <a:gd name="T1" fmla="*/ 0 h 15"/>
                  <a:gd name="T2" fmla="*/ 3 w 3"/>
                  <a:gd name="T3" fmla="*/ 7 h 15"/>
                  <a:gd name="T4" fmla="*/ 2 w 3"/>
                  <a:gd name="T5" fmla="*/ 15 h 15"/>
                  <a:gd name="T6" fmla="*/ 1 w 3"/>
                  <a:gd name="T7" fmla="*/ 7 h 15"/>
                  <a:gd name="T8" fmla="*/ 1 w 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5">
                    <a:moveTo>
                      <a:pt x="1" y="0"/>
                    </a:moveTo>
                    <a:cubicBezTo>
                      <a:pt x="1" y="0"/>
                      <a:pt x="2" y="3"/>
                      <a:pt x="3" y="7"/>
                    </a:cubicBezTo>
                    <a:cubicBezTo>
                      <a:pt x="3" y="11"/>
                      <a:pt x="3" y="14"/>
                      <a:pt x="2" y="15"/>
                    </a:cubicBezTo>
                    <a:cubicBezTo>
                      <a:pt x="2" y="15"/>
                      <a:pt x="1" y="11"/>
                      <a:pt x="1" y="7"/>
                    </a:cubicBezTo>
                    <a:cubicBezTo>
                      <a:pt x="0" y="4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4" name="Freeform 159">
                <a:extLst>
                  <a:ext uri="{FF2B5EF4-FFF2-40B4-BE49-F238E27FC236}">
                    <a16:creationId xmlns:a16="http://schemas.microsoft.com/office/drawing/2014/main" id="{EE4719F3-13FE-4147-ADA4-3D305BE91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291"/>
                <a:ext cx="463" cy="586"/>
              </a:xfrm>
              <a:custGeom>
                <a:avLst/>
                <a:gdLst>
                  <a:gd name="T0" fmla="*/ 143 w 199"/>
                  <a:gd name="T1" fmla="*/ 252 h 252"/>
                  <a:gd name="T2" fmla="*/ 199 w 199"/>
                  <a:gd name="T3" fmla="*/ 142 h 252"/>
                  <a:gd name="T4" fmla="*/ 174 w 199"/>
                  <a:gd name="T5" fmla="*/ 81 h 252"/>
                  <a:gd name="T6" fmla="*/ 191 w 199"/>
                  <a:gd name="T7" fmla="*/ 20 h 252"/>
                  <a:gd name="T8" fmla="*/ 172 w 199"/>
                  <a:gd name="T9" fmla="*/ 5 h 252"/>
                  <a:gd name="T10" fmla="*/ 146 w 199"/>
                  <a:gd name="T11" fmla="*/ 7 h 252"/>
                  <a:gd name="T12" fmla="*/ 118 w 199"/>
                  <a:gd name="T13" fmla="*/ 65 h 252"/>
                  <a:gd name="T14" fmla="*/ 107 w 199"/>
                  <a:gd name="T15" fmla="*/ 70 h 252"/>
                  <a:gd name="T16" fmla="*/ 66 w 199"/>
                  <a:gd name="T17" fmla="*/ 48 h 252"/>
                  <a:gd name="T18" fmla="*/ 49 w 199"/>
                  <a:gd name="T19" fmla="*/ 45 h 252"/>
                  <a:gd name="T20" fmla="*/ 35 w 199"/>
                  <a:gd name="T21" fmla="*/ 57 h 252"/>
                  <a:gd name="T22" fmla="*/ 31 w 199"/>
                  <a:gd name="T23" fmla="*/ 87 h 252"/>
                  <a:gd name="T24" fmla="*/ 20 w 199"/>
                  <a:gd name="T25" fmla="*/ 105 h 252"/>
                  <a:gd name="T26" fmla="*/ 18 w 199"/>
                  <a:gd name="T27" fmla="*/ 121 h 252"/>
                  <a:gd name="T28" fmla="*/ 10 w 199"/>
                  <a:gd name="T29" fmla="*/ 145 h 252"/>
                  <a:gd name="T30" fmla="*/ 10 w 199"/>
                  <a:gd name="T31" fmla="*/ 159 h 252"/>
                  <a:gd name="T32" fmla="*/ 1 w 199"/>
                  <a:gd name="T33" fmla="*/ 184 h 252"/>
                  <a:gd name="T34" fmla="*/ 37 w 199"/>
                  <a:gd name="T35" fmla="*/ 220 h 252"/>
                  <a:gd name="T36" fmla="*/ 84 w 199"/>
                  <a:gd name="T37" fmla="*/ 231 h 252"/>
                  <a:gd name="T38" fmla="*/ 143 w 199"/>
                  <a:gd name="T39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9" h="252">
                    <a:moveTo>
                      <a:pt x="143" y="252"/>
                    </a:moveTo>
                    <a:cubicBezTo>
                      <a:pt x="199" y="142"/>
                      <a:pt x="199" y="142"/>
                      <a:pt x="199" y="142"/>
                    </a:cubicBezTo>
                    <a:cubicBezTo>
                      <a:pt x="199" y="142"/>
                      <a:pt x="177" y="125"/>
                      <a:pt x="174" y="81"/>
                    </a:cubicBezTo>
                    <a:cubicBezTo>
                      <a:pt x="171" y="51"/>
                      <a:pt x="189" y="31"/>
                      <a:pt x="191" y="20"/>
                    </a:cubicBezTo>
                    <a:cubicBezTo>
                      <a:pt x="193" y="13"/>
                      <a:pt x="178" y="7"/>
                      <a:pt x="172" y="5"/>
                    </a:cubicBezTo>
                    <a:cubicBezTo>
                      <a:pt x="166" y="2"/>
                      <a:pt x="155" y="0"/>
                      <a:pt x="146" y="7"/>
                    </a:cubicBezTo>
                    <a:cubicBezTo>
                      <a:pt x="129" y="20"/>
                      <a:pt x="118" y="65"/>
                      <a:pt x="118" y="65"/>
                    </a:cubicBezTo>
                    <a:cubicBezTo>
                      <a:pt x="118" y="65"/>
                      <a:pt x="118" y="76"/>
                      <a:pt x="107" y="70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1" y="45"/>
                      <a:pt x="55" y="44"/>
                      <a:pt x="49" y="45"/>
                    </a:cubicBezTo>
                    <a:cubicBezTo>
                      <a:pt x="44" y="46"/>
                      <a:pt x="39" y="49"/>
                      <a:pt x="35" y="57"/>
                    </a:cubicBezTo>
                    <a:cubicBezTo>
                      <a:pt x="28" y="73"/>
                      <a:pt x="33" y="84"/>
                      <a:pt x="31" y="87"/>
                    </a:cubicBezTo>
                    <a:cubicBezTo>
                      <a:pt x="29" y="90"/>
                      <a:pt x="22" y="94"/>
                      <a:pt x="20" y="105"/>
                    </a:cubicBezTo>
                    <a:cubicBezTo>
                      <a:pt x="18" y="116"/>
                      <a:pt x="21" y="116"/>
                      <a:pt x="18" y="121"/>
                    </a:cubicBezTo>
                    <a:cubicBezTo>
                      <a:pt x="16" y="125"/>
                      <a:pt x="10" y="137"/>
                      <a:pt x="10" y="145"/>
                    </a:cubicBezTo>
                    <a:cubicBezTo>
                      <a:pt x="9" y="154"/>
                      <a:pt x="10" y="159"/>
                      <a:pt x="10" y="159"/>
                    </a:cubicBezTo>
                    <a:cubicBezTo>
                      <a:pt x="10" y="159"/>
                      <a:pt x="0" y="173"/>
                      <a:pt x="1" y="184"/>
                    </a:cubicBezTo>
                    <a:cubicBezTo>
                      <a:pt x="1" y="198"/>
                      <a:pt x="24" y="219"/>
                      <a:pt x="37" y="220"/>
                    </a:cubicBezTo>
                    <a:cubicBezTo>
                      <a:pt x="44" y="221"/>
                      <a:pt x="71" y="228"/>
                      <a:pt x="84" y="231"/>
                    </a:cubicBezTo>
                    <a:cubicBezTo>
                      <a:pt x="97" y="234"/>
                      <a:pt x="135" y="241"/>
                      <a:pt x="143" y="252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5" name="Freeform 160">
                <a:extLst>
                  <a:ext uri="{FF2B5EF4-FFF2-40B4-BE49-F238E27FC236}">
                    <a16:creationId xmlns:a16="http://schemas.microsoft.com/office/drawing/2014/main" id="{A232069C-4E92-4B50-B871-D06C4DA55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10"/>
                <a:ext cx="463" cy="588"/>
              </a:xfrm>
              <a:custGeom>
                <a:avLst/>
                <a:gdLst>
                  <a:gd name="T0" fmla="*/ 140 w 199"/>
                  <a:gd name="T1" fmla="*/ 253 h 253"/>
                  <a:gd name="T2" fmla="*/ 199 w 199"/>
                  <a:gd name="T3" fmla="*/ 144 h 253"/>
                  <a:gd name="T4" fmla="*/ 174 w 199"/>
                  <a:gd name="T5" fmla="*/ 82 h 253"/>
                  <a:gd name="T6" fmla="*/ 176 w 199"/>
                  <a:gd name="T7" fmla="*/ 20 h 253"/>
                  <a:gd name="T8" fmla="*/ 168 w 199"/>
                  <a:gd name="T9" fmla="*/ 4 h 253"/>
                  <a:gd name="T10" fmla="*/ 145 w 199"/>
                  <a:gd name="T11" fmla="*/ 7 h 253"/>
                  <a:gd name="T12" fmla="*/ 118 w 199"/>
                  <a:gd name="T13" fmla="*/ 67 h 253"/>
                  <a:gd name="T14" fmla="*/ 107 w 199"/>
                  <a:gd name="T15" fmla="*/ 71 h 253"/>
                  <a:gd name="T16" fmla="*/ 66 w 199"/>
                  <a:gd name="T17" fmla="*/ 49 h 253"/>
                  <a:gd name="T18" fmla="*/ 49 w 199"/>
                  <a:gd name="T19" fmla="*/ 47 h 253"/>
                  <a:gd name="T20" fmla="*/ 35 w 199"/>
                  <a:gd name="T21" fmla="*/ 58 h 253"/>
                  <a:gd name="T22" fmla="*/ 31 w 199"/>
                  <a:gd name="T23" fmla="*/ 88 h 253"/>
                  <a:gd name="T24" fmla="*/ 20 w 199"/>
                  <a:gd name="T25" fmla="*/ 106 h 253"/>
                  <a:gd name="T26" fmla="*/ 18 w 199"/>
                  <a:gd name="T27" fmla="*/ 122 h 253"/>
                  <a:gd name="T28" fmla="*/ 10 w 199"/>
                  <a:gd name="T29" fmla="*/ 147 h 253"/>
                  <a:gd name="T30" fmla="*/ 10 w 199"/>
                  <a:gd name="T31" fmla="*/ 160 h 253"/>
                  <a:gd name="T32" fmla="*/ 1 w 199"/>
                  <a:gd name="T33" fmla="*/ 185 h 253"/>
                  <a:gd name="T34" fmla="*/ 20 w 199"/>
                  <a:gd name="T35" fmla="*/ 212 h 253"/>
                  <a:gd name="T36" fmla="*/ 84 w 199"/>
                  <a:gd name="T37" fmla="*/ 232 h 253"/>
                  <a:gd name="T38" fmla="*/ 140 w 199"/>
                  <a:gd name="T39" fmla="*/ 253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9" h="253">
                    <a:moveTo>
                      <a:pt x="140" y="253"/>
                    </a:moveTo>
                    <a:cubicBezTo>
                      <a:pt x="199" y="144"/>
                      <a:pt x="199" y="144"/>
                      <a:pt x="199" y="144"/>
                    </a:cubicBezTo>
                    <a:cubicBezTo>
                      <a:pt x="199" y="144"/>
                      <a:pt x="177" y="126"/>
                      <a:pt x="174" y="82"/>
                    </a:cubicBezTo>
                    <a:cubicBezTo>
                      <a:pt x="171" y="52"/>
                      <a:pt x="174" y="31"/>
                      <a:pt x="176" y="20"/>
                    </a:cubicBezTo>
                    <a:cubicBezTo>
                      <a:pt x="178" y="14"/>
                      <a:pt x="174" y="7"/>
                      <a:pt x="168" y="4"/>
                    </a:cubicBezTo>
                    <a:cubicBezTo>
                      <a:pt x="162" y="2"/>
                      <a:pt x="154" y="0"/>
                      <a:pt x="145" y="7"/>
                    </a:cubicBezTo>
                    <a:cubicBezTo>
                      <a:pt x="129" y="20"/>
                      <a:pt x="118" y="67"/>
                      <a:pt x="118" y="67"/>
                    </a:cubicBezTo>
                    <a:cubicBezTo>
                      <a:pt x="118" y="67"/>
                      <a:pt x="118" y="77"/>
                      <a:pt x="107" y="71"/>
                    </a:cubicBezTo>
                    <a:cubicBezTo>
                      <a:pt x="66" y="49"/>
                      <a:pt x="66" y="49"/>
                      <a:pt x="66" y="49"/>
                    </a:cubicBezTo>
                    <a:cubicBezTo>
                      <a:pt x="61" y="46"/>
                      <a:pt x="55" y="45"/>
                      <a:pt x="49" y="47"/>
                    </a:cubicBezTo>
                    <a:cubicBezTo>
                      <a:pt x="44" y="48"/>
                      <a:pt x="39" y="51"/>
                      <a:pt x="35" y="58"/>
                    </a:cubicBezTo>
                    <a:cubicBezTo>
                      <a:pt x="28" y="74"/>
                      <a:pt x="33" y="85"/>
                      <a:pt x="31" y="88"/>
                    </a:cubicBezTo>
                    <a:cubicBezTo>
                      <a:pt x="29" y="92"/>
                      <a:pt x="22" y="95"/>
                      <a:pt x="20" y="106"/>
                    </a:cubicBezTo>
                    <a:cubicBezTo>
                      <a:pt x="18" y="117"/>
                      <a:pt x="21" y="117"/>
                      <a:pt x="18" y="122"/>
                    </a:cubicBezTo>
                    <a:cubicBezTo>
                      <a:pt x="16" y="126"/>
                      <a:pt x="10" y="138"/>
                      <a:pt x="10" y="147"/>
                    </a:cubicBezTo>
                    <a:cubicBezTo>
                      <a:pt x="9" y="155"/>
                      <a:pt x="10" y="160"/>
                      <a:pt x="10" y="160"/>
                    </a:cubicBezTo>
                    <a:cubicBezTo>
                      <a:pt x="10" y="160"/>
                      <a:pt x="1" y="174"/>
                      <a:pt x="1" y="185"/>
                    </a:cubicBezTo>
                    <a:cubicBezTo>
                      <a:pt x="0" y="195"/>
                      <a:pt x="15" y="209"/>
                      <a:pt x="20" y="212"/>
                    </a:cubicBezTo>
                    <a:cubicBezTo>
                      <a:pt x="26" y="215"/>
                      <a:pt x="71" y="229"/>
                      <a:pt x="84" y="232"/>
                    </a:cubicBezTo>
                    <a:cubicBezTo>
                      <a:pt x="97" y="236"/>
                      <a:pt x="132" y="242"/>
                      <a:pt x="140" y="253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6" name="Freeform 161">
                <a:extLst>
                  <a:ext uri="{FF2B5EF4-FFF2-40B4-BE49-F238E27FC236}">
                    <a16:creationId xmlns:a16="http://schemas.microsoft.com/office/drawing/2014/main" id="{C00A5F71-0011-4605-B369-ED2B3E600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87"/>
                <a:ext cx="24" cy="74"/>
              </a:xfrm>
              <a:custGeom>
                <a:avLst/>
                <a:gdLst>
                  <a:gd name="T0" fmla="*/ 0 w 10"/>
                  <a:gd name="T1" fmla="*/ 1 h 32"/>
                  <a:gd name="T2" fmla="*/ 5 w 10"/>
                  <a:gd name="T3" fmla="*/ 16 h 32"/>
                  <a:gd name="T4" fmla="*/ 9 w 10"/>
                  <a:gd name="T5" fmla="*/ 31 h 32"/>
                  <a:gd name="T6" fmla="*/ 3 w 10"/>
                  <a:gd name="T7" fmla="*/ 16 h 32"/>
                  <a:gd name="T8" fmla="*/ 0 w 10"/>
                  <a:gd name="T9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32">
                    <a:moveTo>
                      <a:pt x="0" y="1"/>
                    </a:moveTo>
                    <a:cubicBezTo>
                      <a:pt x="1" y="0"/>
                      <a:pt x="3" y="7"/>
                      <a:pt x="5" y="16"/>
                    </a:cubicBezTo>
                    <a:cubicBezTo>
                      <a:pt x="8" y="24"/>
                      <a:pt x="10" y="31"/>
                      <a:pt x="9" y="31"/>
                    </a:cubicBezTo>
                    <a:cubicBezTo>
                      <a:pt x="9" y="32"/>
                      <a:pt x="6" y="25"/>
                      <a:pt x="3" y="16"/>
                    </a:cubicBezTo>
                    <a:cubicBezTo>
                      <a:pt x="1" y="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7" name="Freeform 162">
                <a:extLst>
                  <a:ext uri="{FF2B5EF4-FFF2-40B4-BE49-F238E27FC236}">
                    <a16:creationId xmlns:a16="http://schemas.microsoft.com/office/drawing/2014/main" id="{16468156-1B03-440A-990E-425BAB947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52"/>
                <a:ext cx="26" cy="65"/>
              </a:xfrm>
              <a:custGeom>
                <a:avLst/>
                <a:gdLst>
                  <a:gd name="T0" fmla="*/ 1 w 11"/>
                  <a:gd name="T1" fmla="*/ 0 h 28"/>
                  <a:gd name="T2" fmla="*/ 6 w 11"/>
                  <a:gd name="T3" fmla="*/ 13 h 28"/>
                  <a:gd name="T4" fmla="*/ 11 w 11"/>
                  <a:gd name="T5" fmla="*/ 27 h 28"/>
                  <a:gd name="T6" fmla="*/ 4 w 11"/>
                  <a:gd name="T7" fmla="*/ 14 h 28"/>
                  <a:gd name="T8" fmla="*/ 1 w 11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8">
                    <a:moveTo>
                      <a:pt x="1" y="0"/>
                    </a:moveTo>
                    <a:cubicBezTo>
                      <a:pt x="1" y="0"/>
                      <a:pt x="3" y="6"/>
                      <a:pt x="6" y="13"/>
                    </a:cubicBezTo>
                    <a:cubicBezTo>
                      <a:pt x="9" y="21"/>
                      <a:pt x="11" y="27"/>
                      <a:pt x="11" y="27"/>
                    </a:cubicBezTo>
                    <a:cubicBezTo>
                      <a:pt x="10" y="28"/>
                      <a:pt x="7" y="22"/>
                      <a:pt x="4" y="14"/>
                    </a:cubicBezTo>
                    <a:cubicBezTo>
                      <a:pt x="1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8" name="Freeform 163">
                <a:extLst>
                  <a:ext uri="{FF2B5EF4-FFF2-40B4-BE49-F238E27FC236}">
                    <a16:creationId xmlns:a16="http://schemas.microsoft.com/office/drawing/2014/main" id="{A70825EA-94EE-4E9A-AEC1-FA06C30BB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1"/>
                <a:ext cx="21" cy="52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  <a:gd name="T6" fmla="*/ 3 w 9"/>
                  <a:gd name="T7" fmla="*/ 12 h 22"/>
                  <a:gd name="T8" fmla="*/ 0 w 9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cubicBezTo>
                      <a:pt x="1" y="0"/>
                      <a:pt x="2" y="5"/>
                      <a:pt x="5" y="11"/>
                    </a:cubicBezTo>
                    <a:cubicBezTo>
                      <a:pt x="8" y="17"/>
                      <a:pt x="9" y="22"/>
                      <a:pt x="9" y="22"/>
                    </a:cubicBezTo>
                    <a:cubicBezTo>
                      <a:pt x="8" y="22"/>
                      <a:pt x="6" y="18"/>
                      <a:pt x="3" y="12"/>
                    </a:cubicBezTo>
                    <a:cubicBezTo>
                      <a:pt x="0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9" name="Freeform 164">
                <a:extLst>
                  <a:ext uri="{FF2B5EF4-FFF2-40B4-BE49-F238E27FC236}">
                    <a16:creationId xmlns:a16="http://schemas.microsoft.com/office/drawing/2014/main" id="{D368E244-AFCD-45C1-9056-2AB5D8943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00"/>
                <a:ext cx="16" cy="40"/>
              </a:xfrm>
              <a:custGeom>
                <a:avLst/>
                <a:gdLst>
                  <a:gd name="T0" fmla="*/ 1 w 7"/>
                  <a:gd name="T1" fmla="*/ 1 h 17"/>
                  <a:gd name="T2" fmla="*/ 5 w 7"/>
                  <a:gd name="T3" fmla="*/ 8 h 17"/>
                  <a:gd name="T4" fmla="*/ 7 w 7"/>
                  <a:gd name="T5" fmla="*/ 17 h 17"/>
                  <a:gd name="T6" fmla="*/ 3 w 7"/>
                  <a:gd name="T7" fmla="*/ 9 h 17"/>
                  <a:gd name="T8" fmla="*/ 1 w 7"/>
                  <a:gd name="T9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7">
                    <a:moveTo>
                      <a:pt x="1" y="1"/>
                    </a:moveTo>
                    <a:cubicBezTo>
                      <a:pt x="1" y="0"/>
                      <a:pt x="3" y="4"/>
                      <a:pt x="5" y="8"/>
                    </a:cubicBezTo>
                    <a:cubicBezTo>
                      <a:pt x="6" y="13"/>
                      <a:pt x="7" y="17"/>
                      <a:pt x="7" y="17"/>
                    </a:cubicBezTo>
                    <a:cubicBezTo>
                      <a:pt x="6" y="17"/>
                      <a:pt x="4" y="14"/>
                      <a:pt x="3" y="9"/>
                    </a:cubicBezTo>
                    <a:cubicBezTo>
                      <a:pt x="1" y="5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" name="Freeform 165">
                <a:extLst>
                  <a:ext uri="{FF2B5EF4-FFF2-40B4-BE49-F238E27FC236}">
                    <a16:creationId xmlns:a16="http://schemas.microsoft.com/office/drawing/2014/main" id="{3AE9038A-2B61-4496-8A43-44E1F4EBA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296"/>
                <a:ext cx="14" cy="23"/>
              </a:xfrm>
              <a:custGeom>
                <a:avLst/>
                <a:gdLst>
                  <a:gd name="T0" fmla="*/ 0 w 6"/>
                  <a:gd name="T1" fmla="*/ 1 h 10"/>
                  <a:gd name="T2" fmla="*/ 4 w 6"/>
                  <a:gd name="T3" fmla="*/ 5 h 10"/>
                  <a:gd name="T4" fmla="*/ 5 w 6"/>
                  <a:gd name="T5" fmla="*/ 10 h 10"/>
                  <a:gd name="T6" fmla="*/ 2 w 6"/>
                  <a:gd name="T7" fmla="*/ 6 h 10"/>
                  <a:gd name="T8" fmla="*/ 0 w 6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1"/>
                    </a:moveTo>
                    <a:cubicBezTo>
                      <a:pt x="1" y="0"/>
                      <a:pt x="2" y="2"/>
                      <a:pt x="4" y="5"/>
                    </a:cubicBezTo>
                    <a:cubicBezTo>
                      <a:pt x="5" y="7"/>
                      <a:pt x="6" y="9"/>
                      <a:pt x="5" y="10"/>
                    </a:cubicBezTo>
                    <a:cubicBezTo>
                      <a:pt x="5" y="10"/>
                      <a:pt x="3" y="8"/>
                      <a:pt x="2" y="6"/>
                    </a:cubicBezTo>
                    <a:cubicBezTo>
                      <a:pt x="0" y="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1" name="Freeform 166">
                <a:extLst>
                  <a:ext uri="{FF2B5EF4-FFF2-40B4-BE49-F238E27FC236}">
                    <a16:creationId xmlns:a16="http://schemas.microsoft.com/office/drawing/2014/main" id="{AB5D35DB-F1C6-49BC-BA41-234BB317C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435"/>
                <a:ext cx="18" cy="42"/>
              </a:xfrm>
              <a:custGeom>
                <a:avLst/>
                <a:gdLst>
                  <a:gd name="T0" fmla="*/ 1 w 8"/>
                  <a:gd name="T1" fmla="*/ 1 h 18"/>
                  <a:gd name="T2" fmla="*/ 5 w 8"/>
                  <a:gd name="T3" fmla="*/ 9 h 18"/>
                  <a:gd name="T4" fmla="*/ 8 w 8"/>
                  <a:gd name="T5" fmla="*/ 18 h 18"/>
                  <a:gd name="T6" fmla="*/ 3 w 8"/>
                  <a:gd name="T7" fmla="*/ 10 h 18"/>
                  <a:gd name="T8" fmla="*/ 1 w 8"/>
                  <a:gd name="T9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8">
                    <a:moveTo>
                      <a:pt x="1" y="1"/>
                    </a:moveTo>
                    <a:cubicBezTo>
                      <a:pt x="2" y="0"/>
                      <a:pt x="3" y="4"/>
                      <a:pt x="5" y="9"/>
                    </a:cubicBezTo>
                    <a:cubicBezTo>
                      <a:pt x="7" y="14"/>
                      <a:pt x="8" y="18"/>
                      <a:pt x="8" y="18"/>
                    </a:cubicBezTo>
                    <a:cubicBezTo>
                      <a:pt x="7" y="18"/>
                      <a:pt x="5" y="14"/>
                      <a:pt x="3" y="10"/>
                    </a:cubicBezTo>
                    <a:cubicBezTo>
                      <a:pt x="2" y="5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2" name="Freeform 167">
                <a:extLst>
                  <a:ext uri="{FF2B5EF4-FFF2-40B4-BE49-F238E27FC236}">
                    <a16:creationId xmlns:a16="http://schemas.microsoft.com/office/drawing/2014/main" id="{999E9D91-F185-443D-8500-9F0482FFD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442"/>
                <a:ext cx="39" cy="72"/>
              </a:xfrm>
              <a:custGeom>
                <a:avLst/>
                <a:gdLst>
                  <a:gd name="T0" fmla="*/ 0 w 17"/>
                  <a:gd name="T1" fmla="*/ 0 h 31"/>
                  <a:gd name="T2" fmla="*/ 9 w 17"/>
                  <a:gd name="T3" fmla="*/ 15 h 31"/>
                  <a:gd name="T4" fmla="*/ 16 w 17"/>
                  <a:gd name="T5" fmla="*/ 31 h 31"/>
                  <a:gd name="T6" fmla="*/ 7 w 17"/>
                  <a:gd name="T7" fmla="*/ 16 h 31"/>
                  <a:gd name="T8" fmla="*/ 0 w 17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31">
                    <a:moveTo>
                      <a:pt x="0" y="0"/>
                    </a:moveTo>
                    <a:cubicBezTo>
                      <a:pt x="1" y="0"/>
                      <a:pt x="5" y="6"/>
                      <a:pt x="9" y="15"/>
                    </a:cubicBezTo>
                    <a:cubicBezTo>
                      <a:pt x="13" y="23"/>
                      <a:pt x="17" y="30"/>
                      <a:pt x="16" y="31"/>
                    </a:cubicBezTo>
                    <a:cubicBezTo>
                      <a:pt x="16" y="31"/>
                      <a:pt x="12" y="24"/>
                      <a:pt x="7" y="16"/>
                    </a:cubicBezTo>
                    <a:cubicBezTo>
                      <a:pt x="3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3" name="Freeform 168">
                <a:extLst>
                  <a:ext uri="{FF2B5EF4-FFF2-40B4-BE49-F238E27FC236}">
                    <a16:creationId xmlns:a16="http://schemas.microsoft.com/office/drawing/2014/main" id="{95D4D493-86F9-45CE-B9A6-33EEFBF1B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400"/>
                <a:ext cx="26" cy="42"/>
              </a:xfrm>
              <a:custGeom>
                <a:avLst/>
                <a:gdLst>
                  <a:gd name="T0" fmla="*/ 1 w 11"/>
                  <a:gd name="T1" fmla="*/ 0 h 18"/>
                  <a:gd name="T2" fmla="*/ 7 w 11"/>
                  <a:gd name="T3" fmla="*/ 8 h 18"/>
                  <a:gd name="T4" fmla="*/ 10 w 11"/>
                  <a:gd name="T5" fmla="*/ 18 h 18"/>
                  <a:gd name="T6" fmla="*/ 5 w 11"/>
                  <a:gd name="T7" fmla="*/ 9 h 18"/>
                  <a:gd name="T8" fmla="*/ 1 w 11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1" y="0"/>
                    </a:moveTo>
                    <a:cubicBezTo>
                      <a:pt x="1" y="0"/>
                      <a:pt x="4" y="3"/>
                      <a:pt x="7" y="8"/>
                    </a:cubicBezTo>
                    <a:cubicBezTo>
                      <a:pt x="9" y="14"/>
                      <a:pt x="11" y="18"/>
                      <a:pt x="10" y="18"/>
                    </a:cubicBezTo>
                    <a:cubicBezTo>
                      <a:pt x="10" y="18"/>
                      <a:pt x="7" y="14"/>
                      <a:pt x="5" y="9"/>
                    </a:cubicBezTo>
                    <a:cubicBezTo>
                      <a:pt x="2" y="4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4" name="Freeform 169">
                <a:extLst>
                  <a:ext uri="{FF2B5EF4-FFF2-40B4-BE49-F238E27FC236}">
                    <a16:creationId xmlns:a16="http://schemas.microsoft.com/office/drawing/2014/main" id="{1F781BFB-5E98-4F85-BE8B-5EDB2E4BC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512"/>
                <a:ext cx="28" cy="54"/>
              </a:xfrm>
              <a:custGeom>
                <a:avLst/>
                <a:gdLst>
                  <a:gd name="T0" fmla="*/ 0 w 12"/>
                  <a:gd name="T1" fmla="*/ 0 h 23"/>
                  <a:gd name="T2" fmla="*/ 7 w 12"/>
                  <a:gd name="T3" fmla="*/ 10 h 23"/>
                  <a:gd name="T4" fmla="*/ 12 w 12"/>
                  <a:gd name="T5" fmla="*/ 22 h 23"/>
                  <a:gd name="T6" fmla="*/ 6 w 12"/>
                  <a:gd name="T7" fmla="*/ 11 h 23"/>
                  <a:gd name="T8" fmla="*/ 0 w 12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3">
                    <a:moveTo>
                      <a:pt x="0" y="0"/>
                    </a:moveTo>
                    <a:cubicBezTo>
                      <a:pt x="1" y="0"/>
                      <a:pt x="4" y="4"/>
                      <a:pt x="7" y="10"/>
                    </a:cubicBezTo>
                    <a:cubicBezTo>
                      <a:pt x="11" y="17"/>
                      <a:pt x="12" y="22"/>
                      <a:pt x="12" y="22"/>
                    </a:cubicBezTo>
                    <a:cubicBezTo>
                      <a:pt x="11" y="23"/>
                      <a:pt x="9" y="18"/>
                      <a:pt x="6" y="11"/>
                    </a:cubicBezTo>
                    <a:cubicBezTo>
                      <a:pt x="2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5" name="Freeform 170">
                <a:extLst>
                  <a:ext uri="{FF2B5EF4-FFF2-40B4-BE49-F238E27FC236}">
                    <a16:creationId xmlns:a16="http://schemas.microsoft.com/office/drawing/2014/main" id="{B1C82A48-2B61-4456-B266-1F6B4683F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568"/>
                <a:ext cx="28" cy="53"/>
              </a:xfrm>
              <a:custGeom>
                <a:avLst/>
                <a:gdLst>
                  <a:gd name="T0" fmla="*/ 1 w 12"/>
                  <a:gd name="T1" fmla="*/ 0 h 23"/>
                  <a:gd name="T2" fmla="*/ 7 w 12"/>
                  <a:gd name="T3" fmla="*/ 11 h 23"/>
                  <a:gd name="T4" fmla="*/ 11 w 12"/>
                  <a:gd name="T5" fmla="*/ 23 h 23"/>
                  <a:gd name="T6" fmla="*/ 5 w 12"/>
                  <a:gd name="T7" fmla="*/ 12 h 23"/>
                  <a:gd name="T8" fmla="*/ 1 w 12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3">
                    <a:moveTo>
                      <a:pt x="1" y="0"/>
                    </a:moveTo>
                    <a:cubicBezTo>
                      <a:pt x="1" y="0"/>
                      <a:pt x="4" y="5"/>
                      <a:pt x="7" y="11"/>
                    </a:cubicBezTo>
                    <a:cubicBezTo>
                      <a:pt x="10" y="17"/>
                      <a:pt x="12" y="23"/>
                      <a:pt x="11" y="23"/>
                    </a:cubicBezTo>
                    <a:cubicBezTo>
                      <a:pt x="11" y="23"/>
                      <a:pt x="8" y="18"/>
                      <a:pt x="5" y="12"/>
                    </a:cubicBezTo>
                    <a:cubicBezTo>
                      <a:pt x="2" y="6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6" name="Freeform 171">
                <a:extLst>
                  <a:ext uri="{FF2B5EF4-FFF2-40B4-BE49-F238E27FC236}">
                    <a16:creationId xmlns:a16="http://schemas.microsoft.com/office/drawing/2014/main" id="{A8446AE1-80B4-4757-B9DD-73231DB49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633"/>
                <a:ext cx="30" cy="61"/>
              </a:xfrm>
              <a:custGeom>
                <a:avLst/>
                <a:gdLst>
                  <a:gd name="T0" fmla="*/ 0 w 13"/>
                  <a:gd name="T1" fmla="*/ 0 h 26"/>
                  <a:gd name="T2" fmla="*/ 7 w 13"/>
                  <a:gd name="T3" fmla="*/ 13 h 26"/>
                  <a:gd name="T4" fmla="*/ 13 w 13"/>
                  <a:gd name="T5" fmla="*/ 26 h 26"/>
                  <a:gd name="T6" fmla="*/ 5 w 13"/>
                  <a:gd name="T7" fmla="*/ 14 h 26"/>
                  <a:gd name="T8" fmla="*/ 0 w 13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6">
                    <a:moveTo>
                      <a:pt x="0" y="0"/>
                    </a:moveTo>
                    <a:cubicBezTo>
                      <a:pt x="1" y="0"/>
                      <a:pt x="3" y="5"/>
                      <a:pt x="7" y="13"/>
                    </a:cubicBezTo>
                    <a:cubicBezTo>
                      <a:pt x="10" y="20"/>
                      <a:pt x="13" y="26"/>
                      <a:pt x="13" y="26"/>
                    </a:cubicBezTo>
                    <a:cubicBezTo>
                      <a:pt x="12" y="26"/>
                      <a:pt x="9" y="21"/>
                      <a:pt x="5" y="14"/>
                    </a:cubicBezTo>
                    <a:cubicBezTo>
                      <a:pt x="2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7" name="Freeform 172">
                <a:extLst>
                  <a:ext uri="{FF2B5EF4-FFF2-40B4-BE49-F238E27FC236}">
                    <a16:creationId xmlns:a16="http://schemas.microsoft.com/office/drawing/2014/main" id="{D56FE157-1D2D-47E3-912A-F1867174F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687"/>
                <a:ext cx="34" cy="72"/>
              </a:xfrm>
              <a:custGeom>
                <a:avLst/>
                <a:gdLst>
                  <a:gd name="T0" fmla="*/ 0 w 15"/>
                  <a:gd name="T1" fmla="*/ 1 h 31"/>
                  <a:gd name="T2" fmla="*/ 8 w 15"/>
                  <a:gd name="T3" fmla="*/ 16 h 31"/>
                  <a:gd name="T4" fmla="*/ 15 w 15"/>
                  <a:gd name="T5" fmla="*/ 31 h 31"/>
                  <a:gd name="T6" fmla="*/ 6 w 15"/>
                  <a:gd name="T7" fmla="*/ 17 h 31"/>
                  <a:gd name="T8" fmla="*/ 0 w 15"/>
                  <a:gd name="T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1">
                    <a:moveTo>
                      <a:pt x="0" y="1"/>
                    </a:moveTo>
                    <a:cubicBezTo>
                      <a:pt x="1" y="0"/>
                      <a:pt x="4" y="7"/>
                      <a:pt x="8" y="16"/>
                    </a:cubicBezTo>
                    <a:cubicBezTo>
                      <a:pt x="12" y="24"/>
                      <a:pt x="15" y="31"/>
                      <a:pt x="15" y="31"/>
                    </a:cubicBezTo>
                    <a:cubicBezTo>
                      <a:pt x="15" y="31"/>
                      <a:pt x="10" y="25"/>
                      <a:pt x="6" y="17"/>
                    </a:cubicBezTo>
                    <a:cubicBezTo>
                      <a:pt x="2" y="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8" name="Freeform 173">
                <a:extLst>
                  <a:ext uri="{FF2B5EF4-FFF2-40B4-BE49-F238E27FC236}">
                    <a16:creationId xmlns:a16="http://schemas.microsoft.com/office/drawing/2014/main" id="{4078A8A3-7458-4547-85D0-89148CDB9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" y="72"/>
                <a:ext cx="951" cy="1289"/>
              </a:xfrm>
              <a:custGeom>
                <a:avLst/>
                <a:gdLst>
                  <a:gd name="T0" fmla="*/ 0 w 409"/>
                  <a:gd name="T1" fmla="*/ 506 h 554"/>
                  <a:gd name="T2" fmla="*/ 6 w 409"/>
                  <a:gd name="T3" fmla="*/ 240 h 554"/>
                  <a:gd name="T4" fmla="*/ 119 w 409"/>
                  <a:gd name="T5" fmla="*/ 147 h 554"/>
                  <a:gd name="T6" fmla="*/ 147 w 409"/>
                  <a:gd name="T7" fmla="*/ 14 h 554"/>
                  <a:gd name="T8" fmla="*/ 200 w 409"/>
                  <a:gd name="T9" fmla="*/ 4 h 554"/>
                  <a:gd name="T10" fmla="*/ 247 w 409"/>
                  <a:gd name="T11" fmla="*/ 36 h 554"/>
                  <a:gd name="T12" fmla="*/ 240 w 409"/>
                  <a:gd name="T13" fmla="*/ 176 h 554"/>
                  <a:gd name="T14" fmla="*/ 257 w 409"/>
                  <a:gd name="T15" fmla="*/ 196 h 554"/>
                  <a:gd name="T16" fmla="*/ 357 w 409"/>
                  <a:gd name="T17" fmla="*/ 196 h 554"/>
                  <a:gd name="T18" fmla="*/ 393 w 409"/>
                  <a:gd name="T19" fmla="*/ 208 h 554"/>
                  <a:gd name="T20" fmla="*/ 407 w 409"/>
                  <a:gd name="T21" fmla="*/ 244 h 554"/>
                  <a:gd name="T22" fmla="*/ 384 w 409"/>
                  <a:gd name="T23" fmla="*/ 307 h 554"/>
                  <a:gd name="T24" fmla="*/ 387 w 409"/>
                  <a:gd name="T25" fmla="*/ 352 h 554"/>
                  <a:gd name="T26" fmla="*/ 374 w 409"/>
                  <a:gd name="T27" fmla="*/ 384 h 554"/>
                  <a:gd name="T28" fmla="*/ 365 w 409"/>
                  <a:gd name="T29" fmla="*/ 440 h 554"/>
                  <a:gd name="T30" fmla="*/ 350 w 409"/>
                  <a:gd name="T31" fmla="*/ 465 h 554"/>
                  <a:gd name="T32" fmla="*/ 343 w 409"/>
                  <a:gd name="T33" fmla="*/ 522 h 554"/>
                  <a:gd name="T34" fmla="*/ 277 w 409"/>
                  <a:gd name="T35" fmla="*/ 554 h 554"/>
                  <a:gd name="T36" fmla="*/ 135 w 409"/>
                  <a:gd name="T37" fmla="*/ 527 h 554"/>
                  <a:gd name="T38" fmla="*/ 0 w 409"/>
                  <a:gd name="T39" fmla="*/ 506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9" h="554">
                    <a:moveTo>
                      <a:pt x="0" y="506"/>
                    </a:moveTo>
                    <a:cubicBezTo>
                      <a:pt x="6" y="240"/>
                      <a:pt x="6" y="240"/>
                      <a:pt x="6" y="240"/>
                    </a:cubicBezTo>
                    <a:cubicBezTo>
                      <a:pt x="6" y="240"/>
                      <a:pt x="66" y="228"/>
                      <a:pt x="119" y="147"/>
                    </a:cubicBezTo>
                    <a:cubicBezTo>
                      <a:pt x="154" y="94"/>
                      <a:pt x="141" y="37"/>
                      <a:pt x="147" y="14"/>
                    </a:cubicBezTo>
                    <a:cubicBezTo>
                      <a:pt x="152" y="0"/>
                      <a:pt x="185" y="3"/>
                      <a:pt x="200" y="4"/>
                    </a:cubicBezTo>
                    <a:cubicBezTo>
                      <a:pt x="214" y="6"/>
                      <a:pt x="237" y="14"/>
                      <a:pt x="247" y="36"/>
                    </a:cubicBezTo>
                    <a:cubicBezTo>
                      <a:pt x="265" y="77"/>
                      <a:pt x="240" y="176"/>
                      <a:pt x="240" y="176"/>
                    </a:cubicBezTo>
                    <a:cubicBezTo>
                      <a:pt x="240" y="176"/>
                      <a:pt x="229" y="196"/>
                      <a:pt x="257" y="196"/>
                    </a:cubicBezTo>
                    <a:cubicBezTo>
                      <a:pt x="357" y="196"/>
                      <a:pt x="357" y="196"/>
                      <a:pt x="357" y="196"/>
                    </a:cubicBezTo>
                    <a:cubicBezTo>
                      <a:pt x="370" y="196"/>
                      <a:pt x="383" y="200"/>
                      <a:pt x="393" y="208"/>
                    </a:cubicBezTo>
                    <a:cubicBezTo>
                      <a:pt x="401" y="216"/>
                      <a:pt x="409" y="227"/>
                      <a:pt x="407" y="244"/>
                    </a:cubicBezTo>
                    <a:cubicBezTo>
                      <a:pt x="404" y="282"/>
                      <a:pt x="384" y="299"/>
                      <a:pt x="384" y="307"/>
                    </a:cubicBezTo>
                    <a:cubicBezTo>
                      <a:pt x="384" y="315"/>
                      <a:pt x="395" y="329"/>
                      <a:pt x="387" y="352"/>
                    </a:cubicBezTo>
                    <a:cubicBezTo>
                      <a:pt x="379" y="375"/>
                      <a:pt x="374" y="373"/>
                      <a:pt x="374" y="384"/>
                    </a:cubicBezTo>
                    <a:cubicBezTo>
                      <a:pt x="374" y="395"/>
                      <a:pt x="372" y="423"/>
                      <a:pt x="365" y="440"/>
                    </a:cubicBezTo>
                    <a:cubicBezTo>
                      <a:pt x="358" y="457"/>
                      <a:pt x="350" y="465"/>
                      <a:pt x="350" y="465"/>
                    </a:cubicBezTo>
                    <a:cubicBezTo>
                      <a:pt x="350" y="465"/>
                      <a:pt x="353" y="501"/>
                      <a:pt x="343" y="522"/>
                    </a:cubicBezTo>
                    <a:cubicBezTo>
                      <a:pt x="333" y="543"/>
                      <a:pt x="291" y="554"/>
                      <a:pt x="277" y="554"/>
                    </a:cubicBezTo>
                    <a:cubicBezTo>
                      <a:pt x="263" y="554"/>
                      <a:pt x="163" y="534"/>
                      <a:pt x="135" y="527"/>
                    </a:cubicBezTo>
                    <a:cubicBezTo>
                      <a:pt x="107" y="520"/>
                      <a:pt x="27" y="493"/>
                      <a:pt x="0" y="50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9" name="Freeform 174">
                <a:extLst>
                  <a:ext uri="{FF2B5EF4-FFF2-40B4-BE49-F238E27FC236}">
                    <a16:creationId xmlns:a16="http://schemas.microsoft.com/office/drawing/2014/main" id="{B4D6525E-8FDE-4B5A-8914-D86ECCEFA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" y="79"/>
                <a:ext cx="937" cy="1282"/>
              </a:xfrm>
              <a:custGeom>
                <a:avLst/>
                <a:gdLst>
                  <a:gd name="T0" fmla="*/ 0 w 403"/>
                  <a:gd name="T1" fmla="*/ 506 h 551"/>
                  <a:gd name="T2" fmla="*/ 0 w 403"/>
                  <a:gd name="T3" fmla="*/ 237 h 551"/>
                  <a:gd name="T4" fmla="*/ 113 w 403"/>
                  <a:gd name="T5" fmla="*/ 144 h 551"/>
                  <a:gd name="T6" fmla="*/ 170 w 403"/>
                  <a:gd name="T7" fmla="*/ 24 h 551"/>
                  <a:gd name="T8" fmla="*/ 203 w 403"/>
                  <a:gd name="T9" fmla="*/ 2 h 551"/>
                  <a:gd name="T10" fmla="*/ 244 w 403"/>
                  <a:gd name="T11" fmla="*/ 32 h 551"/>
                  <a:gd name="T12" fmla="*/ 234 w 403"/>
                  <a:gd name="T13" fmla="*/ 173 h 551"/>
                  <a:gd name="T14" fmla="*/ 251 w 403"/>
                  <a:gd name="T15" fmla="*/ 193 h 551"/>
                  <a:gd name="T16" fmla="*/ 351 w 403"/>
                  <a:gd name="T17" fmla="*/ 193 h 551"/>
                  <a:gd name="T18" fmla="*/ 387 w 403"/>
                  <a:gd name="T19" fmla="*/ 205 h 551"/>
                  <a:gd name="T20" fmla="*/ 401 w 403"/>
                  <a:gd name="T21" fmla="*/ 241 h 551"/>
                  <a:gd name="T22" fmla="*/ 378 w 403"/>
                  <a:gd name="T23" fmla="*/ 304 h 551"/>
                  <a:gd name="T24" fmla="*/ 381 w 403"/>
                  <a:gd name="T25" fmla="*/ 349 h 551"/>
                  <a:gd name="T26" fmla="*/ 368 w 403"/>
                  <a:gd name="T27" fmla="*/ 381 h 551"/>
                  <a:gd name="T28" fmla="*/ 359 w 403"/>
                  <a:gd name="T29" fmla="*/ 437 h 551"/>
                  <a:gd name="T30" fmla="*/ 344 w 403"/>
                  <a:gd name="T31" fmla="*/ 462 h 551"/>
                  <a:gd name="T32" fmla="*/ 337 w 403"/>
                  <a:gd name="T33" fmla="*/ 519 h 551"/>
                  <a:gd name="T34" fmla="*/ 271 w 403"/>
                  <a:gd name="T35" fmla="*/ 551 h 551"/>
                  <a:gd name="T36" fmla="*/ 129 w 403"/>
                  <a:gd name="T37" fmla="*/ 524 h 551"/>
                  <a:gd name="T38" fmla="*/ 0 w 403"/>
                  <a:gd name="T39" fmla="*/ 506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3" h="551">
                    <a:moveTo>
                      <a:pt x="0" y="506"/>
                    </a:move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37"/>
                      <a:pt x="60" y="225"/>
                      <a:pt x="113" y="144"/>
                    </a:cubicBezTo>
                    <a:cubicBezTo>
                      <a:pt x="148" y="91"/>
                      <a:pt x="164" y="48"/>
                      <a:pt x="170" y="24"/>
                    </a:cubicBezTo>
                    <a:cubicBezTo>
                      <a:pt x="174" y="10"/>
                      <a:pt x="188" y="0"/>
                      <a:pt x="203" y="2"/>
                    </a:cubicBezTo>
                    <a:cubicBezTo>
                      <a:pt x="217" y="4"/>
                      <a:pt x="234" y="9"/>
                      <a:pt x="244" y="32"/>
                    </a:cubicBezTo>
                    <a:cubicBezTo>
                      <a:pt x="262" y="73"/>
                      <a:pt x="234" y="173"/>
                      <a:pt x="234" y="173"/>
                    </a:cubicBezTo>
                    <a:cubicBezTo>
                      <a:pt x="234" y="173"/>
                      <a:pt x="223" y="193"/>
                      <a:pt x="251" y="193"/>
                    </a:cubicBezTo>
                    <a:cubicBezTo>
                      <a:pt x="351" y="193"/>
                      <a:pt x="351" y="193"/>
                      <a:pt x="351" y="193"/>
                    </a:cubicBezTo>
                    <a:cubicBezTo>
                      <a:pt x="364" y="193"/>
                      <a:pt x="377" y="197"/>
                      <a:pt x="387" y="205"/>
                    </a:cubicBezTo>
                    <a:cubicBezTo>
                      <a:pt x="395" y="213"/>
                      <a:pt x="403" y="224"/>
                      <a:pt x="401" y="241"/>
                    </a:cubicBezTo>
                    <a:cubicBezTo>
                      <a:pt x="398" y="279"/>
                      <a:pt x="378" y="296"/>
                      <a:pt x="378" y="304"/>
                    </a:cubicBezTo>
                    <a:cubicBezTo>
                      <a:pt x="378" y="312"/>
                      <a:pt x="389" y="326"/>
                      <a:pt x="381" y="349"/>
                    </a:cubicBezTo>
                    <a:cubicBezTo>
                      <a:pt x="373" y="372"/>
                      <a:pt x="368" y="370"/>
                      <a:pt x="368" y="381"/>
                    </a:cubicBezTo>
                    <a:cubicBezTo>
                      <a:pt x="368" y="392"/>
                      <a:pt x="366" y="420"/>
                      <a:pt x="359" y="437"/>
                    </a:cubicBezTo>
                    <a:cubicBezTo>
                      <a:pt x="352" y="454"/>
                      <a:pt x="344" y="462"/>
                      <a:pt x="344" y="462"/>
                    </a:cubicBezTo>
                    <a:cubicBezTo>
                      <a:pt x="344" y="462"/>
                      <a:pt x="347" y="498"/>
                      <a:pt x="337" y="519"/>
                    </a:cubicBezTo>
                    <a:cubicBezTo>
                      <a:pt x="327" y="540"/>
                      <a:pt x="285" y="551"/>
                      <a:pt x="271" y="551"/>
                    </a:cubicBezTo>
                    <a:cubicBezTo>
                      <a:pt x="257" y="551"/>
                      <a:pt x="157" y="531"/>
                      <a:pt x="129" y="524"/>
                    </a:cubicBezTo>
                    <a:cubicBezTo>
                      <a:pt x="101" y="517"/>
                      <a:pt x="28" y="493"/>
                      <a:pt x="0" y="506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" name="Freeform 175">
                <a:extLst>
                  <a:ext uri="{FF2B5EF4-FFF2-40B4-BE49-F238E27FC236}">
                    <a16:creationId xmlns:a16="http://schemas.microsoft.com/office/drawing/2014/main" id="{6499251E-84FC-4204-8060-EC84C8133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3" y="10"/>
                <a:ext cx="103" cy="83"/>
              </a:xfrm>
              <a:custGeom>
                <a:avLst/>
                <a:gdLst>
                  <a:gd name="T0" fmla="*/ 44 w 44"/>
                  <a:gd name="T1" fmla="*/ 35 h 36"/>
                  <a:gd name="T2" fmla="*/ 22 w 44"/>
                  <a:gd name="T3" fmla="*/ 19 h 36"/>
                  <a:gd name="T4" fmla="*/ 1 w 44"/>
                  <a:gd name="T5" fmla="*/ 0 h 36"/>
                  <a:gd name="T6" fmla="*/ 23 w 44"/>
                  <a:gd name="T7" fmla="*/ 17 h 36"/>
                  <a:gd name="T8" fmla="*/ 44 w 44"/>
                  <a:gd name="T9" fmla="*/ 3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6">
                    <a:moveTo>
                      <a:pt x="44" y="35"/>
                    </a:moveTo>
                    <a:cubicBezTo>
                      <a:pt x="44" y="36"/>
                      <a:pt x="34" y="28"/>
                      <a:pt x="22" y="19"/>
                    </a:cubicBezTo>
                    <a:cubicBezTo>
                      <a:pt x="10" y="9"/>
                      <a:pt x="0" y="1"/>
                      <a:pt x="1" y="0"/>
                    </a:cubicBezTo>
                    <a:cubicBezTo>
                      <a:pt x="1" y="0"/>
                      <a:pt x="11" y="7"/>
                      <a:pt x="23" y="17"/>
                    </a:cubicBezTo>
                    <a:cubicBezTo>
                      <a:pt x="35" y="27"/>
                      <a:pt x="44" y="35"/>
                      <a:pt x="44" y="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" name="Freeform 176">
                <a:extLst>
                  <a:ext uri="{FF2B5EF4-FFF2-40B4-BE49-F238E27FC236}">
                    <a16:creationId xmlns:a16="http://schemas.microsoft.com/office/drawing/2014/main" id="{560D786E-F9F3-49C3-BDB7-DCD8F71A8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9" y="-151"/>
                <a:ext cx="107" cy="172"/>
              </a:xfrm>
              <a:custGeom>
                <a:avLst/>
                <a:gdLst>
                  <a:gd name="T0" fmla="*/ 46 w 46"/>
                  <a:gd name="T1" fmla="*/ 74 h 74"/>
                  <a:gd name="T2" fmla="*/ 38 w 46"/>
                  <a:gd name="T3" fmla="*/ 64 h 74"/>
                  <a:gd name="T4" fmla="*/ 21 w 46"/>
                  <a:gd name="T5" fmla="*/ 38 h 74"/>
                  <a:gd name="T6" fmla="*/ 6 w 46"/>
                  <a:gd name="T7" fmla="*/ 12 h 74"/>
                  <a:gd name="T8" fmla="*/ 0 w 46"/>
                  <a:gd name="T9" fmla="*/ 0 h 74"/>
                  <a:gd name="T10" fmla="*/ 7 w 46"/>
                  <a:gd name="T11" fmla="*/ 11 h 74"/>
                  <a:gd name="T12" fmla="*/ 23 w 46"/>
                  <a:gd name="T13" fmla="*/ 37 h 74"/>
                  <a:gd name="T14" fmla="*/ 39 w 46"/>
                  <a:gd name="T15" fmla="*/ 63 h 74"/>
                  <a:gd name="T16" fmla="*/ 46 w 46"/>
                  <a:gd name="T1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74">
                    <a:moveTo>
                      <a:pt x="46" y="74"/>
                    </a:moveTo>
                    <a:cubicBezTo>
                      <a:pt x="45" y="74"/>
                      <a:pt x="42" y="70"/>
                      <a:pt x="38" y="64"/>
                    </a:cubicBezTo>
                    <a:cubicBezTo>
                      <a:pt x="33" y="58"/>
                      <a:pt x="27" y="49"/>
                      <a:pt x="21" y="38"/>
                    </a:cubicBezTo>
                    <a:cubicBezTo>
                      <a:pt x="15" y="28"/>
                      <a:pt x="9" y="19"/>
                      <a:pt x="6" y="12"/>
                    </a:cubicBezTo>
                    <a:cubicBezTo>
                      <a:pt x="2" y="5"/>
                      <a:pt x="0" y="0"/>
                      <a:pt x="0" y="0"/>
                    </a:cubicBezTo>
                    <a:cubicBezTo>
                      <a:pt x="1" y="0"/>
                      <a:pt x="3" y="4"/>
                      <a:pt x="7" y="11"/>
                    </a:cubicBezTo>
                    <a:cubicBezTo>
                      <a:pt x="11" y="18"/>
                      <a:pt x="17" y="27"/>
                      <a:pt x="23" y="37"/>
                    </a:cubicBezTo>
                    <a:cubicBezTo>
                      <a:pt x="29" y="47"/>
                      <a:pt x="35" y="56"/>
                      <a:pt x="39" y="63"/>
                    </a:cubicBezTo>
                    <a:cubicBezTo>
                      <a:pt x="43" y="70"/>
                      <a:pt x="46" y="74"/>
                      <a:pt x="46" y="7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2" name="Oval 177">
                <a:extLst>
                  <a:ext uri="{FF2B5EF4-FFF2-40B4-BE49-F238E27FC236}">
                    <a16:creationId xmlns:a16="http://schemas.microsoft.com/office/drawing/2014/main" id="{58714B94-AC10-4372-9314-082731689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4" y="-228"/>
                <a:ext cx="5" cy="182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3" name="Freeform 178">
                <a:extLst>
                  <a:ext uri="{FF2B5EF4-FFF2-40B4-BE49-F238E27FC236}">
                    <a16:creationId xmlns:a16="http://schemas.microsoft.com/office/drawing/2014/main" id="{A3B94138-399C-4E52-98E1-8A395E768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0" y="-86"/>
                <a:ext cx="86" cy="84"/>
              </a:xfrm>
              <a:custGeom>
                <a:avLst/>
                <a:gdLst>
                  <a:gd name="T0" fmla="*/ 37 w 37"/>
                  <a:gd name="T1" fmla="*/ 0 h 36"/>
                  <a:gd name="T2" fmla="*/ 20 w 37"/>
                  <a:gd name="T3" fmla="*/ 19 h 36"/>
                  <a:gd name="T4" fmla="*/ 1 w 37"/>
                  <a:gd name="T5" fmla="*/ 36 h 36"/>
                  <a:gd name="T6" fmla="*/ 18 w 37"/>
                  <a:gd name="T7" fmla="*/ 17 h 36"/>
                  <a:gd name="T8" fmla="*/ 37 w 37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37" y="0"/>
                    </a:moveTo>
                    <a:cubicBezTo>
                      <a:pt x="37" y="0"/>
                      <a:pt x="30" y="9"/>
                      <a:pt x="20" y="19"/>
                    </a:cubicBezTo>
                    <a:cubicBezTo>
                      <a:pt x="10" y="29"/>
                      <a:pt x="1" y="36"/>
                      <a:pt x="1" y="36"/>
                    </a:cubicBezTo>
                    <a:cubicBezTo>
                      <a:pt x="0" y="36"/>
                      <a:pt x="8" y="27"/>
                      <a:pt x="18" y="17"/>
                    </a:cubicBezTo>
                    <a:cubicBezTo>
                      <a:pt x="28" y="7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4" name="Freeform 179">
                <a:extLst>
                  <a:ext uri="{FF2B5EF4-FFF2-40B4-BE49-F238E27FC236}">
                    <a16:creationId xmlns:a16="http://schemas.microsoft.com/office/drawing/2014/main" id="{45AC6341-654F-449D-8EB1-73C68A65A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1" y="24"/>
                <a:ext cx="72" cy="69"/>
              </a:xfrm>
              <a:custGeom>
                <a:avLst/>
                <a:gdLst>
                  <a:gd name="T0" fmla="*/ 30 w 31"/>
                  <a:gd name="T1" fmla="*/ 0 h 30"/>
                  <a:gd name="T2" fmla="*/ 16 w 31"/>
                  <a:gd name="T3" fmla="*/ 16 h 30"/>
                  <a:gd name="T4" fmla="*/ 1 w 31"/>
                  <a:gd name="T5" fmla="*/ 30 h 30"/>
                  <a:gd name="T6" fmla="*/ 15 w 31"/>
                  <a:gd name="T7" fmla="*/ 14 h 30"/>
                  <a:gd name="T8" fmla="*/ 30 w 31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0">
                    <a:moveTo>
                      <a:pt x="30" y="0"/>
                    </a:moveTo>
                    <a:cubicBezTo>
                      <a:pt x="31" y="1"/>
                      <a:pt x="24" y="8"/>
                      <a:pt x="16" y="16"/>
                    </a:cubicBezTo>
                    <a:cubicBezTo>
                      <a:pt x="8" y="24"/>
                      <a:pt x="1" y="30"/>
                      <a:pt x="1" y="30"/>
                    </a:cubicBezTo>
                    <a:cubicBezTo>
                      <a:pt x="0" y="29"/>
                      <a:pt x="7" y="22"/>
                      <a:pt x="15" y="14"/>
                    </a:cubicBezTo>
                    <a:cubicBezTo>
                      <a:pt x="23" y="6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5" name="Freeform 180">
                <a:extLst>
                  <a:ext uri="{FF2B5EF4-FFF2-40B4-BE49-F238E27FC236}">
                    <a16:creationId xmlns:a16="http://schemas.microsoft.com/office/drawing/2014/main" id="{6C84420E-1349-4154-BAD8-939391880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8" y="354"/>
                <a:ext cx="114" cy="116"/>
              </a:xfrm>
              <a:custGeom>
                <a:avLst/>
                <a:gdLst>
                  <a:gd name="T0" fmla="*/ 49 w 49"/>
                  <a:gd name="T1" fmla="*/ 1 h 50"/>
                  <a:gd name="T2" fmla="*/ 43 w 49"/>
                  <a:gd name="T3" fmla="*/ 9 h 50"/>
                  <a:gd name="T4" fmla="*/ 26 w 49"/>
                  <a:gd name="T5" fmla="*/ 27 h 50"/>
                  <a:gd name="T6" fmla="*/ 8 w 49"/>
                  <a:gd name="T7" fmla="*/ 44 h 50"/>
                  <a:gd name="T8" fmla="*/ 0 w 49"/>
                  <a:gd name="T9" fmla="*/ 50 h 50"/>
                  <a:gd name="T10" fmla="*/ 7 w 49"/>
                  <a:gd name="T11" fmla="*/ 43 h 50"/>
                  <a:gd name="T12" fmla="*/ 25 w 49"/>
                  <a:gd name="T13" fmla="*/ 25 h 50"/>
                  <a:gd name="T14" fmla="*/ 42 w 49"/>
                  <a:gd name="T15" fmla="*/ 8 h 50"/>
                  <a:gd name="T16" fmla="*/ 49 w 49"/>
                  <a:gd name="T17" fmla="*/ 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50">
                    <a:moveTo>
                      <a:pt x="49" y="1"/>
                    </a:moveTo>
                    <a:cubicBezTo>
                      <a:pt x="49" y="1"/>
                      <a:pt x="47" y="4"/>
                      <a:pt x="43" y="9"/>
                    </a:cubicBezTo>
                    <a:cubicBezTo>
                      <a:pt x="39" y="14"/>
                      <a:pt x="33" y="20"/>
                      <a:pt x="26" y="27"/>
                    </a:cubicBezTo>
                    <a:cubicBezTo>
                      <a:pt x="19" y="34"/>
                      <a:pt x="13" y="40"/>
                      <a:pt x="8" y="44"/>
                    </a:cubicBezTo>
                    <a:cubicBezTo>
                      <a:pt x="3" y="48"/>
                      <a:pt x="0" y="50"/>
                      <a:pt x="0" y="50"/>
                    </a:cubicBezTo>
                    <a:cubicBezTo>
                      <a:pt x="0" y="50"/>
                      <a:pt x="3" y="47"/>
                      <a:pt x="7" y="43"/>
                    </a:cubicBezTo>
                    <a:cubicBezTo>
                      <a:pt x="12" y="38"/>
                      <a:pt x="18" y="32"/>
                      <a:pt x="25" y="25"/>
                    </a:cubicBezTo>
                    <a:cubicBezTo>
                      <a:pt x="31" y="19"/>
                      <a:pt x="37" y="13"/>
                      <a:pt x="42" y="8"/>
                    </a:cubicBezTo>
                    <a:cubicBezTo>
                      <a:pt x="46" y="3"/>
                      <a:pt x="49" y="0"/>
                      <a:pt x="4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6" name="Freeform 181">
                <a:extLst>
                  <a:ext uri="{FF2B5EF4-FFF2-40B4-BE49-F238E27FC236}">
                    <a16:creationId xmlns:a16="http://schemas.microsoft.com/office/drawing/2014/main" id="{0071F3D4-F0BA-4F61-8093-11E99AE71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4" y="270"/>
                <a:ext cx="112" cy="103"/>
              </a:xfrm>
              <a:custGeom>
                <a:avLst/>
                <a:gdLst>
                  <a:gd name="T0" fmla="*/ 48 w 48"/>
                  <a:gd name="T1" fmla="*/ 1 h 44"/>
                  <a:gd name="T2" fmla="*/ 42 w 48"/>
                  <a:gd name="T3" fmla="*/ 8 h 44"/>
                  <a:gd name="T4" fmla="*/ 26 w 48"/>
                  <a:gd name="T5" fmla="*/ 24 h 44"/>
                  <a:gd name="T6" fmla="*/ 8 w 48"/>
                  <a:gd name="T7" fmla="*/ 38 h 44"/>
                  <a:gd name="T8" fmla="*/ 1 w 48"/>
                  <a:gd name="T9" fmla="*/ 43 h 44"/>
                  <a:gd name="T10" fmla="*/ 24 w 48"/>
                  <a:gd name="T11" fmla="*/ 22 h 44"/>
                  <a:gd name="T12" fmla="*/ 41 w 48"/>
                  <a:gd name="T13" fmla="*/ 7 h 44"/>
                  <a:gd name="T14" fmla="*/ 48 w 48"/>
                  <a:gd name="T15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44">
                    <a:moveTo>
                      <a:pt x="48" y="1"/>
                    </a:moveTo>
                    <a:cubicBezTo>
                      <a:pt x="48" y="1"/>
                      <a:pt x="46" y="4"/>
                      <a:pt x="42" y="8"/>
                    </a:cubicBezTo>
                    <a:cubicBezTo>
                      <a:pt x="38" y="12"/>
                      <a:pt x="32" y="18"/>
                      <a:pt x="26" y="24"/>
                    </a:cubicBezTo>
                    <a:cubicBezTo>
                      <a:pt x="19" y="29"/>
                      <a:pt x="13" y="34"/>
                      <a:pt x="8" y="38"/>
                    </a:cubicBezTo>
                    <a:cubicBezTo>
                      <a:pt x="4" y="41"/>
                      <a:pt x="1" y="44"/>
                      <a:pt x="1" y="43"/>
                    </a:cubicBezTo>
                    <a:cubicBezTo>
                      <a:pt x="0" y="43"/>
                      <a:pt x="11" y="33"/>
                      <a:pt x="24" y="22"/>
                    </a:cubicBezTo>
                    <a:cubicBezTo>
                      <a:pt x="31" y="16"/>
                      <a:pt x="37" y="11"/>
                      <a:pt x="41" y="7"/>
                    </a:cubicBezTo>
                    <a:cubicBezTo>
                      <a:pt x="45" y="3"/>
                      <a:pt x="47" y="0"/>
                      <a:pt x="4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7" name="Freeform 182">
                <a:extLst>
                  <a:ext uri="{FF2B5EF4-FFF2-40B4-BE49-F238E27FC236}">
                    <a16:creationId xmlns:a16="http://schemas.microsoft.com/office/drawing/2014/main" id="{7EA40C2C-747C-4A8B-BAC4-BAA0BEF83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196"/>
                <a:ext cx="93" cy="79"/>
              </a:xfrm>
              <a:custGeom>
                <a:avLst/>
                <a:gdLst>
                  <a:gd name="T0" fmla="*/ 40 w 40"/>
                  <a:gd name="T1" fmla="*/ 0 h 34"/>
                  <a:gd name="T2" fmla="*/ 35 w 40"/>
                  <a:gd name="T3" fmla="*/ 6 h 34"/>
                  <a:gd name="T4" fmla="*/ 22 w 40"/>
                  <a:gd name="T5" fmla="*/ 18 h 34"/>
                  <a:gd name="T6" fmla="*/ 1 w 40"/>
                  <a:gd name="T7" fmla="*/ 34 h 34"/>
                  <a:gd name="T8" fmla="*/ 20 w 40"/>
                  <a:gd name="T9" fmla="*/ 17 h 34"/>
                  <a:gd name="T10" fmla="*/ 40 w 40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34">
                    <a:moveTo>
                      <a:pt x="40" y="0"/>
                    </a:moveTo>
                    <a:cubicBezTo>
                      <a:pt x="40" y="0"/>
                      <a:pt x="38" y="3"/>
                      <a:pt x="35" y="6"/>
                    </a:cubicBezTo>
                    <a:cubicBezTo>
                      <a:pt x="32" y="10"/>
                      <a:pt x="27" y="14"/>
                      <a:pt x="22" y="18"/>
                    </a:cubicBezTo>
                    <a:cubicBezTo>
                      <a:pt x="10" y="27"/>
                      <a:pt x="1" y="34"/>
                      <a:pt x="1" y="34"/>
                    </a:cubicBezTo>
                    <a:cubicBezTo>
                      <a:pt x="0" y="33"/>
                      <a:pt x="9" y="25"/>
                      <a:pt x="20" y="17"/>
                    </a:cubicBezTo>
                    <a:cubicBezTo>
                      <a:pt x="32" y="8"/>
                      <a:pt x="39" y="0"/>
                      <a:pt x="4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8" name="Freeform 183">
                <a:extLst>
                  <a:ext uri="{FF2B5EF4-FFF2-40B4-BE49-F238E27FC236}">
                    <a16:creationId xmlns:a16="http://schemas.microsoft.com/office/drawing/2014/main" id="{A622BB2D-E0A6-4FD5-BFB8-CFB684B10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133"/>
                <a:ext cx="67" cy="58"/>
              </a:xfrm>
              <a:custGeom>
                <a:avLst/>
                <a:gdLst>
                  <a:gd name="T0" fmla="*/ 29 w 29"/>
                  <a:gd name="T1" fmla="*/ 0 h 25"/>
                  <a:gd name="T2" fmla="*/ 15 w 29"/>
                  <a:gd name="T3" fmla="*/ 13 h 25"/>
                  <a:gd name="T4" fmla="*/ 0 w 29"/>
                  <a:gd name="T5" fmla="*/ 25 h 25"/>
                  <a:gd name="T6" fmla="*/ 14 w 29"/>
                  <a:gd name="T7" fmla="*/ 12 h 25"/>
                  <a:gd name="T8" fmla="*/ 29 w 2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29" y="0"/>
                    </a:moveTo>
                    <a:cubicBezTo>
                      <a:pt x="29" y="0"/>
                      <a:pt x="23" y="6"/>
                      <a:pt x="15" y="13"/>
                    </a:cubicBezTo>
                    <a:cubicBezTo>
                      <a:pt x="7" y="20"/>
                      <a:pt x="0" y="25"/>
                      <a:pt x="0" y="25"/>
                    </a:cubicBezTo>
                    <a:cubicBezTo>
                      <a:pt x="0" y="24"/>
                      <a:pt x="6" y="18"/>
                      <a:pt x="14" y="12"/>
                    </a:cubicBezTo>
                    <a:cubicBezTo>
                      <a:pt x="22" y="5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9" name="Freeform 184">
                <a:extLst>
                  <a:ext uri="{FF2B5EF4-FFF2-40B4-BE49-F238E27FC236}">
                    <a16:creationId xmlns:a16="http://schemas.microsoft.com/office/drawing/2014/main" id="{A6FE8936-B811-4C2A-AFAE-CD38B2F57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3" y="96"/>
                <a:ext cx="44" cy="30"/>
              </a:xfrm>
              <a:custGeom>
                <a:avLst/>
                <a:gdLst>
                  <a:gd name="T0" fmla="*/ 19 w 19"/>
                  <a:gd name="T1" fmla="*/ 0 h 13"/>
                  <a:gd name="T2" fmla="*/ 10 w 19"/>
                  <a:gd name="T3" fmla="*/ 7 h 13"/>
                  <a:gd name="T4" fmla="*/ 0 w 19"/>
                  <a:gd name="T5" fmla="*/ 12 h 13"/>
                  <a:gd name="T6" fmla="*/ 9 w 19"/>
                  <a:gd name="T7" fmla="*/ 5 h 13"/>
                  <a:gd name="T8" fmla="*/ 19 w 19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3">
                    <a:moveTo>
                      <a:pt x="19" y="0"/>
                    </a:moveTo>
                    <a:cubicBezTo>
                      <a:pt x="19" y="0"/>
                      <a:pt x="15" y="4"/>
                      <a:pt x="10" y="7"/>
                    </a:cubicBezTo>
                    <a:cubicBezTo>
                      <a:pt x="5" y="10"/>
                      <a:pt x="0" y="13"/>
                      <a:pt x="0" y="12"/>
                    </a:cubicBezTo>
                    <a:cubicBezTo>
                      <a:pt x="0" y="12"/>
                      <a:pt x="3" y="9"/>
                      <a:pt x="9" y="5"/>
                    </a:cubicBezTo>
                    <a:cubicBezTo>
                      <a:pt x="14" y="2"/>
                      <a:pt x="18" y="0"/>
                      <a:pt x="1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0" name="Freeform 185">
                <a:extLst>
                  <a:ext uri="{FF2B5EF4-FFF2-40B4-BE49-F238E27FC236}">
                    <a16:creationId xmlns:a16="http://schemas.microsoft.com/office/drawing/2014/main" id="{83C5D651-0F7D-439F-B87B-2AFEDBC85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3" y="466"/>
                <a:ext cx="73" cy="62"/>
              </a:xfrm>
              <a:custGeom>
                <a:avLst/>
                <a:gdLst>
                  <a:gd name="T0" fmla="*/ 30 w 31"/>
                  <a:gd name="T1" fmla="*/ 0 h 27"/>
                  <a:gd name="T2" fmla="*/ 16 w 31"/>
                  <a:gd name="T3" fmla="*/ 14 h 27"/>
                  <a:gd name="T4" fmla="*/ 0 w 31"/>
                  <a:gd name="T5" fmla="*/ 26 h 27"/>
                  <a:gd name="T6" fmla="*/ 15 w 31"/>
                  <a:gd name="T7" fmla="*/ 12 h 27"/>
                  <a:gd name="T8" fmla="*/ 30 w 31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7">
                    <a:moveTo>
                      <a:pt x="30" y="0"/>
                    </a:moveTo>
                    <a:cubicBezTo>
                      <a:pt x="31" y="1"/>
                      <a:pt x="24" y="7"/>
                      <a:pt x="16" y="14"/>
                    </a:cubicBezTo>
                    <a:cubicBezTo>
                      <a:pt x="7" y="21"/>
                      <a:pt x="0" y="27"/>
                      <a:pt x="0" y="26"/>
                    </a:cubicBezTo>
                    <a:cubicBezTo>
                      <a:pt x="0" y="26"/>
                      <a:pt x="6" y="20"/>
                      <a:pt x="15" y="12"/>
                    </a:cubicBezTo>
                    <a:cubicBezTo>
                      <a:pt x="23" y="5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" name="Freeform 186">
                <a:extLst>
                  <a:ext uri="{FF2B5EF4-FFF2-40B4-BE49-F238E27FC236}">
                    <a16:creationId xmlns:a16="http://schemas.microsoft.com/office/drawing/2014/main" id="{72D1B8A9-59D7-4CA1-BC05-F387D53F7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1" y="684"/>
                <a:ext cx="144" cy="100"/>
              </a:xfrm>
              <a:custGeom>
                <a:avLst/>
                <a:gdLst>
                  <a:gd name="T0" fmla="*/ 61 w 62"/>
                  <a:gd name="T1" fmla="*/ 0 h 43"/>
                  <a:gd name="T2" fmla="*/ 31 w 62"/>
                  <a:gd name="T3" fmla="*/ 22 h 43"/>
                  <a:gd name="T4" fmla="*/ 0 w 62"/>
                  <a:gd name="T5" fmla="*/ 42 h 43"/>
                  <a:gd name="T6" fmla="*/ 30 w 62"/>
                  <a:gd name="T7" fmla="*/ 20 h 43"/>
                  <a:gd name="T8" fmla="*/ 61 w 62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43">
                    <a:moveTo>
                      <a:pt x="61" y="0"/>
                    </a:moveTo>
                    <a:cubicBezTo>
                      <a:pt x="62" y="1"/>
                      <a:pt x="48" y="10"/>
                      <a:pt x="31" y="22"/>
                    </a:cubicBezTo>
                    <a:cubicBezTo>
                      <a:pt x="14" y="34"/>
                      <a:pt x="0" y="43"/>
                      <a:pt x="0" y="42"/>
                    </a:cubicBezTo>
                    <a:cubicBezTo>
                      <a:pt x="0" y="42"/>
                      <a:pt x="13" y="32"/>
                      <a:pt x="30" y="20"/>
                    </a:cubicBezTo>
                    <a:cubicBezTo>
                      <a:pt x="47" y="9"/>
                      <a:pt x="61" y="0"/>
                      <a:pt x="61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2" name="Freeform 187">
                <a:extLst>
                  <a:ext uri="{FF2B5EF4-FFF2-40B4-BE49-F238E27FC236}">
                    <a16:creationId xmlns:a16="http://schemas.microsoft.com/office/drawing/2014/main" id="{A0466B61-B457-46D8-8F25-A81D83C06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" y="577"/>
                <a:ext cx="86" cy="61"/>
              </a:xfrm>
              <a:custGeom>
                <a:avLst/>
                <a:gdLst>
                  <a:gd name="T0" fmla="*/ 37 w 37"/>
                  <a:gd name="T1" fmla="*/ 1 h 26"/>
                  <a:gd name="T2" fmla="*/ 19 w 37"/>
                  <a:gd name="T3" fmla="*/ 14 h 26"/>
                  <a:gd name="T4" fmla="*/ 0 w 37"/>
                  <a:gd name="T5" fmla="*/ 26 h 26"/>
                  <a:gd name="T6" fmla="*/ 18 w 37"/>
                  <a:gd name="T7" fmla="*/ 12 h 26"/>
                  <a:gd name="T8" fmla="*/ 37 w 37"/>
                  <a:gd name="T9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26">
                    <a:moveTo>
                      <a:pt x="37" y="1"/>
                    </a:moveTo>
                    <a:cubicBezTo>
                      <a:pt x="37" y="1"/>
                      <a:pt x="29" y="7"/>
                      <a:pt x="19" y="14"/>
                    </a:cubicBezTo>
                    <a:cubicBezTo>
                      <a:pt x="9" y="21"/>
                      <a:pt x="1" y="26"/>
                      <a:pt x="0" y="26"/>
                    </a:cubicBezTo>
                    <a:cubicBezTo>
                      <a:pt x="0" y="25"/>
                      <a:pt x="8" y="19"/>
                      <a:pt x="18" y="12"/>
                    </a:cubicBezTo>
                    <a:cubicBezTo>
                      <a:pt x="28" y="5"/>
                      <a:pt x="36" y="0"/>
                      <a:pt x="37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3" name="Freeform 188">
                <a:extLst>
                  <a:ext uri="{FF2B5EF4-FFF2-40B4-BE49-F238E27FC236}">
                    <a16:creationId xmlns:a16="http://schemas.microsoft.com/office/drawing/2014/main" id="{689A8766-FE10-484C-9EED-C7FB9906C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" y="835"/>
                <a:ext cx="105" cy="75"/>
              </a:xfrm>
              <a:custGeom>
                <a:avLst/>
                <a:gdLst>
                  <a:gd name="T0" fmla="*/ 45 w 45"/>
                  <a:gd name="T1" fmla="*/ 1 h 32"/>
                  <a:gd name="T2" fmla="*/ 22 w 45"/>
                  <a:gd name="T3" fmla="*/ 16 h 32"/>
                  <a:gd name="T4" fmla="*/ 0 w 45"/>
                  <a:gd name="T5" fmla="*/ 32 h 32"/>
                  <a:gd name="T6" fmla="*/ 6 w 45"/>
                  <a:gd name="T7" fmla="*/ 26 h 32"/>
                  <a:gd name="T8" fmla="*/ 21 w 45"/>
                  <a:gd name="T9" fmla="*/ 14 h 32"/>
                  <a:gd name="T10" fmla="*/ 38 w 45"/>
                  <a:gd name="T11" fmla="*/ 4 h 32"/>
                  <a:gd name="T12" fmla="*/ 45 w 45"/>
                  <a:gd name="T13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2">
                    <a:moveTo>
                      <a:pt x="45" y="1"/>
                    </a:moveTo>
                    <a:cubicBezTo>
                      <a:pt x="45" y="1"/>
                      <a:pt x="35" y="7"/>
                      <a:pt x="22" y="16"/>
                    </a:cubicBezTo>
                    <a:cubicBezTo>
                      <a:pt x="10" y="24"/>
                      <a:pt x="0" y="32"/>
                      <a:pt x="0" y="32"/>
                    </a:cubicBezTo>
                    <a:cubicBezTo>
                      <a:pt x="0" y="31"/>
                      <a:pt x="2" y="29"/>
                      <a:pt x="6" y="26"/>
                    </a:cubicBezTo>
                    <a:cubicBezTo>
                      <a:pt x="9" y="23"/>
                      <a:pt x="15" y="19"/>
                      <a:pt x="21" y="14"/>
                    </a:cubicBezTo>
                    <a:cubicBezTo>
                      <a:pt x="27" y="10"/>
                      <a:pt x="33" y="6"/>
                      <a:pt x="38" y="4"/>
                    </a:cubicBezTo>
                    <a:cubicBezTo>
                      <a:pt x="42" y="2"/>
                      <a:pt x="45" y="0"/>
                      <a:pt x="4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4" name="Freeform 189">
                <a:extLst>
                  <a:ext uri="{FF2B5EF4-FFF2-40B4-BE49-F238E27FC236}">
                    <a16:creationId xmlns:a16="http://schemas.microsoft.com/office/drawing/2014/main" id="{DDBABFF6-9CF7-47D9-82AD-929F19B11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952"/>
                <a:ext cx="109" cy="84"/>
              </a:xfrm>
              <a:custGeom>
                <a:avLst/>
                <a:gdLst>
                  <a:gd name="T0" fmla="*/ 46 w 47"/>
                  <a:gd name="T1" fmla="*/ 0 h 36"/>
                  <a:gd name="T2" fmla="*/ 24 w 47"/>
                  <a:gd name="T3" fmla="*/ 19 h 36"/>
                  <a:gd name="T4" fmla="*/ 0 w 47"/>
                  <a:gd name="T5" fmla="*/ 35 h 36"/>
                  <a:gd name="T6" fmla="*/ 23 w 47"/>
                  <a:gd name="T7" fmla="*/ 17 h 36"/>
                  <a:gd name="T8" fmla="*/ 46 w 47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36">
                    <a:moveTo>
                      <a:pt x="46" y="0"/>
                    </a:moveTo>
                    <a:cubicBezTo>
                      <a:pt x="47" y="1"/>
                      <a:pt x="37" y="9"/>
                      <a:pt x="24" y="19"/>
                    </a:cubicBezTo>
                    <a:cubicBezTo>
                      <a:pt x="11" y="28"/>
                      <a:pt x="0" y="36"/>
                      <a:pt x="0" y="35"/>
                    </a:cubicBezTo>
                    <a:cubicBezTo>
                      <a:pt x="0" y="35"/>
                      <a:pt x="10" y="27"/>
                      <a:pt x="23" y="17"/>
                    </a:cubicBezTo>
                    <a:cubicBezTo>
                      <a:pt x="35" y="7"/>
                      <a:pt x="46" y="0"/>
                      <a:pt x="4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5" name="Freeform 190">
                <a:extLst>
                  <a:ext uri="{FF2B5EF4-FFF2-40B4-BE49-F238E27FC236}">
                    <a16:creationId xmlns:a16="http://schemas.microsoft.com/office/drawing/2014/main" id="{8E595221-7780-4075-838C-2147B60D2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6" y="1101"/>
                <a:ext cx="121" cy="86"/>
              </a:xfrm>
              <a:custGeom>
                <a:avLst/>
                <a:gdLst>
                  <a:gd name="T0" fmla="*/ 52 w 52"/>
                  <a:gd name="T1" fmla="*/ 0 h 37"/>
                  <a:gd name="T2" fmla="*/ 45 w 52"/>
                  <a:gd name="T3" fmla="*/ 7 h 37"/>
                  <a:gd name="T4" fmla="*/ 27 w 52"/>
                  <a:gd name="T5" fmla="*/ 20 h 37"/>
                  <a:gd name="T6" fmla="*/ 9 w 52"/>
                  <a:gd name="T7" fmla="*/ 33 h 37"/>
                  <a:gd name="T8" fmla="*/ 0 w 52"/>
                  <a:gd name="T9" fmla="*/ 37 h 37"/>
                  <a:gd name="T10" fmla="*/ 8 w 52"/>
                  <a:gd name="T11" fmla="*/ 31 h 37"/>
                  <a:gd name="T12" fmla="*/ 26 w 52"/>
                  <a:gd name="T13" fmla="*/ 19 h 37"/>
                  <a:gd name="T14" fmla="*/ 44 w 52"/>
                  <a:gd name="T15" fmla="*/ 5 h 37"/>
                  <a:gd name="T16" fmla="*/ 52 w 52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37">
                    <a:moveTo>
                      <a:pt x="52" y="0"/>
                    </a:moveTo>
                    <a:cubicBezTo>
                      <a:pt x="52" y="0"/>
                      <a:pt x="49" y="3"/>
                      <a:pt x="45" y="7"/>
                    </a:cubicBezTo>
                    <a:cubicBezTo>
                      <a:pt x="41" y="10"/>
                      <a:pt x="35" y="15"/>
                      <a:pt x="27" y="20"/>
                    </a:cubicBezTo>
                    <a:cubicBezTo>
                      <a:pt x="20" y="26"/>
                      <a:pt x="14" y="30"/>
                      <a:pt x="9" y="33"/>
                    </a:cubicBezTo>
                    <a:cubicBezTo>
                      <a:pt x="4" y="36"/>
                      <a:pt x="1" y="37"/>
                      <a:pt x="0" y="37"/>
                    </a:cubicBezTo>
                    <a:cubicBezTo>
                      <a:pt x="0" y="37"/>
                      <a:pt x="3" y="35"/>
                      <a:pt x="8" y="31"/>
                    </a:cubicBezTo>
                    <a:cubicBezTo>
                      <a:pt x="13" y="28"/>
                      <a:pt x="19" y="24"/>
                      <a:pt x="26" y="19"/>
                    </a:cubicBezTo>
                    <a:cubicBezTo>
                      <a:pt x="33" y="14"/>
                      <a:pt x="40" y="9"/>
                      <a:pt x="44" y="5"/>
                    </a:cubicBezTo>
                    <a:cubicBezTo>
                      <a:pt x="49" y="2"/>
                      <a:pt x="52" y="0"/>
                      <a:pt x="52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6" name="Freeform 191">
                <a:extLst>
                  <a:ext uri="{FF2B5EF4-FFF2-40B4-BE49-F238E27FC236}">
                    <a16:creationId xmlns:a16="http://schemas.microsoft.com/office/drawing/2014/main" id="{AF8C99C7-2ECB-46FF-94BF-504F756C4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7" y="1222"/>
                <a:ext cx="140" cy="100"/>
              </a:xfrm>
              <a:custGeom>
                <a:avLst/>
                <a:gdLst>
                  <a:gd name="T0" fmla="*/ 60 w 60"/>
                  <a:gd name="T1" fmla="*/ 0 h 43"/>
                  <a:gd name="T2" fmla="*/ 52 w 60"/>
                  <a:gd name="T3" fmla="*/ 7 h 43"/>
                  <a:gd name="T4" fmla="*/ 31 w 60"/>
                  <a:gd name="T5" fmla="*/ 23 h 43"/>
                  <a:gd name="T6" fmla="*/ 10 w 60"/>
                  <a:gd name="T7" fmla="*/ 38 h 43"/>
                  <a:gd name="T8" fmla="*/ 0 w 60"/>
                  <a:gd name="T9" fmla="*/ 43 h 43"/>
                  <a:gd name="T10" fmla="*/ 9 w 60"/>
                  <a:gd name="T11" fmla="*/ 36 h 43"/>
                  <a:gd name="T12" fmla="*/ 30 w 60"/>
                  <a:gd name="T13" fmla="*/ 21 h 43"/>
                  <a:gd name="T14" fmla="*/ 51 w 60"/>
                  <a:gd name="T15" fmla="*/ 6 h 43"/>
                  <a:gd name="T16" fmla="*/ 60 w 60"/>
                  <a:gd name="T1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3">
                    <a:moveTo>
                      <a:pt x="60" y="0"/>
                    </a:moveTo>
                    <a:cubicBezTo>
                      <a:pt x="60" y="0"/>
                      <a:pt x="57" y="3"/>
                      <a:pt x="52" y="7"/>
                    </a:cubicBezTo>
                    <a:cubicBezTo>
                      <a:pt x="47" y="12"/>
                      <a:pt x="40" y="17"/>
                      <a:pt x="31" y="23"/>
                    </a:cubicBezTo>
                    <a:cubicBezTo>
                      <a:pt x="23" y="29"/>
                      <a:pt x="15" y="34"/>
                      <a:pt x="10" y="38"/>
                    </a:cubicBezTo>
                    <a:cubicBezTo>
                      <a:pt x="4" y="41"/>
                      <a:pt x="0" y="43"/>
                      <a:pt x="0" y="43"/>
                    </a:cubicBezTo>
                    <a:cubicBezTo>
                      <a:pt x="0" y="43"/>
                      <a:pt x="3" y="40"/>
                      <a:pt x="9" y="36"/>
                    </a:cubicBezTo>
                    <a:cubicBezTo>
                      <a:pt x="14" y="33"/>
                      <a:pt x="22" y="27"/>
                      <a:pt x="30" y="21"/>
                    </a:cubicBezTo>
                    <a:cubicBezTo>
                      <a:pt x="38" y="16"/>
                      <a:pt x="46" y="10"/>
                      <a:pt x="51" y="6"/>
                    </a:cubicBezTo>
                    <a:cubicBezTo>
                      <a:pt x="56" y="2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7" name="Oval 192">
                <a:extLst>
                  <a:ext uri="{FF2B5EF4-FFF2-40B4-BE49-F238E27FC236}">
                    <a16:creationId xmlns:a16="http://schemas.microsoft.com/office/drawing/2014/main" id="{36CBEBDD-0712-491D-98A3-AFF3A7B3D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0" y="221"/>
                <a:ext cx="98" cy="5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8" name="Freeform 193">
                <a:extLst>
                  <a:ext uri="{FF2B5EF4-FFF2-40B4-BE49-F238E27FC236}">
                    <a16:creationId xmlns:a16="http://schemas.microsoft.com/office/drawing/2014/main" id="{5CBDBB49-0C42-4EC9-A812-682AFC19B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8" y="440"/>
                <a:ext cx="67" cy="293"/>
              </a:xfrm>
              <a:custGeom>
                <a:avLst/>
                <a:gdLst>
                  <a:gd name="T0" fmla="*/ 19 w 29"/>
                  <a:gd name="T1" fmla="*/ 126 h 126"/>
                  <a:gd name="T2" fmla="*/ 4 w 29"/>
                  <a:gd name="T3" fmla="*/ 74 h 126"/>
                  <a:gd name="T4" fmla="*/ 6 w 29"/>
                  <a:gd name="T5" fmla="*/ 20 h 126"/>
                  <a:gd name="T6" fmla="*/ 17 w 29"/>
                  <a:gd name="T7" fmla="*/ 0 h 126"/>
                  <a:gd name="T8" fmla="*/ 15 w 29"/>
                  <a:gd name="T9" fmla="*/ 18 h 126"/>
                  <a:gd name="T10" fmla="*/ 28 w 29"/>
                  <a:gd name="T11" fmla="*/ 72 h 126"/>
                  <a:gd name="T12" fmla="*/ 19 w 29"/>
                  <a:gd name="T13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26">
                    <a:moveTo>
                      <a:pt x="19" y="126"/>
                    </a:moveTo>
                    <a:cubicBezTo>
                      <a:pt x="13" y="109"/>
                      <a:pt x="7" y="92"/>
                      <a:pt x="4" y="74"/>
                    </a:cubicBezTo>
                    <a:cubicBezTo>
                      <a:pt x="0" y="56"/>
                      <a:pt x="0" y="37"/>
                      <a:pt x="6" y="20"/>
                    </a:cubicBezTo>
                    <a:cubicBezTo>
                      <a:pt x="6" y="17"/>
                      <a:pt x="14" y="0"/>
                      <a:pt x="17" y="0"/>
                    </a:cubicBezTo>
                    <a:cubicBezTo>
                      <a:pt x="19" y="0"/>
                      <a:pt x="14" y="16"/>
                      <a:pt x="15" y="18"/>
                    </a:cubicBezTo>
                    <a:cubicBezTo>
                      <a:pt x="25" y="34"/>
                      <a:pt x="29" y="53"/>
                      <a:pt x="28" y="72"/>
                    </a:cubicBezTo>
                    <a:cubicBezTo>
                      <a:pt x="27" y="91"/>
                      <a:pt x="24" y="108"/>
                      <a:pt x="19" y="12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9" name="Freeform 194">
                <a:extLst>
                  <a:ext uri="{FF2B5EF4-FFF2-40B4-BE49-F238E27FC236}">
                    <a16:creationId xmlns:a16="http://schemas.microsoft.com/office/drawing/2014/main" id="{EA9BD3F8-D360-4A14-8AF1-E435C6DA0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68"/>
                <a:ext cx="370" cy="723"/>
              </a:xfrm>
              <a:custGeom>
                <a:avLst/>
                <a:gdLst>
                  <a:gd name="T0" fmla="*/ 114 w 159"/>
                  <a:gd name="T1" fmla="*/ 253 h 311"/>
                  <a:gd name="T2" fmla="*/ 114 w 159"/>
                  <a:gd name="T3" fmla="*/ 230 h 311"/>
                  <a:gd name="T4" fmla="*/ 158 w 159"/>
                  <a:gd name="T5" fmla="*/ 180 h 311"/>
                  <a:gd name="T6" fmla="*/ 154 w 159"/>
                  <a:gd name="T7" fmla="*/ 76 h 311"/>
                  <a:gd name="T8" fmla="*/ 73 w 159"/>
                  <a:gd name="T9" fmla="*/ 1 h 311"/>
                  <a:gd name="T10" fmla="*/ 69 w 159"/>
                  <a:gd name="T11" fmla="*/ 0 h 311"/>
                  <a:gd name="T12" fmla="*/ 4 w 159"/>
                  <a:gd name="T13" fmla="*/ 88 h 311"/>
                  <a:gd name="T14" fmla="*/ 10 w 159"/>
                  <a:gd name="T15" fmla="*/ 247 h 311"/>
                  <a:gd name="T16" fmla="*/ 43 w 159"/>
                  <a:gd name="T17" fmla="*/ 283 h 311"/>
                  <a:gd name="T18" fmla="*/ 114 w 159"/>
                  <a:gd name="T19" fmla="*/ 253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311">
                    <a:moveTo>
                      <a:pt x="114" y="253"/>
                    </a:moveTo>
                    <a:cubicBezTo>
                      <a:pt x="114" y="240"/>
                      <a:pt x="113" y="230"/>
                      <a:pt x="114" y="230"/>
                    </a:cubicBezTo>
                    <a:cubicBezTo>
                      <a:pt x="114" y="230"/>
                      <a:pt x="157" y="224"/>
                      <a:pt x="158" y="180"/>
                    </a:cubicBezTo>
                    <a:cubicBezTo>
                      <a:pt x="159" y="159"/>
                      <a:pt x="156" y="116"/>
                      <a:pt x="154" y="76"/>
                    </a:cubicBezTo>
                    <a:cubicBezTo>
                      <a:pt x="151" y="34"/>
                      <a:pt x="116" y="1"/>
                      <a:pt x="73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24" y="3"/>
                      <a:pt x="0" y="42"/>
                      <a:pt x="4" y="88"/>
                    </a:cubicBezTo>
                    <a:cubicBezTo>
                      <a:pt x="10" y="247"/>
                      <a:pt x="10" y="247"/>
                      <a:pt x="10" y="247"/>
                    </a:cubicBezTo>
                    <a:cubicBezTo>
                      <a:pt x="43" y="283"/>
                      <a:pt x="43" y="283"/>
                      <a:pt x="43" y="283"/>
                    </a:cubicBezTo>
                    <a:cubicBezTo>
                      <a:pt x="69" y="311"/>
                      <a:pt x="116" y="292"/>
                      <a:pt x="114" y="253"/>
                    </a:cubicBezTo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" name="Freeform 195">
                <a:extLst>
                  <a:ext uri="{FF2B5EF4-FFF2-40B4-BE49-F238E27FC236}">
                    <a16:creationId xmlns:a16="http://schemas.microsoft.com/office/drawing/2014/main" id="{2A4BFA2D-9E93-44E3-AA28-041BA80F4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863"/>
                <a:ext cx="132" cy="77"/>
              </a:xfrm>
              <a:custGeom>
                <a:avLst/>
                <a:gdLst>
                  <a:gd name="T0" fmla="*/ 57 w 57"/>
                  <a:gd name="T1" fmla="*/ 17 h 33"/>
                  <a:gd name="T2" fmla="*/ 0 w 57"/>
                  <a:gd name="T3" fmla="*/ 0 h 33"/>
                  <a:gd name="T4" fmla="*/ 57 w 57"/>
                  <a:gd name="T5" fmla="*/ 30 h 33"/>
                  <a:gd name="T6" fmla="*/ 57 w 57"/>
                  <a:gd name="T7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33">
                    <a:moveTo>
                      <a:pt x="57" y="17"/>
                    </a:moveTo>
                    <a:cubicBezTo>
                      <a:pt x="57" y="17"/>
                      <a:pt x="29" y="19"/>
                      <a:pt x="0" y="0"/>
                    </a:cubicBezTo>
                    <a:cubicBezTo>
                      <a:pt x="0" y="0"/>
                      <a:pt x="13" y="33"/>
                      <a:pt x="57" y="30"/>
                    </a:cubicBezTo>
                    <a:lnTo>
                      <a:pt x="57" y="17"/>
                    </a:ln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" name="Freeform 196">
                <a:extLst>
                  <a:ext uri="{FF2B5EF4-FFF2-40B4-BE49-F238E27FC236}">
                    <a16:creationId xmlns:a16="http://schemas.microsoft.com/office/drawing/2014/main" id="{0D0C95D6-F70A-4EB3-82AE-C569B940B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614"/>
                <a:ext cx="30" cy="28"/>
              </a:xfrm>
              <a:custGeom>
                <a:avLst/>
                <a:gdLst>
                  <a:gd name="T0" fmla="*/ 13 w 13"/>
                  <a:gd name="T1" fmla="*/ 6 h 12"/>
                  <a:gd name="T2" fmla="*/ 7 w 13"/>
                  <a:gd name="T3" fmla="*/ 12 h 12"/>
                  <a:gd name="T4" fmla="*/ 0 w 13"/>
                  <a:gd name="T5" fmla="*/ 7 h 12"/>
                  <a:gd name="T6" fmla="*/ 6 w 13"/>
                  <a:gd name="T7" fmla="*/ 0 h 12"/>
                  <a:gd name="T8" fmla="*/ 13 w 13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2">
                    <a:moveTo>
                      <a:pt x="13" y="6"/>
                    </a:moveTo>
                    <a:cubicBezTo>
                      <a:pt x="13" y="9"/>
                      <a:pt x="10" y="12"/>
                      <a:pt x="7" y="12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3"/>
                      <a:pt x="3" y="1"/>
                      <a:pt x="6" y="0"/>
                    </a:cubicBezTo>
                    <a:cubicBezTo>
                      <a:pt x="10" y="0"/>
                      <a:pt x="13" y="3"/>
                      <a:pt x="13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2" name="Freeform 197">
                <a:extLst>
                  <a:ext uri="{FF2B5EF4-FFF2-40B4-BE49-F238E27FC236}">
                    <a16:creationId xmlns:a16="http://schemas.microsoft.com/office/drawing/2014/main" id="{F5F742E1-E0C6-4A50-8265-109D77278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573"/>
                <a:ext cx="61" cy="16"/>
              </a:xfrm>
              <a:custGeom>
                <a:avLst/>
                <a:gdLst>
                  <a:gd name="T0" fmla="*/ 25 w 26"/>
                  <a:gd name="T1" fmla="*/ 6 h 7"/>
                  <a:gd name="T2" fmla="*/ 13 w 26"/>
                  <a:gd name="T3" fmla="*/ 4 h 7"/>
                  <a:gd name="T4" fmla="*/ 1 w 26"/>
                  <a:gd name="T5" fmla="*/ 6 h 7"/>
                  <a:gd name="T6" fmla="*/ 3 w 26"/>
                  <a:gd name="T7" fmla="*/ 3 h 7"/>
                  <a:gd name="T8" fmla="*/ 13 w 26"/>
                  <a:gd name="T9" fmla="*/ 0 h 7"/>
                  <a:gd name="T10" fmla="*/ 23 w 26"/>
                  <a:gd name="T11" fmla="*/ 3 h 7"/>
                  <a:gd name="T12" fmla="*/ 25 w 26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">
                    <a:moveTo>
                      <a:pt x="25" y="6"/>
                    </a:moveTo>
                    <a:cubicBezTo>
                      <a:pt x="25" y="7"/>
                      <a:pt x="20" y="4"/>
                      <a:pt x="13" y="4"/>
                    </a:cubicBezTo>
                    <a:cubicBezTo>
                      <a:pt x="7" y="3"/>
                      <a:pt x="2" y="7"/>
                      <a:pt x="1" y="6"/>
                    </a:cubicBezTo>
                    <a:cubicBezTo>
                      <a:pt x="0" y="6"/>
                      <a:pt x="1" y="4"/>
                      <a:pt x="3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8" y="0"/>
                      <a:pt x="21" y="1"/>
                      <a:pt x="23" y="3"/>
                    </a:cubicBezTo>
                    <a:cubicBezTo>
                      <a:pt x="25" y="4"/>
                      <a:pt x="26" y="6"/>
                      <a:pt x="25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3" name="Freeform 198">
                <a:extLst>
                  <a:ext uri="{FF2B5EF4-FFF2-40B4-BE49-F238E27FC236}">
                    <a16:creationId xmlns:a16="http://schemas.microsoft.com/office/drawing/2014/main" id="{5CD84AC0-FD0E-4B4F-B108-E130AA3B1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617"/>
                <a:ext cx="28" cy="28"/>
              </a:xfrm>
              <a:custGeom>
                <a:avLst/>
                <a:gdLst>
                  <a:gd name="T0" fmla="*/ 12 w 12"/>
                  <a:gd name="T1" fmla="*/ 6 h 12"/>
                  <a:gd name="T2" fmla="*/ 6 w 12"/>
                  <a:gd name="T3" fmla="*/ 12 h 12"/>
                  <a:gd name="T4" fmla="*/ 0 w 12"/>
                  <a:gd name="T5" fmla="*/ 6 h 12"/>
                  <a:gd name="T6" fmla="*/ 6 w 12"/>
                  <a:gd name="T7" fmla="*/ 0 h 12"/>
                  <a:gd name="T8" fmla="*/ 12 w 12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6"/>
                    </a:moveTo>
                    <a:cubicBezTo>
                      <a:pt x="12" y="9"/>
                      <a:pt x="9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4" name="Freeform 199">
                <a:extLst>
                  <a:ext uri="{FF2B5EF4-FFF2-40B4-BE49-F238E27FC236}">
                    <a16:creationId xmlns:a16="http://schemas.microsoft.com/office/drawing/2014/main" id="{55EE6780-4C77-4A4A-BEB7-52F1FD27D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9" y="577"/>
                <a:ext cx="58" cy="17"/>
              </a:xfrm>
              <a:custGeom>
                <a:avLst/>
                <a:gdLst>
                  <a:gd name="T0" fmla="*/ 25 w 25"/>
                  <a:gd name="T1" fmla="*/ 6 h 7"/>
                  <a:gd name="T2" fmla="*/ 12 w 25"/>
                  <a:gd name="T3" fmla="*/ 3 h 7"/>
                  <a:gd name="T4" fmla="*/ 0 w 25"/>
                  <a:gd name="T5" fmla="*/ 6 h 7"/>
                  <a:gd name="T6" fmla="*/ 3 w 25"/>
                  <a:gd name="T7" fmla="*/ 3 h 7"/>
                  <a:gd name="T8" fmla="*/ 13 w 25"/>
                  <a:gd name="T9" fmla="*/ 0 h 7"/>
                  <a:gd name="T10" fmla="*/ 22 w 25"/>
                  <a:gd name="T11" fmla="*/ 3 h 7"/>
                  <a:gd name="T12" fmla="*/ 25 w 25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7">
                    <a:moveTo>
                      <a:pt x="25" y="6"/>
                    </a:moveTo>
                    <a:cubicBezTo>
                      <a:pt x="24" y="7"/>
                      <a:pt x="19" y="4"/>
                      <a:pt x="12" y="3"/>
                    </a:cubicBezTo>
                    <a:cubicBezTo>
                      <a:pt x="6" y="3"/>
                      <a:pt x="1" y="7"/>
                      <a:pt x="0" y="6"/>
                    </a:cubicBezTo>
                    <a:cubicBezTo>
                      <a:pt x="0" y="6"/>
                      <a:pt x="0" y="4"/>
                      <a:pt x="3" y="3"/>
                    </a:cubicBezTo>
                    <a:cubicBezTo>
                      <a:pt x="5" y="1"/>
                      <a:pt x="8" y="0"/>
                      <a:pt x="13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5" y="6"/>
                      <a:pt x="25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5" name="Freeform 200">
                <a:extLst>
                  <a:ext uri="{FF2B5EF4-FFF2-40B4-BE49-F238E27FC236}">
                    <a16:creationId xmlns:a16="http://schemas.microsoft.com/office/drawing/2014/main" id="{B1127BA2-D3F4-4946-B9EE-49A584240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582"/>
                <a:ext cx="48" cy="133"/>
              </a:xfrm>
              <a:custGeom>
                <a:avLst/>
                <a:gdLst>
                  <a:gd name="T0" fmla="*/ 3 w 21"/>
                  <a:gd name="T1" fmla="*/ 56 h 57"/>
                  <a:gd name="T2" fmla="*/ 14 w 21"/>
                  <a:gd name="T3" fmla="*/ 54 h 57"/>
                  <a:gd name="T4" fmla="*/ 18 w 21"/>
                  <a:gd name="T5" fmla="*/ 53 h 57"/>
                  <a:gd name="T6" fmla="*/ 17 w 21"/>
                  <a:gd name="T7" fmla="*/ 48 h 57"/>
                  <a:gd name="T8" fmla="*/ 12 w 21"/>
                  <a:gd name="T9" fmla="*/ 34 h 57"/>
                  <a:gd name="T10" fmla="*/ 1 w 21"/>
                  <a:gd name="T11" fmla="*/ 0 h 57"/>
                  <a:gd name="T12" fmla="*/ 14 w 21"/>
                  <a:gd name="T13" fmla="*/ 33 h 57"/>
                  <a:gd name="T14" fmla="*/ 19 w 21"/>
                  <a:gd name="T15" fmla="*/ 47 h 57"/>
                  <a:gd name="T16" fmla="*/ 20 w 21"/>
                  <a:gd name="T17" fmla="*/ 53 h 57"/>
                  <a:gd name="T18" fmla="*/ 17 w 21"/>
                  <a:gd name="T19" fmla="*/ 56 h 57"/>
                  <a:gd name="T20" fmla="*/ 14 w 21"/>
                  <a:gd name="T21" fmla="*/ 56 h 57"/>
                  <a:gd name="T22" fmla="*/ 3 w 21"/>
                  <a:gd name="T23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57">
                    <a:moveTo>
                      <a:pt x="3" y="56"/>
                    </a:moveTo>
                    <a:cubicBezTo>
                      <a:pt x="3" y="56"/>
                      <a:pt x="7" y="55"/>
                      <a:pt x="14" y="54"/>
                    </a:cubicBezTo>
                    <a:cubicBezTo>
                      <a:pt x="16" y="54"/>
                      <a:pt x="17" y="54"/>
                      <a:pt x="18" y="53"/>
                    </a:cubicBezTo>
                    <a:cubicBezTo>
                      <a:pt x="18" y="51"/>
                      <a:pt x="17" y="50"/>
                      <a:pt x="17" y="48"/>
                    </a:cubicBezTo>
                    <a:cubicBezTo>
                      <a:pt x="15" y="43"/>
                      <a:pt x="13" y="39"/>
                      <a:pt x="12" y="34"/>
                    </a:cubicBezTo>
                    <a:cubicBezTo>
                      <a:pt x="5" y="16"/>
                      <a:pt x="0" y="0"/>
                      <a:pt x="1" y="0"/>
                    </a:cubicBezTo>
                    <a:cubicBezTo>
                      <a:pt x="1" y="0"/>
                      <a:pt x="8" y="15"/>
                      <a:pt x="14" y="33"/>
                    </a:cubicBezTo>
                    <a:cubicBezTo>
                      <a:pt x="16" y="38"/>
                      <a:pt x="18" y="42"/>
                      <a:pt x="19" y="47"/>
                    </a:cubicBezTo>
                    <a:cubicBezTo>
                      <a:pt x="20" y="49"/>
                      <a:pt x="21" y="51"/>
                      <a:pt x="20" y="53"/>
                    </a:cubicBezTo>
                    <a:cubicBezTo>
                      <a:pt x="19" y="55"/>
                      <a:pt x="18" y="56"/>
                      <a:pt x="17" y="56"/>
                    </a:cubicBezTo>
                    <a:cubicBezTo>
                      <a:pt x="16" y="56"/>
                      <a:pt x="15" y="56"/>
                      <a:pt x="14" y="56"/>
                    </a:cubicBezTo>
                    <a:cubicBezTo>
                      <a:pt x="7" y="57"/>
                      <a:pt x="3" y="57"/>
                      <a:pt x="3" y="5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6" name="Freeform 201">
                <a:extLst>
                  <a:ext uri="{FF2B5EF4-FFF2-40B4-BE49-F238E27FC236}">
                    <a16:creationId xmlns:a16="http://schemas.microsoft.com/office/drawing/2014/main" id="{73C5DA72-8F48-45AB-80BD-72D2D0B39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526"/>
                <a:ext cx="75" cy="23"/>
              </a:xfrm>
              <a:custGeom>
                <a:avLst/>
                <a:gdLst>
                  <a:gd name="T0" fmla="*/ 31 w 32"/>
                  <a:gd name="T1" fmla="*/ 6 h 10"/>
                  <a:gd name="T2" fmla="*/ 16 w 32"/>
                  <a:gd name="T3" fmla="*/ 7 h 10"/>
                  <a:gd name="T4" fmla="*/ 1 w 32"/>
                  <a:gd name="T5" fmla="*/ 9 h 10"/>
                  <a:gd name="T6" fmla="*/ 4 w 32"/>
                  <a:gd name="T7" fmla="*/ 4 h 10"/>
                  <a:gd name="T8" fmla="*/ 16 w 32"/>
                  <a:gd name="T9" fmla="*/ 1 h 10"/>
                  <a:gd name="T10" fmla="*/ 27 w 32"/>
                  <a:gd name="T11" fmla="*/ 2 h 10"/>
                  <a:gd name="T12" fmla="*/ 31 w 32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0">
                    <a:moveTo>
                      <a:pt x="31" y="6"/>
                    </a:moveTo>
                    <a:cubicBezTo>
                      <a:pt x="31" y="7"/>
                      <a:pt x="24" y="6"/>
                      <a:pt x="16" y="7"/>
                    </a:cubicBezTo>
                    <a:cubicBezTo>
                      <a:pt x="8" y="8"/>
                      <a:pt x="2" y="10"/>
                      <a:pt x="1" y="9"/>
                    </a:cubicBezTo>
                    <a:cubicBezTo>
                      <a:pt x="0" y="8"/>
                      <a:pt x="2" y="6"/>
                      <a:pt x="4" y="4"/>
                    </a:cubicBezTo>
                    <a:cubicBezTo>
                      <a:pt x="7" y="3"/>
                      <a:pt x="11" y="1"/>
                      <a:pt x="16" y="1"/>
                    </a:cubicBezTo>
                    <a:cubicBezTo>
                      <a:pt x="20" y="0"/>
                      <a:pt x="25" y="1"/>
                      <a:pt x="27" y="2"/>
                    </a:cubicBezTo>
                    <a:cubicBezTo>
                      <a:pt x="30" y="3"/>
                      <a:pt x="32" y="5"/>
                      <a:pt x="31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7" name="Freeform 202">
                <a:extLst>
                  <a:ext uri="{FF2B5EF4-FFF2-40B4-BE49-F238E27FC236}">
                    <a16:creationId xmlns:a16="http://schemas.microsoft.com/office/drawing/2014/main" id="{AB6C92C8-17A1-4D4A-A424-9D74F0E64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519"/>
                <a:ext cx="54" cy="19"/>
              </a:xfrm>
              <a:custGeom>
                <a:avLst/>
                <a:gdLst>
                  <a:gd name="T0" fmla="*/ 23 w 23"/>
                  <a:gd name="T1" fmla="*/ 7 h 8"/>
                  <a:gd name="T2" fmla="*/ 12 w 23"/>
                  <a:gd name="T3" fmla="*/ 7 h 8"/>
                  <a:gd name="T4" fmla="*/ 0 w 23"/>
                  <a:gd name="T5" fmla="*/ 6 h 8"/>
                  <a:gd name="T6" fmla="*/ 3 w 23"/>
                  <a:gd name="T7" fmla="*/ 2 h 8"/>
                  <a:gd name="T8" fmla="*/ 12 w 23"/>
                  <a:gd name="T9" fmla="*/ 0 h 8"/>
                  <a:gd name="T10" fmla="*/ 21 w 23"/>
                  <a:gd name="T11" fmla="*/ 3 h 8"/>
                  <a:gd name="T12" fmla="*/ 23 w 23"/>
                  <a:gd name="T1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8">
                    <a:moveTo>
                      <a:pt x="23" y="7"/>
                    </a:moveTo>
                    <a:cubicBezTo>
                      <a:pt x="22" y="8"/>
                      <a:pt x="17" y="7"/>
                      <a:pt x="12" y="7"/>
                    </a:cubicBezTo>
                    <a:cubicBezTo>
                      <a:pt x="6" y="7"/>
                      <a:pt x="1" y="8"/>
                      <a:pt x="0" y="6"/>
                    </a:cubicBezTo>
                    <a:cubicBezTo>
                      <a:pt x="0" y="5"/>
                      <a:pt x="0" y="4"/>
                      <a:pt x="3" y="2"/>
                    </a:cubicBezTo>
                    <a:cubicBezTo>
                      <a:pt x="5" y="1"/>
                      <a:pt x="8" y="0"/>
                      <a:pt x="12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3" y="6"/>
                      <a:pt x="23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Freeform 203">
                <a:extLst>
                  <a:ext uri="{FF2B5EF4-FFF2-40B4-BE49-F238E27FC236}">
                    <a16:creationId xmlns:a16="http://schemas.microsoft.com/office/drawing/2014/main" id="{EABBE325-7108-4100-8FDA-F55E2DE7B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626"/>
                <a:ext cx="72" cy="140"/>
              </a:xfrm>
              <a:custGeom>
                <a:avLst/>
                <a:gdLst>
                  <a:gd name="T0" fmla="*/ 30 w 31"/>
                  <a:gd name="T1" fmla="*/ 9 h 60"/>
                  <a:gd name="T2" fmla="*/ 1 w 31"/>
                  <a:gd name="T3" fmla="*/ 30 h 60"/>
                  <a:gd name="T4" fmla="*/ 31 w 31"/>
                  <a:gd name="T5" fmla="*/ 52 h 60"/>
                  <a:gd name="T6" fmla="*/ 30 w 31"/>
                  <a:gd name="T7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0">
                    <a:moveTo>
                      <a:pt x="30" y="9"/>
                    </a:moveTo>
                    <a:cubicBezTo>
                      <a:pt x="29" y="9"/>
                      <a:pt x="0" y="0"/>
                      <a:pt x="1" y="30"/>
                    </a:cubicBezTo>
                    <a:cubicBezTo>
                      <a:pt x="1" y="60"/>
                      <a:pt x="31" y="53"/>
                      <a:pt x="31" y="52"/>
                    </a:cubicBezTo>
                    <a:cubicBezTo>
                      <a:pt x="31" y="51"/>
                      <a:pt x="30" y="9"/>
                      <a:pt x="30" y="9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Freeform 204">
                <a:extLst>
                  <a:ext uri="{FF2B5EF4-FFF2-40B4-BE49-F238E27FC236}">
                    <a16:creationId xmlns:a16="http://schemas.microsoft.com/office/drawing/2014/main" id="{DF91C997-8DE7-4ACC-B2CF-3CADC7BD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666"/>
                <a:ext cx="33" cy="62"/>
              </a:xfrm>
              <a:custGeom>
                <a:avLst/>
                <a:gdLst>
                  <a:gd name="T0" fmla="*/ 14 w 14"/>
                  <a:gd name="T1" fmla="*/ 24 h 27"/>
                  <a:gd name="T2" fmla="*/ 12 w 14"/>
                  <a:gd name="T3" fmla="*/ 25 h 27"/>
                  <a:gd name="T4" fmla="*/ 9 w 14"/>
                  <a:gd name="T5" fmla="*/ 25 h 27"/>
                  <a:gd name="T6" fmla="*/ 2 w 14"/>
                  <a:gd name="T7" fmla="*/ 13 h 27"/>
                  <a:gd name="T8" fmla="*/ 4 w 14"/>
                  <a:gd name="T9" fmla="*/ 6 h 27"/>
                  <a:gd name="T10" fmla="*/ 7 w 14"/>
                  <a:gd name="T11" fmla="*/ 2 h 27"/>
                  <a:gd name="T12" fmla="*/ 11 w 14"/>
                  <a:gd name="T13" fmla="*/ 3 h 27"/>
                  <a:gd name="T14" fmla="*/ 11 w 14"/>
                  <a:gd name="T15" fmla="*/ 5 h 27"/>
                  <a:gd name="T16" fmla="*/ 11 w 14"/>
                  <a:gd name="T17" fmla="*/ 3 h 27"/>
                  <a:gd name="T18" fmla="*/ 10 w 14"/>
                  <a:gd name="T19" fmla="*/ 1 h 27"/>
                  <a:gd name="T20" fmla="*/ 7 w 14"/>
                  <a:gd name="T21" fmla="*/ 0 h 27"/>
                  <a:gd name="T22" fmla="*/ 2 w 14"/>
                  <a:gd name="T23" fmla="*/ 5 h 27"/>
                  <a:gd name="T24" fmla="*/ 0 w 14"/>
                  <a:gd name="T25" fmla="*/ 14 h 27"/>
                  <a:gd name="T26" fmla="*/ 8 w 14"/>
                  <a:gd name="T27" fmla="*/ 26 h 27"/>
                  <a:gd name="T28" fmla="*/ 13 w 14"/>
                  <a:gd name="T29" fmla="*/ 25 h 27"/>
                  <a:gd name="T30" fmla="*/ 14 w 14"/>
                  <a:gd name="T31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" h="27">
                    <a:moveTo>
                      <a:pt x="14" y="24"/>
                    </a:moveTo>
                    <a:cubicBezTo>
                      <a:pt x="14" y="24"/>
                      <a:pt x="13" y="24"/>
                      <a:pt x="12" y="25"/>
                    </a:cubicBezTo>
                    <a:cubicBezTo>
                      <a:pt x="12" y="25"/>
                      <a:pt x="10" y="25"/>
                      <a:pt x="9" y="25"/>
                    </a:cubicBezTo>
                    <a:cubicBezTo>
                      <a:pt x="5" y="24"/>
                      <a:pt x="3" y="19"/>
                      <a:pt x="2" y="13"/>
                    </a:cubicBezTo>
                    <a:cubicBezTo>
                      <a:pt x="2" y="11"/>
                      <a:pt x="3" y="8"/>
                      <a:pt x="4" y="6"/>
                    </a:cubicBezTo>
                    <a:cubicBezTo>
                      <a:pt x="5" y="4"/>
                      <a:pt x="6" y="2"/>
                      <a:pt x="7" y="2"/>
                    </a:cubicBezTo>
                    <a:cubicBezTo>
                      <a:pt x="9" y="2"/>
                      <a:pt x="10" y="2"/>
                      <a:pt x="11" y="3"/>
                    </a:cubicBezTo>
                    <a:cubicBezTo>
                      <a:pt x="11" y="4"/>
                      <a:pt x="11" y="5"/>
                      <a:pt x="11" y="5"/>
                    </a:cubicBezTo>
                    <a:cubicBezTo>
                      <a:pt x="11" y="5"/>
                      <a:pt x="12" y="4"/>
                      <a:pt x="11" y="3"/>
                    </a:cubicBezTo>
                    <a:cubicBezTo>
                      <a:pt x="11" y="2"/>
                      <a:pt x="11" y="2"/>
                      <a:pt x="10" y="1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5" y="1"/>
                      <a:pt x="3" y="3"/>
                      <a:pt x="2" y="5"/>
                    </a:cubicBezTo>
                    <a:cubicBezTo>
                      <a:pt x="1" y="8"/>
                      <a:pt x="0" y="11"/>
                      <a:pt x="0" y="14"/>
                    </a:cubicBezTo>
                    <a:cubicBezTo>
                      <a:pt x="1" y="20"/>
                      <a:pt x="4" y="25"/>
                      <a:pt x="8" y="26"/>
                    </a:cubicBezTo>
                    <a:cubicBezTo>
                      <a:pt x="10" y="27"/>
                      <a:pt x="12" y="26"/>
                      <a:pt x="13" y="25"/>
                    </a:cubicBezTo>
                    <a:cubicBezTo>
                      <a:pt x="14" y="25"/>
                      <a:pt x="14" y="24"/>
                      <a:pt x="14" y="24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406">
              <a:extLst>
                <a:ext uri="{FF2B5EF4-FFF2-40B4-BE49-F238E27FC236}">
                  <a16:creationId xmlns:a16="http://schemas.microsoft.com/office/drawing/2014/main" id="{56B0ECE9-F5B2-4DF5-8884-403E70868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8" y="349"/>
              <a:ext cx="3273" cy="3722"/>
              <a:chOff x="3688" y="349"/>
              <a:chExt cx="3273" cy="3722"/>
            </a:xfrm>
          </p:grpSpPr>
          <p:sp>
            <p:nvSpPr>
              <p:cNvPr id="70" name="Freeform 206">
                <a:extLst>
                  <a:ext uri="{FF2B5EF4-FFF2-40B4-BE49-F238E27FC236}">
                    <a16:creationId xmlns:a16="http://schemas.microsoft.com/office/drawing/2014/main" id="{F2B20588-13A7-4C05-837F-A5D6B5306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349"/>
                <a:ext cx="342" cy="356"/>
              </a:xfrm>
              <a:custGeom>
                <a:avLst/>
                <a:gdLst>
                  <a:gd name="T0" fmla="*/ 142 w 147"/>
                  <a:gd name="T1" fmla="*/ 35 h 153"/>
                  <a:gd name="T2" fmla="*/ 120 w 147"/>
                  <a:gd name="T3" fmla="*/ 12 h 153"/>
                  <a:gd name="T4" fmla="*/ 58 w 147"/>
                  <a:gd name="T5" fmla="*/ 6 h 153"/>
                  <a:gd name="T6" fmla="*/ 12 w 147"/>
                  <a:gd name="T7" fmla="*/ 41 h 153"/>
                  <a:gd name="T8" fmla="*/ 1 w 147"/>
                  <a:gd name="T9" fmla="*/ 101 h 153"/>
                  <a:gd name="T10" fmla="*/ 6 w 147"/>
                  <a:gd name="T11" fmla="*/ 119 h 153"/>
                  <a:gd name="T12" fmla="*/ 18 w 147"/>
                  <a:gd name="T13" fmla="*/ 139 h 153"/>
                  <a:gd name="T14" fmla="*/ 21 w 147"/>
                  <a:gd name="T15" fmla="*/ 148 h 153"/>
                  <a:gd name="T16" fmla="*/ 36 w 147"/>
                  <a:gd name="T17" fmla="*/ 142 h 153"/>
                  <a:gd name="T18" fmla="*/ 43 w 147"/>
                  <a:gd name="T19" fmla="*/ 103 h 153"/>
                  <a:gd name="T20" fmla="*/ 40 w 147"/>
                  <a:gd name="T21" fmla="*/ 75 h 153"/>
                  <a:gd name="T22" fmla="*/ 35 w 147"/>
                  <a:gd name="T23" fmla="*/ 60 h 153"/>
                  <a:gd name="T24" fmla="*/ 37 w 147"/>
                  <a:gd name="T25" fmla="*/ 45 h 153"/>
                  <a:gd name="T26" fmla="*/ 39 w 147"/>
                  <a:gd name="T27" fmla="*/ 42 h 153"/>
                  <a:gd name="T28" fmla="*/ 70 w 147"/>
                  <a:gd name="T29" fmla="*/ 36 h 153"/>
                  <a:gd name="T30" fmla="*/ 123 w 147"/>
                  <a:gd name="T31" fmla="*/ 43 h 153"/>
                  <a:gd name="T32" fmla="*/ 136 w 147"/>
                  <a:gd name="T33" fmla="*/ 29 h 153"/>
                  <a:gd name="T34" fmla="*/ 142 w 147"/>
                  <a:gd name="T35" fmla="*/ 35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7" h="153">
                    <a:moveTo>
                      <a:pt x="142" y="35"/>
                    </a:moveTo>
                    <a:cubicBezTo>
                      <a:pt x="147" y="33"/>
                      <a:pt x="132" y="17"/>
                      <a:pt x="120" y="12"/>
                    </a:cubicBezTo>
                    <a:cubicBezTo>
                      <a:pt x="102" y="5"/>
                      <a:pt x="74" y="0"/>
                      <a:pt x="58" y="6"/>
                    </a:cubicBezTo>
                    <a:cubicBezTo>
                      <a:pt x="38" y="12"/>
                      <a:pt x="22" y="22"/>
                      <a:pt x="12" y="41"/>
                    </a:cubicBezTo>
                    <a:cubicBezTo>
                      <a:pt x="3" y="59"/>
                      <a:pt x="0" y="80"/>
                      <a:pt x="1" y="101"/>
                    </a:cubicBezTo>
                    <a:cubicBezTo>
                      <a:pt x="1" y="107"/>
                      <a:pt x="2" y="114"/>
                      <a:pt x="6" y="119"/>
                    </a:cubicBezTo>
                    <a:cubicBezTo>
                      <a:pt x="10" y="126"/>
                      <a:pt x="18" y="130"/>
                      <a:pt x="18" y="139"/>
                    </a:cubicBezTo>
                    <a:cubicBezTo>
                      <a:pt x="18" y="142"/>
                      <a:pt x="19" y="145"/>
                      <a:pt x="21" y="148"/>
                    </a:cubicBezTo>
                    <a:cubicBezTo>
                      <a:pt x="27" y="153"/>
                      <a:pt x="33" y="148"/>
                      <a:pt x="36" y="142"/>
                    </a:cubicBezTo>
                    <a:cubicBezTo>
                      <a:pt x="43" y="130"/>
                      <a:pt x="43" y="116"/>
                      <a:pt x="43" y="103"/>
                    </a:cubicBezTo>
                    <a:cubicBezTo>
                      <a:pt x="43" y="93"/>
                      <a:pt x="43" y="84"/>
                      <a:pt x="40" y="75"/>
                    </a:cubicBezTo>
                    <a:cubicBezTo>
                      <a:pt x="39" y="70"/>
                      <a:pt x="36" y="65"/>
                      <a:pt x="35" y="60"/>
                    </a:cubicBezTo>
                    <a:cubicBezTo>
                      <a:pt x="34" y="55"/>
                      <a:pt x="34" y="49"/>
                      <a:pt x="37" y="45"/>
                    </a:cubicBezTo>
                    <a:cubicBezTo>
                      <a:pt x="37" y="44"/>
                      <a:pt x="38" y="43"/>
                      <a:pt x="39" y="42"/>
                    </a:cubicBezTo>
                    <a:cubicBezTo>
                      <a:pt x="47" y="35"/>
                      <a:pt x="59" y="32"/>
                      <a:pt x="70" y="36"/>
                    </a:cubicBezTo>
                    <a:cubicBezTo>
                      <a:pt x="87" y="41"/>
                      <a:pt x="116" y="49"/>
                      <a:pt x="123" y="43"/>
                    </a:cubicBezTo>
                    <a:cubicBezTo>
                      <a:pt x="134" y="35"/>
                      <a:pt x="136" y="29"/>
                      <a:pt x="136" y="29"/>
                    </a:cubicBezTo>
                    <a:lnTo>
                      <a:pt x="142" y="3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07">
                <a:extLst>
                  <a:ext uri="{FF2B5EF4-FFF2-40B4-BE49-F238E27FC236}">
                    <a16:creationId xmlns:a16="http://schemas.microsoft.com/office/drawing/2014/main" id="{585DFAC3-268B-4F05-B780-ED4DA1501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740"/>
                <a:ext cx="53" cy="28"/>
              </a:xfrm>
              <a:custGeom>
                <a:avLst/>
                <a:gdLst>
                  <a:gd name="T0" fmla="*/ 23 w 23"/>
                  <a:gd name="T1" fmla="*/ 9 h 12"/>
                  <a:gd name="T2" fmla="*/ 20 w 23"/>
                  <a:gd name="T3" fmla="*/ 11 h 12"/>
                  <a:gd name="T4" fmla="*/ 10 w 23"/>
                  <a:gd name="T5" fmla="*/ 11 h 12"/>
                  <a:gd name="T6" fmla="*/ 2 w 23"/>
                  <a:gd name="T7" fmla="*/ 5 h 12"/>
                  <a:gd name="T8" fmla="*/ 0 w 23"/>
                  <a:gd name="T9" fmla="*/ 1 h 12"/>
                  <a:gd name="T10" fmla="*/ 11 w 23"/>
                  <a:gd name="T11" fmla="*/ 7 h 12"/>
                  <a:gd name="T12" fmla="*/ 23 w 23"/>
                  <a:gd name="T13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12">
                    <a:moveTo>
                      <a:pt x="23" y="9"/>
                    </a:moveTo>
                    <a:cubicBezTo>
                      <a:pt x="23" y="9"/>
                      <a:pt x="22" y="11"/>
                      <a:pt x="20" y="11"/>
                    </a:cubicBezTo>
                    <a:cubicBezTo>
                      <a:pt x="17" y="12"/>
                      <a:pt x="13" y="12"/>
                      <a:pt x="10" y="11"/>
                    </a:cubicBezTo>
                    <a:cubicBezTo>
                      <a:pt x="6" y="9"/>
                      <a:pt x="3" y="7"/>
                      <a:pt x="2" y="5"/>
                    </a:cubicBezTo>
                    <a:cubicBezTo>
                      <a:pt x="0" y="3"/>
                      <a:pt x="0" y="1"/>
                      <a:pt x="0" y="1"/>
                    </a:cubicBezTo>
                    <a:cubicBezTo>
                      <a:pt x="1" y="0"/>
                      <a:pt x="5" y="5"/>
                      <a:pt x="11" y="7"/>
                    </a:cubicBezTo>
                    <a:cubicBezTo>
                      <a:pt x="17" y="9"/>
                      <a:pt x="23" y="8"/>
                      <a:pt x="23" y="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208">
                <a:extLst>
                  <a:ext uri="{FF2B5EF4-FFF2-40B4-BE49-F238E27FC236}">
                    <a16:creationId xmlns:a16="http://schemas.microsoft.com/office/drawing/2014/main" id="{A89E419F-B798-448F-B6BF-66DE7BDFB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657"/>
                <a:ext cx="410" cy="386"/>
              </a:xfrm>
              <a:custGeom>
                <a:avLst/>
                <a:gdLst>
                  <a:gd name="T0" fmla="*/ 108 w 176"/>
                  <a:gd name="T1" fmla="*/ 13 h 166"/>
                  <a:gd name="T2" fmla="*/ 91 w 176"/>
                  <a:gd name="T3" fmla="*/ 103 h 166"/>
                  <a:gd name="T4" fmla="*/ 175 w 176"/>
                  <a:gd name="T5" fmla="*/ 166 h 166"/>
                  <a:gd name="T6" fmla="*/ 0 w 176"/>
                  <a:gd name="T7" fmla="*/ 140 h 166"/>
                  <a:gd name="T8" fmla="*/ 20 w 176"/>
                  <a:gd name="T9" fmla="*/ 0 h 166"/>
                  <a:gd name="T10" fmla="*/ 108 w 176"/>
                  <a:gd name="T11" fmla="*/ 13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6" h="166">
                    <a:moveTo>
                      <a:pt x="108" y="13"/>
                    </a:moveTo>
                    <a:cubicBezTo>
                      <a:pt x="91" y="103"/>
                      <a:pt x="91" y="103"/>
                      <a:pt x="91" y="103"/>
                    </a:cubicBezTo>
                    <a:cubicBezTo>
                      <a:pt x="91" y="103"/>
                      <a:pt x="176" y="150"/>
                      <a:pt x="175" y="166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08" y="13"/>
                      <a:pt x="108" y="13"/>
                      <a:pt x="108" y="13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209">
                <a:extLst>
                  <a:ext uri="{FF2B5EF4-FFF2-40B4-BE49-F238E27FC236}">
                    <a16:creationId xmlns:a16="http://schemas.microsoft.com/office/drawing/2014/main" id="{B5F4D440-CBAB-4988-A1BB-CFD39F7C0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674"/>
                <a:ext cx="407" cy="369"/>
              </a:xfrm>
              <a:custGeom>
                <a:avLst/>
                <a:gdLst>
                  <a:gd name="T0" fmla="*/ 69 w 175"/>
                  <a:gd name="T1" fmla="*/ 0 h 159"/>
                  <a:gd name="T2" fmla="*/ 62 w 175"/>
                  <a:gd name="T3" fmla="*/ 83 h 159"/>
                  <a:gd name="T4" fmla="*/ 7 w 175"/>
                  <a:gd name="T5" fmla="*/ 84 h 159"/>
                  <a:gd name="T6" fmla="*/ 0 w 175"/>
                  <a:gd name="T7" fmla="*/ 133 h 159"/>
                  <a:gd name="T8" fmla="*/ 175 w 175"/>
                  <a:gd name="T9" fmla="*/ 159 h 159"/>
                  <a:gd name="T10" fmla="*/ 175 w 175"/>
                  <a:gd name="T11" fmla="*/ 159 h 159"/>
                  <a:gd name="T12" fmla="*/ 91 w 175"/>
                  <a:gd name="T13" fmla="*/ 96 h 159"/>
                  <a:gd name="T14" fmla="*/ 91 w 175"/>
                  <a:gd name="T15" fmla="*/ 96 h 159"/>
                  <a:gd name="T16" fmla="*/ 91 w 175"/>
                  <a:gd name="T17" fmla="*/ 96 h 159"/>
                  <a:gd name="T18" fmla="*/ 108 w 175"/>
                  <a:gd name="T19" fmla="*/ 6 h 159"/>
                  <a:gd name="T20" fmla="*/ 69 w 175"/>
                  <a:gd name="T21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5" h="159">
                    <a:moveTo>
                      <a:pt x="69" y="0"/>
                    </a:moveTo>
                    <a:cubicBezTo>
                      <a:pt x="62" y="83"/>
                      <a:pt x="62" y="83"/>
                      <a:pt x="62" y="83"/>
                    </a:cubicBezTo>
                    <a:cubicBezTo>
                      <a:pt x="7" y="84"/>
                      <a:pt x="7" y="84"/>
                      <a:pt x="7" y="84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175" y="159"/>
                      <a:pt x="175" y="159"/>
                      <a:pt x="175" y="159"/>
                    </a:cubicBezTo>
                    <a:cubicBezTo>
                      <a:pt x="175" y="159"/>
                      <a:pt x="175" y="159"/>
                      <a:pt x="175" y="159"/>
                    </a:cubicBezTo>
                    <a:cubicBezTo>
                      <a:pt x="175" y="142"/>
                      <a:pt x="91" y="96"/>
                      <a:pt x="91" y="96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108" y="6"/>
                      <a:pt x="108" y="6"/>
                      <a:pt x="108" y="6"/>
                    </a:cubicBezTo>
                    <a:cubicBezTo>
                      <a:pt x="69" y="0"/>
                      <a:pt x="69" y="0"/>
                      <a:pt x="69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210">
                <a:extLst>
                  <a:ext uri="{FF2B5EF4-FFF2-40B4-BE49-F238E27FC236}">
                    <a16:creationId xmlns:a16="http://schemas.microsoft.com/office/drawing/2014/main" id="{6171FF40-8860-4EF3-8114-701D1F941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3857"/>
                <a:ext cx="32" cy="35"/>
              </a:xfrm>
              <a:custGeom>
                <a:avLst/>
                <a:gdLst>
                  <a:gd name="T0" fmla="*/ 6 w 14"/>
                  <a:gd name="T1" fmla="*/ 1 h 15"/>
                  <a:gd name="T2" fmla="*/ 0 w 14"/>
                  <a:gd name="T3" fmla="*/ 8 h 15"/>
                  <a:gd name="T4" fmla="*/ 7 w 14"/>
                  <a:gd name="T5" fmla="*/ 14 h 15"/>
                  <a:gd name="T6" fmla="*/ 14 w 14"/>
                  <a:gd name="T7" fmla="*/ 7 h 15"/>
                  <a:gd name="T8" fmla="*/ 5 w 14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5">
                    <a:moveTo>
                      <a:pt x="6" y="1"/>
                    </a:moveTo>
                    <a:cubicBezTo>
                      <a:pt x="2" y="1"/>
                      <a:pt x="0" y="5"/>
                      <a:pt x="0" y="8"/>
                    </a:cubicBezTo>
                    <a:cubicBezTo>
                      <a:pt x="0" y="12"/>
                      <a:pt x="4" y="15"/>
                      <a:pt x="7" y="14"/>
                    </a:cubicBezTo>
                    <a:cubicBezTo>
                      <a:pt x="11" y="14"/>
                      <a:pt x="14" y="10"/>
                      <a:pt x="14" y="7"/>
                    </a:cubicBezTo>
                    <a:cubicBezTo>
                      <a:pt x="13" y="3"/>
                      <a:pt x="9" y="0"/>
                      <a:pt x="5" y="1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211">
                <a:extLst>
                  <a:ext uri="{FF2B5EF4-FFF2-40B4-BE49-F238E27FC236}">
                    <a16:creationId xmlns:a16="http://schemas.microsoft.com/office/drawing/2014/main" id="{AB30D450-1A8D-4AB1-90DD-78817811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3950"/>
                <a:ext cx="410" cy="93"/>
              </a:xfrm>
              <a:custGeom>
                <a:avLst/>
                <a:gdLst>
                  <a:gd name="T0" fmla="*/ 0 w 176"/>
                  <a:gd name="T1" fmla="*/ 14 h 40"/>
                  <a:gd name="T2" fmla="*/ 3 w 176"/>
                  <a:gd name="T3" fmla="*/ 0 h 40"/>
                  <a:gd name="T4" fmla="*/ 169 w 176"/>
                  <a:gd name="T5" fmla="*/ 31 h 40"/>
                  <a:gd name="T6" fmla="*/ 175 w 176"/>
                  <a:gd name="T7" fmla="*/ 40 h 40"/>
                  <a:gd name="T8" fmla="*/ 0 w 176"/>
                  <a:gd name="T9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40">
                    <a:moveTo>
                      <a:pt x="0" y="14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69" y="31"/>
                      <a:pt x="169" y="31"/>
                      <a:pt x="169" y="31"/>
                    </a:cubicBezTo>
                    <a:cubicBezTo>
                      <a:pt x="169" y="31"/>
                      <a:pt x="176" y="35"/>
                      <a:pt x="175" y="40"/>
                    </a:cubicBez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212">
                <a:extLst>
                  <a:ext uri="{FF2B5EF4-FFF2-40B4-BE49-F238E27FC236}">
                    <a16:creationId xmlns:a16="http://schemas.microsoft.com/office/drawing/2014/main" id="{01626991-CF8C-4827-985F-F7842CCAA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3890"/>
                <a:ext cx="42" cy="23"/>
              </a:xfrm>
              <a:custGeom>
                <a:avLst/>
                <a:gdLst>
                  <a:gd name="T0" fmla="*/ 18 w 18"/>
                  <a:gd name="T1" fmla="*/ 2 h 10"/>
                  <a:gd name="T2" fmla="*/ 9 w 18"/>
                  <a:gd name="T3" fmla="*/ 5 h 10"/>
                  <a:gd name="T4" fmla="*/ 1 w 18"/>
                  <a:gd name="T5" fmla="*/ 10 h 10"/>
                  <a:gd name="T6" fmla="*/ 7 w 18"/>
                  <a:gd name="T7" fmla="*/ 2 h 10"/>
                  <a:gd name="T8" fmla="*/ 18 w 18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0">
                    <a:moveTo>
                      <a:pt x="18" y="2"/>
                    </a:moveTo>
                    <a:cubicBezTo>
                      <a:pt x="18" y="3"/>
                      <a:pt x="13" y="3"/>
                      <a:pt x="9" y="5"/>
                    </a:cubicBezTo>
                    <a:cubicBezTo>
                      <a:pt x="4" y="7"/>
                      <a:pt x="1" y="10"/>
                      <a:pt x="1" y="10"/>
                    </a:cubicBezTo>
                    <a:cubicBezTo>
                      <a:pt x="0" y="9"/>
                      <a:pt x="2" y="5"/>
                      <a:pt x="7" y="2"/>
                    </a:cubicBezTo>
                    <a:cubicBezTo>
                      <a:pt x="13" y="0"/>
                      <a:pt x="18" y="1"/>
                      <a:pt x="18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213">
                <a:extLst>
                  <a:ext uri="{FF2B5EF4-FFF2-40B4-BE49-F238E27FC236}">
                    <a16:creationId xmlns:a16="http://schemas.microsoft.com/office/drawing/2014/main" id="{574A9F1A-1B57-4D2E-9545-10BD2308A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3916"/>
                <a:ext cx="33" cy="30"/>
              </a:xfrm>
              <a:custGeom>
                <a:avLst/>
                <a:gdLst>
                  <a:gd name="T0" fmla="*/ 14 w 14"/>
                  <a:gd name="T1" fmla="*/ 1 h 13"/>
                  <a:gd name="T2" fmla="*/ 7 w 14"/>
                  <a:gd name="T3" fmla="*/ 6 h 13"/>
                  <a:gd name="T4" fmla="*/ 1 w 14"/>
                  <a:gd name="T5" fmla="*/ 13 h 13"/>
                  <a:gd name="T6" fmla="*/ 5 w 14"/>
                  <a:gd name="T7" fmla="*/ 4 h 13"/>
                  <a:gd name="T8" fmla="*/ 14 w 14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14" y="1"/>
                    </a:moveTo>
                    <a:cubicBezTo>
                      <a:pt x="14" y="2"/>
                      <a:pt x="10" y="3"/>
                      <a:pt x="7" y="6"/>
                    </a:cubicBezTo>
                    <a:cubicBezTo>
                      <a:pt x="3" y="9"/>
                      <a:pt x="2" y="13"/>
                      <a:pt x="1" y="13"/>
                    </a:cubicBezTo>
                    <a:cubicBezTo>
                      <a:pt x="0" y="13"/>
                      <a:pt x="0" y="8"/>
                      <a:pt x="5" y="4"/>
                    </a:cubicBezTo>
                    <a:cubicBezTo>
                      <a:pt x="9" y="0"/>
                      <a:pt x="14" y="1"/>
                      <a:pt x="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214">
                <a:extLst>
                  <a:ext uri="{FF2B5EF4-FFF2-40B4-BE49-F238E27FC236}">
                    <a16:creationId xmlns:a16="http://schemas.microsoft.com/office/drawing/2014/main" id="{F701F274-2254-4776-8D33-EF6DABE6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8" y="3941"/>
                <a:ext cx="23" cy="33"/>
              </a:xfrm>
              <a:custGeom>
                <a:avLst/>
                <a:gdLst>
                  <a:gd name="T0" fmla="*/ 1 w 10"/>
                  <a:gd name="T1" fmla="*/ 14 h 14"/>
                  <a:gd name="T2" fmla="*/ 3 w 10"/>
                  <a:gd name="T3" fmla="*/ 5 h 14"/>
                  <a:gd name="T4" fmla="*/ 10 w 10"/>
                  <a:gd name="T5" fmla="*/ 0 h 14"/>
                  <a:gd name="T6" fmla="*/ 5 w 10"/>
                  <a:gd name="T7" fmla="*/ 7 h 14"/>
                  <a:gd name="T8" fmla="*/ 1 w 10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" y="14"/>
                    </a:moveTo>
                    <a:cubicBezTo>
                      <a:pt x="0" y="14"/>
                      <a:pt x="0" y="10"/>
                      <a:pt x="3" y="5"/>
                    </a:cubicBezTo>
                    <a:cubicBezTo>
                      <a:pt x="5" y="1"/>
                      <a:pt x="10" y="0"/>
                      <a:pt x="10" y="0"/>
                    </a:cubicBezTo>
                    <a:cubicBezTo>
                      <a:pt x="10" y="1"/>
                      <a:pt x="7" y="3"/>
                      <a:pt x="5" y="7"/>
                    </a:cubicBezTo>
                    <a:cubicBezTo>
                      <a:pt x="3" y="10"/>
                      <a:pt x="2" y="14"/>
                      <a:pt x="1" y="1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215">
                <a:extLst>
                  <a:ext uri="{FF2B5EF4-FFF2-40B4-BE49-F238E27FC236}">
                    <a16:creationId xmlns:a16="http://schemas.microsoft.com/office/drawing/2014/main" id="{4F0DEEC1-A443-4B32-A6DE-064FFE99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5" y="3834"/>
                <a:ext cx="44" cy="14"/>
              </a:xfrm>
              <a:custGeom>
                <a:avLst/>
                <a:gdLst>
                  <a:gd name="T0" fmla="*/ 18 w 19"/>
                  <a:gd name="T1" fmla="*/ 5 h 6"/>
                  <a:gd name="T2" fmla="*/ 9 w 19"/>
                  <a:gd name="T3" fmla="*/ 4 h 6"/>
                  <a:gd name="T4" fmla="*/ 0 w 19"/>
                  <a:gd name="T5" fmla="*/ 4 h 6"/>
                  <a:gd name="T6" fmla="*/ 9 w 19"/>
                  <a:gd name="T7" fmla="*/ 1 h 6"/>
                  <a:gd name="T8" fmla="*/ 18 w 19"/>
                  <a:gd name="T9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6">
                    <a:moveTo>
                      <a:pt x="18" y="5"/>
                    </a:moveTo>
                    <a:cubicBezTo>
                      <a:pt x="18" y="6"/>
                      <a:pt x="14" y="4"/>
                      <a:pt x="9" y="4"/>
                    </a:cubicBezTo>
                    <a:cubicBezTo>
                      <a:pt x="4" y="3"/>
                      <a:pt x="0" y="4"/>
                      <a:pt x="0" y="4"/>
                    </a:cubicBezTo>
                    <a:cubicBezTo>
                      <a:pt x="0" y="3"/>
                      <a:pt x="4" y="0"/>
                      <a:pt x="9" y="1"/>
                    </a:cubicBezTo>
                    <a:cubicBezTo>
                      <a:pt x="15" y="1"/>
                      <a:pt x="19" y="5"/>
                      <a:pt x="18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216">
                <a:extLst>
                  <a:ext uri="{FF2B5EF4-FFF2-40B4-BE49-F238E27FC236}">
                    <a16:creationId xmlns:a16="http://schemas.microsoft.com/office/drawing/2014/main" id="{FB1D7A98-9758-49E1-8363-B252EAC45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3739"/>
                <a:ext cx="419" cy="332"/>
              </a:xfrm>
              <a:custGeom>
                <a:avLst/>
                <a:gdLst>
                  <a:gd name="T0" fmla="*/ 88 w 180"/>
                  <a:gd name="T1" fmla="*/ 0 h 143"/>
                  <a:gd name="T2" fmla="*/ 87 w 180"/>
                  <a:gd name="T3" fmla="*/ 91 h 143"/>
                  <a:gd name="T4" fmla="*/ 180 w 180"/>
                  <a:gd name="T5" fmla="*/ 140 h 143"/>
                  <a:gd name="T6" fmla="*/ 4 w 180"/>
                  <a:gd name="T7" fmla="*/ 143 h 143"/>
                  <a:gd name="T8" fmla="*/ 0 w 180"/>
                  <a:gd name="T9" fmla="*/ 1 h 143"/>
                  <a:gd name="T10" fmla="*/ 88 w 180"/>
                  <a:gd name="T11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0" h="143">
                    <a:moveTo>
                      <a:pt x="88" y="0"/>
                    </a:moveTo>
                    <a:cubicBezTo>
                      <a:pt x="87" y="91"/>
                      <a:pt x="87" y="91"/>
                      <a:pt x="87" y="91"/>
                    </a:cubicBezTo>
                    <a:cubicBezTo>
                      <a:pt x="87" y="91"/>
                      <a:pt x="179" y="123"/>
                      <a:pt x="180" y="140"/>
                    </a:cubicBezTo>
                    <a:cubicBezTo>
                      <a:pt x="4" y="143"/>
                      <a:pt x="4" y="143"/>
                      <a:pt x="4" y="143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217">
                <a:extLst>
                  <a:ext uri="{FF2B5EF4-FFF2-40B4-BE49-F238E27FC236}">
                    <a16:creationId xmlns:a16="http://schemas.microsoft.com/office/drawing/2014/main" id="{8841034B-6EA5-46F1-9D73-46FA05FF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3929"/>
                <a:ext cx="38" cy="38"/>
              </a:xfrm>
              <a:custGeom>
                <a:avLst/>
                <a:gdLst>
                  <a:gd name="T0" fmla="*/ 6 w 16"/>
                  <a:gd name="T1" fmla="*/ 2 h 16"/>
                  <a:gd name="T2" fmla="*/ 1 w 16"/>
                  <a:gd name="T3" fmla="*/ 10 h 16"/>
                  <a:gd name="T4" fmla="*/ 10 w 16"/>
                  <a:gd name="T5" fmla="*/ 15 h 16"/>
                  <a:gd name="T6" fmla="*/ 15 w 16"/>
                  <a:gd name="T7" fmla="*/ 6 h 16"/>
                  <a:gd name="T8" fmla="*/ 6 w 16"/>
                  <a:gd name="T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6" y="2"/>
                    </a:moveTo>
                    <a:cubicBezTo>
                      <a:pt x="3" y="3"/>
                      <a:pt x="0" y="7"/>
                      <a:pt x="1" y="10"/>
                    </a:cubicBezTo>
                    <a:cubicBezTo>
                      <a:pt x="2" y="14"/>
                      <a:pt x="6" y="16"/>
                      <a:pt x="10" y="15"/>
                    </a:cubicBezTo>
                    <a:cubicBezTo>
                      <a:pt x="13" y="14"/>
                      <a:pt x="16" y="10"/>
                      <a:pt x="15" y="6"/>
                    </a:cubicBezTo>
                    <a:cubicBezTo>
                      <a:pt x="13" y="3"/>
                      <a:pt x="9" y="0"/>
                      <a:pt x="6" y="2"/>
                    </a:cubicBezTo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218">
                <a:extLst>
                  <a:ext uri="{FF2B5EF4-FFF2-40B4-BE49-F238E27FC236}">
                    <a16:creationId xmlns:a16="http://schemas.microsoft.com/office/drawing/2014/main" id="{4B48C223-8692-4907-A7BD-6A9A0AC0D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4036"/>
                <a:ext cx="412" cy="35"/>
              </a:xfrm>
              <a:custGeom>
                <a:avLst/>
                <a:gdLst>
                  <a:gd name="T0" fmla="*/ 0 w 177"/>
                  <a:gd name="T1" fmla="*/ 15 h 15"/>
                  <a:gd name="T2" fmla="*/ 0 w 177"/>
                  <a:gd name="T3" fmla="*/ 0 h 15"/>
                  <a:gd name="T4" fmla="*/ 169 w 177"/>
                  <a:gd name="T5" fmla="*/ 3 h 15"/>
                  <a:gd name="T6" fmla="*/ 176 w 177"/>
                  <a:gd name="T7" fmla="*/ 12 h 15"/>
                  <a:gd name="T8" fmla="*/ 0 w 177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15">
                    <a:moveTo>
                      <a:pt x="0" y="1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69" y="3"/>
                      <a:pt x="169" y="3"/>
                      <a:pt x="169" y="3"/>
                    </a:cubicBezTo>
                    <a:cubicBezTo>
                      <a:pt x="169" y="3"/>
                      <a:pt x="177" y="6"/>
                      <a:pt x="176" y="12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219">
                <a:extLst>
                  <a:ext uri="{FF2B5EF4-FFF2-40B4-BE49-F238E27FC236}">
                    <a16:creationId xmlns:a16="http://schemas.microsoft.com/office/drawing/2014/main" id="{4A1112EE-D4D8-40B9-963C-EE0469FC5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3943"/>
                <a:ext cx="39" cy="28"/>
              </a:xfrm>
              <a:custGeom>
                <a:avLst/>
                <a:gdLst>
                  <a:gd name="T0" fmla="*/ 17 w 17"/>
                  <a:gd name="T1" fmla="*/ 2 h 12"/>
                  <a:gd name="T2" fmla="*/ 8 w 17"/>
                  <a:gd name="T3" fmla="*/ 6 h 12"/>
                  <a:gd name="T4" fmla="*/ 1 w 17"/>
                  <a:gd name="T5" fmla="*/ 12 h 12"/>
                  <a:gd name="T6" fmla="*/ 7 w 17"/>
                  <a:gd name="T7" fmla="*/ 3 h 12"/>
                  <a:gd name="T8" fmla="*/ 17 w 17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2">
                    <a:moveTo>
                      <a:pt x="17" y="2"/>
                    </a:moveTo>
                    <a:cubicBezTo>
                      <a:pt x="17" y="2"/>
                      <a:pt x="12" y="3"/>
                      <a:pt x="8" y="6"/>
                    </a:cubicBezTo>
                    <a:cubicBezTo>
                      <a:pt x="4" y="8"/>
                      <a:pt x="2" y="12"/>
                      <a:pt x="1" y="12"/>
                    </a:cubicBezTo>
                    <a:cubicBezTo>
                      <a:pt x="0" y="12"/>
                      <a:pt x="1" y="7"/>
                      <a:pt x="7" y="3"/>
                    </a:cubicBezTo>
                    <a:cubicBezTo>
                      <a:pt x="12" y="0"/>
                      <a:pt x="17" y="1"/>
                      <a:pt x="17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220">
                <a:extLst>
                  <a:ext uri="{FF2B5EF4-FFF2-40B4-BE49-F238E27FC236}">
                    <a16:creationId xmlns:a16="http://schemas.microsoft.com/office/drawing/2014/main" id="{9D4B287E-C44D-4CFF-8CE2-D6CBD1738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3962"/>
                <a:ext cx="31" cy="35"/>
              </a:xfrm>
              <a:custGeom>
                <a:avLst/>
                <a:gdLst>
                  <a:gd name="T0" fmla="*/ 12 w 13"/>
                  <a:gd name="T1" fmla="*/ 1 h 15"/>
                  <a:gd name="T2" fmla="*/ 6 w 13"/>
                  <a:gd name="T3" fmla="*/ 7 h 15"/>
                  <a:gd name="T4" fmla="*/ 2 w 13"/>
                  <a:gd name="T5" fmla="*/ 14 h 15"/>
                  <a:gd name="T6" fmla="*/ 4 w 13"/>
                  <a:gd name="T7" fmla="*/ 5 h 15"/>
                  <a:gd name="T8" fmla="*/ 12 w 13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12" y="1"/>
                    </a:moveTo>
                    <a:cubicBezTo>
                      <a:pt x="13" y="2"/>
                      <a:pt x="9" y="3"/>
                      <a:pt x="6" y="7"/>
                    </a:cubicBezTo>
                    <a:cubicBezTo>
                      <a:pt x="3" y="11"/>
                      <a:pt x="2" y="15"/>
                      <a:pt x="2" y="14"/>
                    </a:cubicBezTo>
                    <a:cubicBezTo>
                      <a:pt x="1" y="15"/>
                      <a:pt x="0" y="10"/>
                      <a:pt x="4" y="5"/>
                    </a:cubicBezTo>
                    <a:cubicBezTo>
                      <a:pt x="7" y="1"/>
                      <a:pt x="12" y="0"/>
                      <a:pt x="1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221">
                <a:extLst>
                  <a:ext uri="{FF2B5EF4-FFF2-40B4-BE49-F238E27FC236}">
                    <a16:creationId xmlns:a16="http://schemas.microsoft.com/office/drawing/2014/main" id="{4C2DF373-5718-4642-9591-4CBCF958C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3978"/>
                <a:ext cx="21" cy="38"/>
              </a:xfrm>
              <a:custGeom>
                <a:avLst/>
                <a:gdLst>
                  <a:gd name="T0" fmla="*/ 2 w 9"/>
                  <a:gd name="T1" fmla="*/ 16 h 16"/>
                  <a:gd name="T2" fmla="*/ 2 w 9"/>
                  <a:gd name="T3" fmla="*/ 7 h 16"/>
                  <a:gd name="T4" fmla="*/ 9 w 9"/>
                  <a:gd name="T5" fmla="*/ 1 h 16"/>
                  <a:gd name="T6" fmla="*/ 5 w 9"/>
                  <a:gd name="T7" fmla="*/ 8 h 16"/>
                  <a:gd name="T8" fmla="*/ 2 w 9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2" y="16"/>
                    </a:moveTo>
                    <a:cubicBezTo>
                      <a:pt x="2" y="16"/>
                      <a:pt x="0" y="12"/>
                      <a:pt x="2" y="7"/>
                    </a:cubicBezTo>
                    <a:cubicBezTo>
                      <a:pt x="4" y="2"/>
                      <a:pt x="8" y="0"/>
                      <a:pt x="9" y="1"/>
                    </a:cubicBezTo>
                    <a:cubicBezTo>
                      <a:pt x="9" y="2"/>
                      <a:pt x="7" y="4"/>
                      <a:pt x="5" y="8"/>
                    </a:cubicBezTo>
                    <a:cubicBezTo>
                      <a:pt x="3" y="12"/>
                      <a:pt x="3" y="16"/>
                      <a:pt x="2" y="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22">
                <a:extLst>
                  <a:ext uri="{FF2B5EF4-FFF2-40B4-BE49-F238E27FC236}">
                    <a16:creationId xmlns:a16="http://schemas.microsoft.com/office/drawing/2014/main" id="{85E969B1-B9B2-448E-B5FA-7A9D1FB7F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3890"/>
                <a:ext cx="44" cy="14"/>
              </a:xfrm>
              <a:custGeom>
                <a:avLst/>
                <a:gdLst>
                  <a:gd name="T0" fmla="*/ 19 w 19"/>
                  <a:gd name="T1" fmla="*/ 4 h 6"/>
                  <a:gd name="T2" fmla="*/ 10 w 19"/>
                  <a:gd name="T3" fmla="*/ 4 h 6"/>
                  <a:gd name="T4" fmla="*/ 1 w 19"/>
                  <a:gd name="T5" fmla="*/ 5 h 6"/>
                  <a:gd name="T6" fmla="*/ 9 w 19"/>
                  <a:gd name="T7" fmla="*/ 1 h 6"/>
                  <a:gd name="T8" fmla="*/ 19 w 19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6">
                    <a:moveTo>
                      <a:pt x="19" y="4"/>
                    </a:moveTo>
                    <a:cubicBezTo>
                      <a:pt x="18" y="5"/>
                      <a:pt x="14" y="3"/>
                      <a:pt x="10" y="4"/>
                    </a:cubicBezTo>
                    <a:cubicBezTo>
                      <a:pt x="5" y="4"/>
                      <a:pt x="1" y="6"/>
                      <a:pt x="1" y="5"/>
                    </a:cubicBezTo>
                    <a:cubicBezTo>
                      <a:pt x="0" y="5"/>
                      <a:pt x="4" y="1"/>
                      <a:pt x="9" y="1"/>
                    </a:cubicBezTo>
                    <a:cubicBezTo>
                      <a:pt x="15" y="0"/>
                      <a:pt x="19" y="3"/>
                      <a:pt x="19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23">
                <a:extLst>
                  <a:ext uri="{FF2B5EF4-FFF2-40B4-BE49-F238E27FC236}">
                    <a16:creationId xmlns:a16="http://schemas.microsoft.com/office/drawing/2014/main" id="{0B39D4E4-7C29-4164-8013-140B7B3F0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094"/>
                <a:ext cx="519" cy="1780"/>
              </a:xfrm>
              <a:custGeom>
                <a:avLst/>
                <a:gdLst>
                  <a:gd name="T0" fmla="*/ 0 w 223"/>
                  <a:gd name="T1" fmla="*/ 0 h 765"/>
                  <a:gd name="T2" fmla="*/ 2 w 223"/>
                  <a:gd name="T3" fmla="*/ 90 h 765"/>
                  <a:gd name="T4" fmla="*/ 29 w 223"/>
                  <a:gd name="T5" fmla="*/ 370 h 765"/>
                  <a:gd name="T6" fmla="*/ 15 w 223"/>
                  <a:gd name="T7" fmla="*/ 583 h 765"/>
                  <a:gd name="T8" fmla="*/ 24 w 223"/>
                  <a:gd name="T9" fmla="*/ 765 h 765"/>
                  <a:gd name="T10" fmla="*/ 136 w 223"/>
                  <a:gd name="T11" fmla="*/ 762 h 765"/>
                  <a:gd name="T12" fmla="*/ 166 w 223"/>
                  <a:gd name="T13" fmla="*/ 374 h 765"/>
                  <a:gd name="T14" fmla="*/ 185 w 223"/>
                  <a:gd name="T15" fmla="*/ 133 h 765"/>
                  <a:gd name="T16" fmla="*/ 223 w 223"/>
                  <a:gd name="T17" fmla="*/ 6 h 765"/>
                  <a:gd name="T18" fmla="*/ 0 w 223"/>
                  <a:gd name="T19" fmla="*/ 0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765">
                    <a:moveTo>
                      <a:pt x="0" y="0"/>
                    </a:moveTo>
                    <a:cubicBezTo>
                      <a:pt x="2" y="90"/>
                      <a:pt x="2" y="90"/>
                      <a:pt x="2" y="90"/>
                    </a:cubicBezTo>
                    <a:cubicBezTo>
                      <a:pt x="29" y="370"/>
                      <a:pt x="29" y="370"/>
                      <a:pt x="29" y="370"/>
                    </a:cubicBezTo>
                    <a:cubicBezTo>
                      <a:pt x="29" y="370"/>
                      <a:pt x="20" y="506"/>
                      <a:pt x="15" y="583"/>
                    </a:cubicBezTo>
                    <a:cubicBezTo>
                      <a:pt x="10" y="649"/>
                      <a:pt x="24" y="765"/>
                      <a:pt x="24" y="765"/>
                    </a:cubicBezTo>
                    <a:cubicBezTo>
                      <a:pt x="136" y="762"/>
                      <a:pt x="136" y="762"/>
                      <a:pt x="136" y="762"/>
                    </a:cubicBezTo>
                    <a:cubicBezTo>
                      <a:pt x="166" y="374"/>
                      <a:pt x="166" y="374"/>
                      <a:pt x="166" y="374"/>
                    </a:cubicBezTo>
                    <a:cubicBezTo>
                      <a:pt x="185" y="133"/>
                      <a:pt x="185" y="133"/>
                      <a:pt x="185" y="133"/>
                    </a:cubicBezTo>
                    <a:cubicBezTo>
                      <a:pt x="223" y="6"/>
                      <a:pt x="223" y="6"/>
                      <a:pt x="223" y="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4">
                <a:extLst>
                  <a:ext uri="{FF2B5EF4-FFF2-40B4-BE49-F238E27FC236}">
                    <a16:creationId xmlns:a16="http://schemas.microsoft.com/office/drawing/2014/main" id="{A550E5F7-B86F-4E83-9FFB-25415C180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2094"/>
                <a:ext cx="414" cy="1691"/>
              </a:xfrm>
              <a:custGeom>
                <a:avLst/>
                <a:gdLst>
                  <a:gd name="T0" fmla="*/ 171 w 178"/>
                  <a:gd name="T1" fmla="*/ 21 h 727"/>
                  <a:gd name="T2" fmla="*/ 178 w 178"/>
                  <a:gd name="T3" fmla="*/ 386 h 727"/>
                  <a:gd name="T4" fmla="*/ 169 w 178"/>
                  <a:gd name="T5" fmla="*/ 441 h 727"/>
                  <a:gd name="T6" fmla="*/ 72 w 178"/>
                  <a:gd name="T7" fmla="*/ 710 h 727"/>
                  <a:gd name="T8" fmla="*/ 67 w 178"/>
                  <a:gd name="T9" fmla="*/ 727 h 727"/>
                  <a:gd name="T10" fmla="*/ 0 w 178"/>
                  <a:gd name="T11" fmla="*/ 713 h 727"/>
                  <a:gd name="T12" fmla="*/ 33 w 178"/>
                  <a:gd name="T13" fmla="*/ 0 h 727"/>
                  <a:gd name="T14" fmla="*/ 171 w 178"/>
                  <a:gd name="T15" fmla="*/ 21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8" h="727">
                    <a:moveTo>
                      <a:pt x="171" y="21"/>
                    </a:moveTo>
                    <a:cubicBezTo>
                      <a:pt x="178" y="386"/>
                      <a:pt x="178" y="386"/>
                      <a:pt x="178" y="386"/>
                    </a:cubicBezTo>
                    <a:cubicBezTo>
                      <a:pt x="178" y="405"/>
                      <a:pt x="175" y="423"/>
                      <a:pt x="169" y="441"/>
                    </a:cubicBezTo>
                    <a:cubicBezTo>
                      <a:pt x="72" y="710"/>
                      <a:pt x="72" y="710"/>
                      <a:pt x="72" y="710"/>
                    </a:cubicBezTo>
                    <a:cubicBezTo>
                      <a:pt x="67" y="727"/>
                      <a:pt x="67" y="727"/>
                      <a:pt x="67" y="727"/>
                    </a:cubicBezTo>
                    <a:cubicBezTo>
                      <a:pt x="0" y="713"/>
                      <a:pt x="0" y="713"/>
                      <a:pt x="0" y="71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171" y="2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5">
                <a:extLst>
                  <a:ext uri="{FF2B5EF4-FFF2-40B4-BE49-F238E27FC236}">
                    <a16:creationId xmlns:a16="http://schemas.microsoft.com/office/drawing/2014/main" id="{F692865C-A797-4821-B4DA-7653694AD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92"/>
                <a:ext cx="111" cy="1575"/>
              </a:xfrm>
              <a:custGeom>
                <a:avLst/>
                <a:gdLst>
                  <a:gd name="T0" fmla="*/ 47 w 48"/>
                  <a:gd name="T1" fmla="*/ 0 h 677"/>
                  <a:gd name="T2" fmla="*/ 48 w 48"/>
                  <a:gd name="T3" fmla="*/ 2 h 677"/>
                  <a:gd name="T4" fmla="*/ 48 w 48"/>
                  <a:gd name="T5" fmla="*/ 7 h 677"/>
                  <a:gd name="T6" fmla="*/ 48 w 48"/>
                  <a:gd name="T7" fmla="*/ 27 h 677"/>
                  <a:gd name="T8" fmla="*/ 46 w 48"/>
                  <a:gd name="T9" fmla="*/ 100 h 677"/>
                  <a:gd name="T10" fmla="*/ 33 w 48"/>
                  <a:gd name="T11" fmla="*/ 339 h 677"/>
                  <a:gd name="T12" fmla="*/ 11 w 48"/>
                  <a:gd name="T13" fmla="*/ 578 h 677"/>
                  <a:gd name="T14" fmla="*/ 3 w 48"/>
                  <a:gd name="T15" fmla="*/ 651 h 677"/>
                  <a:gd name="T16" fmla="*/ 1 w 48"/>
                  <a:gd name="T17" fmla="*/ 670 h 677"/>
                  <a:gd name="T18" fmla="*/ 0 w 48"/>
                  <a:gd name="T19" fmla="*/ 675 h 677"/>
                  <a:gd name="T20" fmla="*/ 0 w 48"/>
                  <a:gd name="T21" fmla="*/ 677 h 677"/>
                  <a:gd name="T22" fmla="*/ 0 w 48"/>
                  <a:gd name="T23" fmla="*/ 675 h 677"/>
                  <a:gd name="T24" fmla="*/ 1 w 48"/>
                  <a:gd name="T25" fmla="*/ 670 h 677"/>
                  <a:gd name="T26" fmla="*/ 2 w 48"/>
                  <a:gd name="T27" fmla="*/ 650 h 677"/>
                  <a:gd name="T28" fmla="*/ 9 w 48"/>
                  <a:gd name="T29" fmla="*/ 578 h 677"/>
                  <a:gd name="T30" fmla="*/ 31 w 48"/>
                  <a:gd name="T31" fmla="*/ 339 h 677"/>
                  <a:gd name="T32" fmla="*/ 45 w 48"/>
                  <a:gd name="T33" fmla="*/ 100 h 677"/>
                  <a:gd name="T34" fmla="*/ 47 w 48"/>
                  <a:gd name="T35" fmla="*/ 27 h 677"/>
                  <a:gd name="T36" fmla="*/ 47 w 48"/>
                  <a:gd name="T37" fmla="*/ 7 h 677"/>
                  <a:gd name="T38" fmla="*/ 47 w 48"/>
                  <a:gd name="T39" fmla="*/ 2 h 677"/>
                  <a:gd name="T40" fmla="*/ 47 w 48"/>
                  <a:gd name="T41" fmla="*/ 0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677">
                    <a:moveTo>
                      <a:pt x="47" y="0"/>
                    </a:moveTo>
                    <a:cubicBezTo>
                      <a:pt x="48" y="0"/>
                      <a:pt x="48" y="1"/>
                      <a:pt x="48" y="2"/>
                    </a:cubicBezTo>
                    <a:cubicBezTo>
                      <a:pt x="48" y="3"/>
                      <a:pt x="48" y="5"/>
                      <a:pt x="48" y="7"/>
                    </a:cubicBezTo>
                    <a:cubicBezTo>
                      <a:pt x="48" y="12"/>
                      <a:pt x="48" y="18"/>
                      <a:pt x="48" y="27"/>
                    </a:cubicBezTo>
                    <a:cubicBezTo>
                      <a:pt x="48" y="44"/>
                      <a:pt x="47" y="69"/>
                      <a:pt x="46" y="100"/>
                    </a:cubicBezTo>
                    <a:cubicBezTo>
                      <a:pt x="44" y="161"/>
                      <a:pt x="40" y="246"/>
                      <a:pt x="33" y="339"/>
                    </a:cubicBezTo>
                    <a:cubicBezTo>
                      <a:pt x="26" y="433"/>
                      <a:pt x="17" y="517"/>
                      <a:pt x="11" y="578"/>
                    </a:cubicBezTo>
                    <a:cubicBezTo>
                      <a:pt x="8" y="609"/>
                      <a:pt x="5" y="633"/>
                      <a:pt x="3" y="651"/>
                    </a:cubicBezTo>
                    <a:cubicBezTo>
                      <a:pt x="2" y="659"/>
                      <a:pt x="2" y="666"/>
                      <a:pt x="1" y="670"/>
                    </a:cubicBezTo>
                    <a:cubicBezTo>
                      <a:pt x="1" y="672"/>
                      <a:pt x="1" y="674"/>
                      <a:pt x="0" y="675"/>
                    </a:cubicBezTo>
                    <a:cubicBezTo>
                      <a:pt x="0" y="676"/>
                      <a:pt x="0" y="677"/>
                      <a:pt x="0" y="677"/>
                    </a:cubicBezTo>
                    <a:cubicBezTo>
                      <a:pt x="0" y="677"/>
                      <a:pt x="0" y="676"/>
                      <a:pt x="0" y="675"/>
                    </a:cubicBezTo>
                    <a:cubicBezTo>
                      <a:pt x="0" y="674"/>
                      <a:pt x="1" y="672"/>
                      <a:pt x="1" y="670"/>
                    </a:cubicBezTo>
                    <a:cubicBezTo>
                      <a:pt x="1" y="666"/>
                      <a:pt x="2" y="659"/>
                      <a:pt x="2" y="650"/>
                    </a:cubicBezTo>
                    <a:cubicBezTo>
                      <a:pt x="4" y="633"/>
                      <a:pt x="6" y="609"/>
                      <a:pt x="9" y="578"/>
                    </a:cubicBezTo>
                    <a:cubicBezTo>
                      <a:pt x="15" y="517"/>
                      <a:pt x="24" y="433"/>
                      <a:pt x="31" y="339"/>
                    </a:cubicBezTo>
                    <a:cubicBezTo>
                      <a:pt x="38" y="246"/>
                      <a:pt x="43" y="161"/>
                      <a:pt x="45" y="100"/>
                    </a:cubicBezTo>
                    <a:cubicBezTo>
                      <a:pt x="46" y="69"/>
                      <a:pt x="46" y="44"/>
                      <a:pt x="47" y="27"/>
                    </a:cubicBezTo>
                    <a:cubicBezTo>
                      <a:pt x="47" y="18"/>
                      <a:pt x="47" y="12"/>
                      <a:pt x="47" y="7"/>
                    </a:cubicBezTo>
                    <a:cubicBezTo>
                      <a:pt x="47" y="5"/>
                      <a:pt x="47" y="3"/>
                      <a:pt x="47" y="2"/>
                    </a:cubicBezTo>
                    <a:cubicBezTo>
                      <a:pt x="47" y="1"/>
                      <a:pt x="47" y="0"/>
                      <a:pt x="4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26">
                <a:extLst>
                  <a:ext uri="{FF2B5EF4-FFF2-40B4-BE49-F238E27FC236}">
                    <a16:creationId xmlns:a16="http://schemas.microsoft.com/office/drawing/2014/main" id="{B8A13BEA-4DED-4E6B-839E-1D9A89B86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2148"/>
                <a:ext cx="172" cy="146"/>
              </a:xfrm>
              <a:custGeom>
                <a:avLst/>
                <a:gdLst>
                  <a:gd name="T0" fmla="*/ 73 w 74"/>
                  <a:gd name="T1" fmla="*/ 0 h 63"/>
                  <a:gd name="T2" fmla="*/ 73 w 74"/>
                  <a:gd name="T3" fmla="*/ 4 h 63"/>
                  <a:gd name="T4" fmla="*/ 70 w 74"/>
                  <a:gd name="T5" fmla="*/ 15 h 63"/>
                  <a:gd name="T6" fmla="*/ 49 w 74"/>
                  <a:gd name="T7" fmla="*/ 46 h 63"/>
                  <a:gd name="T8" fmla="*/ 15 w 74"/>
                  <a:gd name="T9" fmla="*/ 62 h 63"/>
                  <a:gd name="T10" fmla="*/ 4 w 74"/>
                  <a:gd name="T11" fmla="*/ 63 h 63"/>
                  <a:gd name="T12" fmla="*/ 0 w 74"/>
                  <a:gd name="T13" fmla="*/ 62 h 63"/>
                  <a:gd name="T14" fmla="*/ 15 w 74"/>
                  <a:gd name="T15" fmla="*/ 60 h 63"/>
                  <a:gd name="T16" fmla="*/ 48 w 74"/>
                  <a:gd name="T17" fmla="*/ 44 h 63"/>
                  <a:gd name="T18" fmla="*/ 69 w 74"/>
                  <a:gd name="T19" fmla="*/ 15 h 63"/>
                  <a:gd name="T20" fmla="*/ 73 w 74"/>
                  <a:gd name="T2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63">
                    <a:moveTo>
                      <a:pt x="73" y="0"/>
                    </a:moveTo>
                    <a:cubicBezTo>
                      <a:pt x="74" y="0"/>
                      <a:pt x="73" y="2"/>
                      <a:pt x="73" y="4"/>
                    </a:cubicBezTo>
                    <a:cubicBezTo>
                      <a:pt x="73" y="7"/>
                      <a:pt x="72" y="11"/>
                      <a:pt x="70" y="15"/>
                    </a:cubicBezTo>
                    <a:cubicBezTo>
                      <a:pt x="67" y="24"/>
                      <a:pt x="60" y="36"/>
                      <a:pt x="49" y="46"/>
                    </a:cubicBezTo>
                    <a:cubicBezTo>
                      <a:pt x="38" y="55"/>
                      <a:pt x="25" y="60"/>
                      <a:pt x="15" y="62"/>
                    </a:cubicBezTo>
                    <a:cubicBezTo>
                      <a:pt x="11" y="63"/>
                      <a:pt x="7" y="63"/>
                      <a:pt x="4" y="63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6" y="62"/>
                      <a:pt x="15" y="60"/>
                    </a:cubicBezTo>
                    <a:cubicBezTo>
                      <a:pt x="24" y="58"/>
                      <a:pt x="37" y="54"/>
                      <a:pt x="48" y="44"/>
                    </a:cubicBezTo>
                    <a:cubicBezTo>
                      <a:pt x="59" y="35"/>
                      <a:pt x="65" y="23"/>
                      <a:pt x="69" y="15"/>
                    </a:cubicBezTo>
                    <a:cubicBezTo>
                      <a:pt x="72" y="6"/>
                      <a:pt x="73" y="0"/>
                      <a:pt x="73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27">
                <a:extLst>
                  <a:ext uri="{FF2B5EF4-FFF2-40B4-BE49-F238E27FC236}">
                    <a16:creationId xmlns:a16="http://schemas.microsoft.com/office/drawing/2014/main" id="{AB565B6D-C9C5-4924-B0F4-36471B689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2168"/>
                <a:ext cx="26" cy="28"/>
              </a:xfrm>
              <a:custGeom>
                <a:avLst/>
                <a:gdLst>
                  <a:gd name="T0" fmla="*/ 11 w 11"/>
                  <a:gd name="T1" fmla="*/ 6 h 12"/>
                  <a:gd name="T2" fmla="*/ 6 w 11"/>
                  <a:gd name="T3" fmla="*/ 11 h 12"/>
                  <a:gd name="T4" fmla="*/ 0 w 11"/>
                  <a:gd name="T5" fmla="*/ 6 h 12"/>
                  <a:gd name="T6" fmla="*/ 5 w 11"/>
                  <a:gd name="T7" fmla="*/ 0 h 12"/>
                  <a:gd name="T8" fmla="*/ 11 w 11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2">
                    <a:moveTo>
                      <a:pt x="11" y="6"/>
                    </a:moveTo>
                    <a:cubicBezTo>
                      <a:pt x="11" y="9"/>
                      <a:pt x="9" y="11"/>
                      <a:pt x="6" y="11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9" y="0"/>
                      <a:pt x="11" y="2"/>
                      <a:pt x="11" y="6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28">
                <a:extLst>
                  <a:ext uri="{FF2B5EF4-FFF2-40B4-BE49-F238E27FC236}">
                    <a16:creationId xmlns:a16="http://schemas.microsoft.com/office/drawing/2014/main" id="{65C88D8A-750B-427E-9AEE-2011E8C7B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131"/>
                <a:ext cx="75" cy="151"/>
              </a:xfrm>
              <a:custGeom>
                <a:avLst/>
                <a:gdLst>
                  <a:gd name="T0" fmla="*/ 31 w 32"/>
                  <a:gd name="T1" fmla="*/ 65 h 65"/>
                  <a:gd name="T2" fmla="*/ 23 w 32"/>
                  <a:gd name="T3" fmla="*/ 58 h 65"/>
                  <a:gd name="T4" fmla="*/ 9 w 32"/>
                  <a:gd name="T5" fmla="*/ 36 h 65"/>
                  <a:gd name="T6" fmla="*/ 1 w 32"/>
                  <a:gd name="T7" fmla="*/ 11 h 65"/>
                  <a:gd name="T8" fmla="*/ 0 w 32"/>
                  <a:gd name="T9" fmla="*/ 0 h 65"/>
                  <a:gd name="T10" fmla="*/ 2 w 32"/>
                  <a:gd name="T11" fmla="*/ 10 h 65"/>
                  <a:gd name="T12" fmla="*/ 11 w 32"/>
                  <a:gd name="T13" fmla="*/ 35 h 65"/>
                  <a:gd name="T14" fmla="*/ 24 w 32"/>
                  <a:gd name="T15" fmla="*/ 57 h 65"/>
                  <a:gd name="T16" fmla="*/ 31 w 32"/>
                  <a:gd name="T17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65">
                    <a:moveTo>
                      <a:pt x="31" y="65"/>
                    </a:moveTo>
                    <a:cubicBezTo>
                      <a:pt x="31" y="65"/>
                      <a:pt x="28" y="62"/>
                      <a:pt x="23" y="58"/>
                    </a:cubicBezTo>
                    <a:cubicBezTo>
                      <a:pt x="19" y="53"/>
                      <a:pt x="13" y="45"/>
                      <a:pt x="9" y="36"/>
                    </a:cubicBezTo>
                    <a:cubicBezTo>
                      <a:pt x="4" y="27"/>
                      <a:pt x="2" y="17"/>
                      <a:pt x="1" y="11"/>
                    </a:cubicBezTo>
                    <a:cubicBezTo>
                      <a:pt x="0" y="4"/>
                      <a:pt x="0" y="0"/>
                      <a:pt x="0" y="0"/>
                    </a:cubicBezTo>
                    <a:cubicBezTo>
                      <a:pt x="1" y="0"/>
                      <a:pt x="1" y="4"/>
                      <a:pt x="2" y="10"/>
                    </a:cubicBezTo>
                    <a:cubicBezTo>
                      <a:pt x="4" y="17"/>
                      <a:pt x="6" y="26"/>
                      <a:pt x="11" y="35"/>
                    </a:cubicBezTo>
                    <a:cubicBezTo>
                      <a:pt x="15" y="44"/>
                      <a:pt x="20" y="51"/>
                      <a:pt x="24" y="57"/>
                    </a:cubicBezTo>
                    <a:cubicBezTo>
                      <a:pt x="29" y="62"/>
                      <a:pt x="32" y="65"/>
                      <a:pt x="31" y="65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29">
                <a:extLst>
                  <a:ext uri="{FF2B5EF4-FFF2-40B4-BE49-F238E27FC236}">
                    <a16:creationId xmlns:a16="http://schemas.microsoft.com/office/drawing/2014/main" id="{DB1C42E7-F099-4A57-A763-FD2D606E6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2334"/>
                <a:ext cx="656" cy="560"/>
              </a:xfrm>
              <a:custGeom>
                <a:avLst/>
                <a:gdLst>
                  <a:gd name="T0" fmla="*/ 0 w 656"/>
                  <a:gd name="T1" fmla="*/ 186 h 560"/>
                  <a:gd name="T2" fmla="*/ 489 w 656"/>
                  <a:gd name="T3" fmla="*/ 0 h 560"/>
                  <a:gd name="T4" fmla="*/ 656 w 656"/>
                  <a:gd name="T5" fmla="*/ 381 h 560"/>
                  <a:gd name="T6" fmla="*/ 140 w 656"/>
                  <a:gd name="T7" fmla="*/ 560 h 560"/>
                  <a:gd name="T8" fmla="*/ 0 w 656"/>
                  <a:gd name="T9" fmla="*/ 18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6" h="560">
                    <a:moveTo>
                      <a:pt x="0" y="186"/>
                    </a:moveTo>
                    <a:lnTo>
                      <a:pt x="489" y="0"/>
                    </a:lnTo>
                    <a:lnTo>
                      <a:pt x="656" y="381"/>
                    </a:lnTo>
                    <a:lnTo>
                      <a:pt x="140" y="560"/>
                    </a:lnTo>
                    <a:lnTo>
                      <a:pt x="0" y="186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30">
                <a:extLst>
                  <a:ext uri="{FF2B5EF4-FFF2-40B4-BE49-F238E27FC236}">
                    <a16:creationId xmlns:a16="http://schemas.microsoft.com/office/drawing/2014/main" id="{B10D28B1-5D22-48E0-A078-DEA3FF654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241"/>
                <a:ext cx="237" cy="344"/>
              </a:xfrm>
              <a:custGeom>
                <a:avLst/>
                <a:gdLst>
                  <a:gd name="T0" fmla="*/ 97 w 102"/>
                  <a:gd name="T1" fmla="*/ 125 h 148"/>
                  <a:gd name="T2" fmla="*/ 77 w 102"/>
                  <a:gd name="T3" fmla="*/ 105 h 148"/>
                  <a:gd name="T4" fmla="*/ 72 w 102"/>
                  <a:gd name="T5" fmla="*/ 80 h 148"/>
                  <a:gd name="T6" fmla="*/ 84 w 102"/>
                  <a:gd name="T7" fmla="*/ 66 h 148"/>
                  <a:gd name="T8" fmla="*/ 98 w 102"/>
                  <a:gd name="T9" fmla="*/ 61 h 148"/>
                  <a:gd name="T10" fmla="*/ 85 w 102"/>
                  <a:gd name="T11" fmla="*/ 42 h 148"/>
                  <a:gd name="T12" fmla="*/ 59 w 102"/>
                  <a:gd name="T13" fmla="*/ 25 h 148"/>
                  <a:gd name="T14" fmla="*/ 57 w 102"/>
                  <a:gd name="T15" fmla="*/ 0 h 148"/>
                  <a:gd name="T16" fmla="*/ 0 w 102"/>
                  <a:gd name="T17" fmla="*/ 11 h 148"/>
                  <a:gd name="T18" fmla="*/ 8 w 102"/>
                  <a:gd name="T19" fmla="*/ 68 h 148"/>
                  <a:gd name="T20" fmla="*/ 29 w 102"/>
                  <a:gd name="T21" fmla="*/ 127 h 148"/>
                  <a:gd name="T22" fmla="*/ 53 w 102"/>
                  <a:gd name="T23" fmla="*/ 134 h 148"/>
                  <a:gd name="T24" fmla="*/ 74 w 102"/>
                  <a:gd name="T25" fmla="*/ 139 h 148"/>
                  <a:gd name="T26" fmla="*/ 89 w 102"/>
                  <a:gd name="T27" fmla="*/ 137 h 148"/>
                  <a:gd name="T28" fmla="*/ 91 w 102"/>
                  <a:gd name="T29" fmla="*/ 137 h 148"/>
                  <a:gd name="T30" fmla="*/ 97 w 102"/>
                  <a:gd name="T31" fmla="*/ 12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148">
                    <a:moveTo>
                      <a:pt x="97" y="125"/>
                    </a:moveTo>
                    <a:cubicBezTo>
                      <a:pt x="89" y="118"/>
                      <a:pt x="78" y="107"/>
                      <a:pt x="77" y="105"/>
                    </a:cubicBezTo>
                    <a:cubicBezTo>
                      <a:pt x="77" y="104"/>
                      <a:pt x="74" y="91"/>
                      <a:pt x="72" y="80"/>
                    </a:cubicBezTo>
                    <a:cubicBezTo>
                      <a:pt x="70" y="72"/>
                      <a:pt x="76" y="65"/>
                      <a:pt x="84" y="66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1"/>
                      <a:pt x="92" y="48"/>
                      <a:pt x="85" y="42"/>
                    </a:cubicBezTo>
                    <a:cubicBezTo>
                      <a:pt x="78" y="35"/>
                      <a:pt x="59" y="25"/>
                      <a:pt x="59" y="25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68"/>
                      <a:pt x="23" y="122"/>
                      <a:pt x="29" y="127"/>
                    </a:cubicBezTo>
                    <a:cubicBezTo>
                      <a:pt x="35" y="132"/>
                      <a:pt x="53" y="134"/>
                      <a:pt x="53" y="134"/>
                    </a:cubicBezTo>
                    <a:cubicBezTo>
                      <a:pt x="60" y="142"/>
                      <a:pt x="74" y="139"/>
                      <a:pt x="74" y="139"/>
                    </a:cubicBezTo>
                    <a:cubicBezTo>
                      <a:pt x="90" y="148"/>
                      <a:pt x="89" y="137"/>
                      <a:pt x="89" y="137"/>
                    </a:cubicBezTo>
                    <a:cubicBezTo>
                      <a:pt x="90" y="137"/>
                      <a:pt x="90" y="137"/>
                      <a:pt x="91" y="137"/>
                    </a:cubicBezTo>
                    <a:cubicBezTo>
                      <a:pt x="98" y="139"/>
                      <a:pt x="102" y="130"/>
                      <a:pt x="97" y="125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31">
                <a:extLst>
                  <a:ext uri="{FF2B5EF4-FFF2-40B4-BE49-F238E27FC236}">
                    <a16:creationId xmlns:a16="http://schemas.microsoft.com/office/drawing/2014/main" id="{75670C32-D6D6-499E-9161-404D6083E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2441"/>
                <a:ext cx="81" cy="116"/>
              </a:xfrm>
              <a:custGeom>
                <a:avLst/>
                <a:gdLst>
                  <a:gd name="T0" fmla="*/ 1 w 35"/>
                  <a:gd name="T1" fmla="*/ 0 h 50"/>
                  <a:gd name="T2" fmla="*/ 1 w 35"/>
                  <a:gd name="T3" fmla="*/ 9 h 50"/>
                  <a:gd name="T4" fmla="*/ 8 w 35"/>
                  <a:gd name="T5" fmla="*/ 32 h 50"/>
                  <a:gd name="T6" fmla="*/ 26 w 35"/>
                  <a:gd name="T7" fmla="*/ 46 h 50"/>
                  <a:gd name="T8" fmla="*/ 35 w 35"/>
                  <a:gd name="T9" fmla="*/ 50 h 50"/>
                  <a:gd name="T10" fmla="*/ 27 w 35"/>
                  <a:gd name="T11" fmla="*/ 45 h 50"/>
                  <a:gd name="T12" fmla="*/ 10 w 35"/>
                  <a:gd name="T13" fmla="*/ 30 h 50"/>
                  <a:gd name="T14" fmla="*/ 2 w 35"/>
                  <a:gd name="T15" fmla="*/ 9 h 50"/>
                  <a:gd name="T16" fmla="*/ 1 w 35"/>
                  <a:gd name="T1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50">
                    <a:moveTo>
                      <a:pt x="1" y="0"/>
                    </a:moveTo>
                    <a:cubicBezTo>
                      <a:pt x="0" y="0"/>
                      <a:pt x="0" y="3"/>
                      <a:pt x="1" y="9"/>
                    </a:cubicBezTo>
                    <a:cubicBezTo>
                      <a:pt x="1" y="15"/>
                      <a:pt x="3" y="24"/>
                      <a:pt x="8" y="32"/>
                    </a:cubicBezTo>
                    <a:cubicBezTo>
                      <a:pt x="13" y="40"/>
                      <a:pt x="21" y="44"/>
                      <a:pt x="26" y="46"/>
                    </a:cubicBezTo>
                    <a:cubicBezTo>
                      <a:pt x="31" y="49"/>
                      <a:pt x="35" y="50"/>
                      <a:pt x="35" y="50"/>
                    </a:cubicBezTo>
                    <a:cubicBezTo>
                      <a:pt x="35" y="50"/>
                      <a:pt x="32" y="48"/>
                      <a:pt x="27" y="45"/>
                    </a:cubicBezTo>
                    <a:cubicBezTo>
                      <a:pt x="22" y="42"/>
                      <a:pt x="15" y="38"/>
                      <a:pt x="10" y="30"/>
                    </a:cubicBezTo>
                    <a:cubicBezTo>
                      <a:pt x="5" y="23"/>
                      <a:pt x="4" y="15"/>
                      <a:pt x="2" y="9"/>
                    </a:cubicBezTo>
                    <a:cubicBezTo>
                      <a:pt x="1" y="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232">
                <a:extLst>
                  <a:ext uri="{FF2B5EF4-FFF2-40B4-BE49-F238E27FC236}">
                    <a16:creationId xmlns:a16="http://schemas.microsoft.com/office/drawing/2014/main" id="{7B7FE98E-F77D-4017-96D6-66468BBAF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9" y="2455"/>
                <a:ext cx="74" cy="109"/>
              </a:xfrm>
              <a:custGeom>
                <a:avLst/>
                <a:gdLst>
                  <a:gd name="T0" fmla="*/ 1 w 32"/>
                  <a:gd name="T1" fmla="*/ 0 h 47"/>
                  <a:gd name="T2" fmla="*/ 1 w 32"/>
                  <a:gd name="T3" fmla="*/ 9 h 47"/>
                  <a:gd name="T4" fmla="*/ 3 w 32"/>
                  <a:gd name="T5" fmla="*/ 19 h 47"/>
                  <a:gd name="T6" fmla="*/ 8 w 32"/>
                  <a:gd name="T7" fmla="*/ 29 h 47"/>
                  <a:gd name="T8" fmla="*/ 17 w 32"/>
                  <a:gd name="T9" fmla="*/ 37 h 47"/>
                  <a:gd name="T10" fmla="*/ 24 w 32"/>
                  <a:gd name="T11" fmla="*/ 43 h 47"/>
                  <a:gd name="T12" fmla="*/ 32 w 32"/>
                  <a:gd name="T13" fmla="*/ 47 h 47"/>
                  <a:gd name="T14" fmla="*/ 26 w 32"/>
                  <a:gd name="T15" fmla="*/ 41 h 47"/>
                  <a:gd name="T16" fmla="*/ 18 w 32"/>
                  <a:gd name="T17" fmla="*/ 35 h 47"/>
                  <a:gd name="T18" fmla="*/ 10 w 32"/>
                  <a:gd name="T19" fmla="*/ 28 h 47"/>
                  <a:gd name="T20" fmla="*/ 5 w 32"/>
                  <a:gd name="T21" fmla="*/ 18 h 47"/>
                  <a:gd name="T22" fmla="*/ 3 w 32"/>
                  <a:gd name="T23" fmla="*/ 9 h 47"/>
                  <a:gd name="T24" fmla="*/ 1 w 32"/>
                  <a:gd name="T2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47">
                    <a:moveTo>
                      <a:pt x="1" y="0"/>
                    </a:moveTo>
                    <a:cubicBezTo>
                      <a:pt x="1" y="0"/>
                      <a:pt x="0" y="4"/>
                      <a:pt x="1" y="9"/>
                    </a:cubicBezTo>
                    <a:cubicBezTo>
                      <a:pt x="1" y="12"/>
                      <a:pt x="2" y="15"/>
                      <a:pt x="3" y="19"/>
                    </a:cubicBezTo>
                    <a:cubicBezTo>
                      <a:pt x="4" y="22"/>
                      <a:pt x="5" y="26"/>
                      <a:pt x="8" y="29"/>
                    </a:cubicBezTo>
                    <a:cubicBezTo>
                      <a:pt x="11" y="33"/>
                      <a:pt x="14" y="35"/>
                      <a:pt x="17" y="37"/>
                    </a:cubicBezTo>
                    <a:cubicBezTo>
                      <a:pt x="19" y="39"/>
                      <a:pt x="22" y="41"/>
                      <a:pt x="24" y="43"/>
                    </a:cubicBezTo>
                    <a:cubicBezTo>
                      <a:pt x="29" y="46"/>
                      <a:pt x="32" y="47"/>
                      <a:pt x="32" y="47"/>
                    </a:cubicBezTo>
                    <a:cubicBezTo>
                      <a:pt x="32" y="47"/>
                      <a:pt x="30" y="45"/>
                      <a:pt x="26" y="41"/>
                    </a:cubicBezTo>
                    <a:cubicBezTo>
                      <a:pt x="23" y="39"/>
                      <a:pt x="21" y="37"/>
                      <a:pt x="18" y="35"/>
                    </a:cubicBezTo>
                    <a:cubicBezTo>
                      <a:pt x="15" y="33"/>
                      <a:pt x="12" y="31"/>
                      <a:pt x="10" y="28"/>
                    </a:cubicBezTo>
                    <a:cubicBezTo>
                      <a:pt x="7" y="25"/>
                      <a:pt x="6" y="21"/>
                      <a:pt x="5" y="18"/>
                    </a:cubicBezTo>
                    <a:cubicBezTo>
                      <a:pt x="4" y="14"/>
                      <a:pt x="3" y="11"/>
                      <a:pt x="3" y="9"/>
                    </a:cubicBezTo>
                    <a:cubicBezTo>
                      <a:pt x="2" y="4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233">
                <a:extLst>
                  <a:ext uri="{FF2B5EF4-FFF2-40B4-BE49-F238E27FC236}">
                    <a16:creationId xmlns:a16="http://schemas.microsoft.com/office/drawing/2014/main" id="{64325F02-E561-4E95-9F0A-595048461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8" y="2476"/>
                <a:ext cx="56" cy="79"/>
              </a:xfrm>
              <a:custGeom>
                <a:avLst/>
                <a:gdLst>
                  <a:gd name="T0" fmla="*/ 1 w 24"/>
                  <a:gd name="T1" fmla="*/ 0 h 34"/>
                  <a:gd name="T2" fmla="*/ 6 w 24"/>
                  <a:gd name="T3" fmla="*/ 21 h 34"/>
                  <a:gd name="T4" fmla="*/ 9 w 24"/>
                  <a:gd name="T5" fmla="*/ 25 h 34"/>
                  <a:gd name="T6" fmla="*/ 12 w 24"/>
                  <a:gd name="T7" fmla="*/ 28 h 34"/>
                  <a:gd name="T8" fmla="*/ 18 w 24"/>
                  <a:gd name="T9" fmla="*/ 31 h 34"/>
                  <a:gd name="T10" fmla="*/ 24 w 24"/>
                  <a:gd name="T11" fmla="*/ 33 h 34"/>
                  <a:gd name="T12" fmla="*/ 19 w 24"/>
                  <a:gd name="T13" fmla="*/ 30 h 34"/>
                  <a:gd name="T14" fmla="*/ 13 w 24"/>
                  <a:gd name="T15" fmla="*/ 26 h 34"/>
                  <a:gd name="T16" fmla="*/ 11 w 24"/>
                  <a:gd name="T17" fmla="*/ 23 h 34"/>
                  <a:gd name="T18" fmla="*/ 8 w 24"/>
                  <a:gd name="T19" fmla="*/ 20 h 34"/>
                  <a:gd name="T20" fmla="*/ 3 w 24"/>
                  <a:gd name="T21" fmla="*/ 6 h 34"/>
                  <a:gd name="T22" fmla="*/ 1 w 24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34">
                    <a:moveTo>
                      <a:pt x="1" y="0"/>
                    </a:moveTo>
                    <a:cubicBezTo>
                      <a:pt x="0" y="0"/>
                      <a:pt x="2" y="10"/>
                      <a:pt x="6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0" y="26"/>
                      <a:pt x="11" y="27"/>
                      <a:pt x="12" y="28"/>
                    </a:cubicBezTo>
                    <a:cubicBezTo>
                      <a:pt x="14" y="29"/>
                      <a:pt x="16" y="30"/>
                      <a:pt x="18" y="31"/>
                    </a:cubicBezTo>
                    <a:cubicBezTo>
                      <a:pt x="21" y="33"/>
                      <a:pt x="24" y="34"/>
                      <a:pt x="24" y="33"/>
                    </a:cubicBezTo>
                    <a:cubicBezTo>
                      <a:pt x="24" y="33"/>
                      <a:pt x="22" y="32"/>
                      <a:pt x="19" y="30"/>
                    </a:cubicBezTo>
                    <a:cubicBezTo>
                      <a:pt x="17" y="29"/>
                      <a:pt x="15" y="27"/>
                      <a:pt x="13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2"/>
                      <a:pt x="9" y="21"/>
                      <a:pt x="8" y="20"/>
                    </a:cubicBezTo>
                    <a:cubicBezTo>
                      <a:pt x="7" y="14"/>
                      <a:pt x="5" y="9"/>
                      <a:pt x="3" y="6"/>
                    </a:cubicBezTo>
                    <a:cubicBezTo>
                      <a:pt x="2" y="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234">
                <a:extLst>
                  <a:ext uri="{FF2B5EF4-FFF2-40B4-BE49-F238E27FC236}">
                    <a16:creationId xmlns:a16="http://schemas.microsoft.com/office/drawing/2014/main" id="{BB706D1A-62BC-457A-A804-6602CFAB8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070"/>
                <a:ext cx="539" cy="552"/>
              </a:xfrm>
              <a:custGeom>
                <a:avLst/>
                <a:gdLst>
                  <a:gd name="T0" fmla="*/ 0 w 232"/>
                  <a:gd name="T1" fmla="*/ 0 h 237"/>
                  <a:gd name="T2" fmla="*/ 69 w 232"/>
                  <a:gd name="T3" fmla="*/ 52 h 237"/>
                  <a:gd name="T4" fmla="*/ 121 w 232"/>
                  <a:gd name="T5" fmla="*/ 130 h 237"/>
                  <a:gd name="T6" fmla="*/ 165 w 232"/>
                  <a:gd name="T7" fmla="*/ 15 h 237"/>
                  <a:gd name="T8" fmla="*/ 232 w 232"/>
                  <a:gd name="T9" fmla="*/ 44 h 237"/>
                  <a:gd name="T10" fmla="*/ 187 w 232"/>
                  <a:gd name="T11" fmla="*/ 197 h 237"/>
                  <a:gd name="T12" fmla="*/ 118 w 232"/>
                  <a:gd name="T13" fmla="*/ 235 h 237"/>
                  <a:gd name="T14" fmla="*/ 69 w 232"/>
                  <a:gd name="T15" fmla="*/ 211 h 237"/>
                  <a:gd name="T16" fmla="*/ 37 w 232"/>
                  <a:gd name="T17" fmla="*/ 174 h 237"/>
                  <a:gd name="T18" fmla="*/ 0 w 232"/>
                  <a:gd name="T1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2" h="237">
                    <a:moveTo>
                      <a:pt x="0" y="0"/>
                    </a:moveTo>
                    <a:cubicBezTo>
                      <a:pt x="0" y="0"/>
                      <a:pt x="49" y="24"/>
                      <a:pt x="69" y="52"/>
                    </a:cubicBezTo>
                    <a:cubicBezTo>
                      <a:pt x="88" y="80"/>
                      <a:pt x="121" y="130"/>
                      <a:pt x="121" y="130"/>
                    </a:cubicBezTo>
                    <a:cubicBezTo>
                      <a:pt x="165" y="15"/>
                      <a:pt x="165" y="15"/>
                      <a:pt x="165" y="15"/>
                    </a:cubicBezTo>
                    <a:cubicBezTo>
                      <a:pt x="232" y="44"/>
                      <a:pt x="232" y="44"/>
                      <a:pt x="232" y="44"/>
                    </a:cubicBezTo>
                    <a:cubicBezTo>
                      <a:pt x="232" y="44"/>
                      <a:pt x="194" y="182"/>
                      <a:pt x="187" y="197"/>
                    </a:cubicBezTo>
                    <a:cubicBezTo>
                      <a:pt x="177" y="218"/>
                      <a:pt x="154" y="237"/>
                      <a:pt x="118" y="235"/>
                    </a:cubicBezTo>
                    <a:cubicBezTo>
                      <a:pt x="82" y="232"/>
                      <a:pt x="93" y="233"/>
                      <a:pt x="69" y="211"/>
                    </a:cubicBezTo>
                    <a:cubicBezTo>
                      <a:pt x="37" y="174"/>
                      <a:pt x="37" y="174"/>
                      <a:pt x="37" y="17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235">
                <a:extLst>
                  <a:ext uri="{FF2B5EF4-FFF2-40B4-BE49-F238E27FC236}">
                    <a16:creationId xmlns:a16="http://schemas.microsoft.com/office/drawing/2014/main" id="{31A7E680-8AC0-44B6-A2CD-D97AA79D7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1512"/>
                <a:ext cx="40" cy="47"/>
              </a:xfrm>
              <a:custGeom>
                <a:avLst/>
                <a:gdLst>
                  <a:gd name="T0" fmla="*/ 0 w 17"/>
                  <a:gd name="T1" fmla="*/ 0 h 20"/>
                  <a:gd name="T2" fmla="*/ 17 w 17"/>
                  <a:gd name="T3" fmla="*/ 20 h 20"/>
                  <a:gd name="T4" fmla="*/ 0 w 17"/>
                  <a:gd name="T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" h="20">
                    <a:moveTo>
                      <a:pt x="0" y="0"/>
                    </a:moveTo>
                    <a:cubicBezTo>
                      <a:pt x="5" y="6"/>
                      <a:pt x="12" y="14"/>
                      <a:pt x="17" y="2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36">
                <a:extLst>
                  <a:ext uri="{FF2B5EF4-FFF2-40B4-BE49-F238E27FC236}">
                    <a16:creationId xmlns:a16="http://schemas.microsoft.com/office/drawing/2014/main" id="{A4DF0350-318B-4267-A369-5445EEAE6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1329"/>
                <a:ext cx="93" cy="237"/>
              </a:xfrm>
              <a:custGeom>
                <a:avLst/>
                <a:gdLst>
                  <a:gd name="T0" fmla="*/ 0 w 40"/>
                  <a:gd name="T1" fmla="*/ 0 h 102"/>
                  <a:gd name="T2" fmla="*/ 6 w 40"/>
                  <a:gd name="T3" fmla="*/ 64 h 102"/>
                  <a:gd name="T4" fmla="*/ 19 w 40"/>
                  <a:gd name="T5" fmla="*/ 79 h 102"/>
                  <a:gd name="T6" fmla="*/ 19 w 40"/>
                  <a:gd name="T7" fmla="*/ 79 h 102"/>
                  <a:gd name="T8" fmla="*/ 36 w 40"/>
                  <a:gd name="T9" fmla="*/ 99 h 102"/>
                  <a:gd name="T10" fmla="*/ 40 w 40"/>
                  <a:gd name="T11" fmla="*/ 102 h 102"/>
                  <a:gd name="T12" fmla="*/ 0 w 40"/>
                  <a:gd name="T1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2">
                    <a:moveTo>
                      <a:pt x="0" y="0"/>
                    </a:moveTo>
                    <a:cubicBezTo>
                      <a:pt x="6" y="64"/>
                      <a:pt x="6" y="64"/>
                      <a:pt x="6" y="64"/>
                    </a:cubicBezTo>
                    <a:cubicBezTo>
                      <a:pt x="8" y="66"/>
                      <a:pt x="14" y="73"/>
                      <a:pt x="19" y="79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7" y="100"/>
                      <a:pt x="39" y="101"/>
                      <a:pt x="40" y="102"/>
                    </a:cubicBezTo>
                    <a:cubicBezTo>
                      <a:pt x="21" y="71"/>
                      <a:pt x="8" y="35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37">
                <a:extLst>
                  <a:ext uri="{FF2B5EF4-FFF2-40B4-BE49-F238E27FC236}">
                    <a16:creationId xmlns:a16="http://schemas.microsoft.com/office/drawing/2014/main" id="{11078FD1-8E30-416D-98D0-7A2407B2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2" y="1366"/>
                <a:ext cx="16" cy="130"/>
              </a:xfrm>
              <a:custGeom>
                <a:avLst/>
                <a:gdLst>
                  <a:gd name="T0" fmla="*/ 7 w 7"/>
                  <a:gd name="T1" fmla="*/ 56 h 56"/>
                  <a:gd name="T2" fmla="*/ 5 w 7"/>
                  <a:gd name="T3" fmla="*/ 48 h 56"/>
                  <a:gd name="T4" fmla="*/ 2 w 7"/>
                  <a:gd name="T5" fmla="*/ 28 h 56"/>
                  <a:gd name="T6" fmla="*/ 0 w 7"/>
                  <a:gd name="T7" fmla="*/ 8 h 56"/>
                  <a:gd name="T8" fmla="*/ 0 w 7"/>
                  <a:gd name="T9" fmla="*/ 0 h 56"/>
                  <a:gd name="T10" fmla="*/ 4 w 7"/>
                  <a:gd name="T11" fmla="*/ 28 h 56"/>
                  <a:gd name="T12" fmla="*/ 7 w 7"/>
                  <a:gd name="T1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56">
                    <a:moveTo>
                      <a:pt x="7" y="56"/>
                    </a:moveTo>
                    <a:cubicBezTo>
                      <a:pt x="7" y="56"/>
                      <a:pt x="6" y="53"/>
                      <a:pt x="5" y="48"/>
                    </a:cubicBezTo>
                    <a:cubicBezTo>
                      <a:pt x="4" y="43"/>
                      <a:pt x="3" y="36"/>
                      <a:pt x="2" y="28"/>
                    </a:cubicBezTo>
                    <a:cubicBezTo>
                      <a:pt x="1" y="21"/>
                      <a:pt x="0" y="13"/>
                      <a:pt x="0" y="8"/>
                    </a:cubicBezTo>
                    <a:cubicBezTo>
                      <a:pt x="0" y="3"/>
                      <a:pt x="0" y="0"/>
                      <a:pt x="0" y="0"/>
                    </a:cubicBezTo>
                    <a:cubicBezTo>
                      <a:pt x="1" y="0"/>
                      <a:pt x="2" y="13"/>
                      <a:pt x="4" y="28"/>
                    </a:cubicBezTo>
                    <a:cubicBezTo>
                      <a:pt x="6" y="44"/>
                      <a:pt x="7" y="56"/>
                      <a:pt x="7" y="5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38">
                <a:extLst>
                  <a:ext uri="{FF2B5EF4-FFF2-40B4-BE49-F238E27FC236}">
                    <a16:creationId xmlns:a16="http://schemas.microsoft.com/office/drawing/2014/main" id="{3B8CC9E7-02E5-4704-B8CC-6B5E999A0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884"/>
                <a:ext cx="283" cy="149"/>
              </a:xfrm>
              <a:custGeom>
                <a:avLst/>
                <a:gdLst>
                  <a:gd name="T0" fmla="*/ 2 w 122"/>
                  <a:gd name="T1" fmla="*/ 32 h 64"/>
                  <a:gd name="T2" fmla="*/ 0 w 122"/>
                  <a:gd name="T3" fmla="*/ 8 h 64"/>
                  <a:gd name="T4" fmla="*/ 9 w 122"/>
                  <a:gd name="T5" fmla="*/ 1 h 64"/>
                  <a:gd name="T6" fmla="*/ 122 w 122"/>
                  <a:gd name="T7" fmla="*/ 29 h 64"/>
                  <a:gd name="T8" fmla="*/ 121 w 122"/>
                  <a:gd name="T9" fmla="*/ 64 h 64"/>
                  <a:gd name="T10" fmla="*/ 2 w 122"/>
                  <a:gd name="T11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2" h="64">
                    <a:moveTo>
                      <a:pt x="2" y="32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9" y="1"/>
                    </a:cubicBezTo>
                    <a:cubicBezTo>
                      <a:pt x="37" y="7"/>
                      <a:pt x="121" y="25"/>
                      <a:pt x="122" y="29"/>
                    </a:cubicBezTo>
                    <a:cubicBezTo>
                      <a:pt x="122" y="32"/>
                      <a:pt x="122" y="49"/>
                      <a:pt x="121" y="64"/>
                    </a:cubicBezTo>
                    <a:cubicBezTo>
                      <a:pt x="2" y="32"/>
                      <a:pt x="2" y="32"/>
                      <a:pt x="2" y="32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9">
                <a:extLst>
                  <a:ext uri="{FF2B5EF4-FFF2-40B4-BE49-F238E27FC236}">
                    <a16:creationId xmlns:a16="http://schemas.microsoft.com/office/drawing/2014/main" id="{8BAEAFBE-EC0D-43F4-9691-167FF4CB5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105"/>
                <a:ext cx="288" cy="1215"/>
              </a:xfrm>
              <a:custGeom>
                <a:avLst/>
                <a:gdLst>
                  <a:gd name="T0" fmla="*/ 42 w 124"/>
                  <a:gd name="T1" fmla="*/ 0 h 522"/>
                  <a:gd name="T2" fmla="*/ 7 w 124"/>
                  <a:gd name="T3" fmla="*/ 77 h 522"/>
                  <a:gd name="T4" fmla="*/ 0 w 124"/>
                  <a:gd name="T5" fmla="*/ 336 h 522"/>
                  <a:gd name="T6" fmla="*/ 48 w 124"/>
                  <a:gd name="T7" fmla="*/ 522 h 522"/>
                  <a:gd name="T8" fmla="*/ 124 w 124"/>
                  <a:gd name="T9" fmla="*/ 503 h 522"/>
                  <a:gd name="T10" fmla="*/ 97 w 124"/>
                  <a:gd name="T11" fmla="*/ 306 h 522"/>
                  <a:gd name="T12" fmla="*/ 100 w 124"/>
                  <a:gd name="T13" fmla="*/ 136 h 522"/>
                  <a:gd name="T14" fmla="*/ 42 w 124"/>
                  <a:gd name="T15" fmla="*/ 0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522">
                    <a:moveTo>
                      <a:pt x="42" y="0"/>
                    </a:moveTo>
                    <a:cubicBezTo>
                      <a:pt x="42" y="0"/>
                      <a:pt x="12" y="21"/>
                      <a:pt x="7" y="77"/>
                    </a:cubicBezTo>
                    <a:cubicBezTo>
                      <a:pt x="4" y="112"/>
                      <a:pt x="0" y="336"/>
                      <a:pt x="0" y="336"/>
                    </a:cubicBezTo>
                    <a:cubicBezTo>
                      <a:pt x="48" y="522"/>
                      <a:pt x="48" y="522"/>
                      <a:pt x="48" y="522"/>
                    </a:cubicBezTo>
                    <a:cubicBezTo>
                      <a:pt x="124" y="503"/>
                      <a:pt x="124" y="503"/>
                      <a:pt x="124" y="503"/>
                    </a:cubicBezTo>
                    <a:cubicBezTo>
                      <a:pt x="97" y="306"/>
                      <a:pt x="97" y="306"/>
                      <a:pt x="97" y="306"/>
                    </a:cubicBezTo>
                    <a:cubicBezTo>
                      <a:pt x="100" y="136"/>
                      <a:pt x="100" y="136"/>
                      <a:pt x="100" y="136"/>
                    </a:cubicBezTo>
                    <a:cubicBezTo>
                      <a:pt x="42" y="0"/>
                      <a:pt x="42" y="0"/>
                      <a:pt x="42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0">
                <a:extLst>
                  <a:ext uri="{FF2B5EF4-FFF2-40B4-BE49-F238E27FC236}">
                    <a16:creationId xmlns:a16="http://schemas.microsoft.com/office/drawing/2014/main" id="{7A77547F-C047-4948-BF83-E97D81F4F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398"/>
                <a:ext cx="179" cy="922"/>
              </a:xfrm>
              <a:custGeom>
                <a:avLst/>
                <a:gdLst>
                  <a:gd name="T0" fmla="*/ 0 w 77"/>
                  <a:gd name="T1" fmla="*/ 396 h 396"/>
                  <a:gd name="T2" fmla="*/ 1 w 77"/>
                  <a:gd name="T3" fmla="*/ 396 h 396"/>
                  <a:gd name="T4" fmla="*/ 5 w 77"/>
                  <a:gd name="T5" fmla="*/ 395 h 396"/>
                  <a:gd name="T6" fmla="*/ 20 w 77"/>
                  <a:gd name="T7" fmla="*/ 391 h 396"/>
                  <a:gd name="T8" fmla="*/ 76 w 77"/>
                  <a:gd name="T9" fmla="*/ 376 h 396"/>
                  <a:gd name="T10" fmla="*/ 75 w 77"/>
                  <a:gd name="T11" fmla="*/ 377 h 396"/>
                  <a:gd name="T12" fmla="*/ 54 w 77"/>
                  <a:gd name="T13" fmla="*/ 229 h 396"/>
                  <a:gd name="T14" fmla="*/ 48 w 77"/>
                  <a:gd name="T15" fmla="*/ 189 h 396"/>
                  <a:gd name="T16" fmla="*/ 48 w 77"/>
                  <a:gd name="T17" fmla="*/ 189 h 396"/>
                  <a:gd name="T18" fmla="*/ 48 w 77"/>
                  <a:gd name="T19" fmla="*/ 189 h 396"/>
                  <a:gd name="T20" fmla="*/ 50 w 77"/>
                  <a:gd name="T21" fmla="*/ 54 h 396"/>
                  <a:gd name="T22" fmla="*/ 51 w 77"/>
                  <a:gd name="T23" fmla="*/ 14 h 396"/>
                  <a:gd name="T24" fmla="*/ 52 w 77"/>
                  <a:gd name="T25" fmla="*/ 4 h 396"/>
                  <a:gd name="T26" fmla="*/ 52 w 77"/>
                  <a:gd name="T27" fmla="*/ 1 h 396"/>
                  <a:gd name="T28" fmla="*/ 52 w 77"/>
                  <a:gd name="T29" fmla="*/ 0 h 396"/>
                  <a:gd name="T30" fmla="*/ 52 w 77"/>
                  <a:gd name="T31" fmla="*/ 1 h 396"/>
                  <a:gd name="T32" fmla="*/ 52 w 77"/>
                  <a:gd name="T33" fmla="*/ 4 h 396"/>
                  <a:gd name="T34" fmla="*/ 52 w 77"/>
                  <a:gd name="T35" fmla="*/ 14 h 396"/>
                  <a:gd name="T36" fmla="*/ 52 w 77"/>
                  <a:gd name="T37" fmla="*/ 54 h 396"/>
                  <a:gd name="T38" fmla="*/ 50 w 77"/>
                  <a:gd name="T39" fmla="*/ 189 h 396"/>
                  <a:gd name="T40" fmla="*/ 50 w 77"/>
                  <a:gd name="T41" fmla="*/ 189 h 396"/>
                  <a:gd name="T42" fmla="*/ 56 w 77"/>
                  <a:gd name="T43" fmla="*/ 228 h 396"/>
                  <a:gd name="T44" fmla="*/ 77 w 77"/>
                  <a:gd name="T45" fmla="*/ 377 h 396"/>
                  <a:gd name="T46" fmla="*/ 77 w 77"/>
                  <a:gd name="T47" fmla="*/ 378 h 396"/>
                  <a:gd name="T48" fmla="*/ 76 w 77"/>
                  <a:gd name="T49" fmla="*/ 378 h 396"/>
                  <a:gd name="T50" fmla="*/ 20 w 77"/>
                  <a:gd name="T51" fmla="*/ 392 h 396"/>
                  <a:gd name="T52" fmla="*/ 5 w 77"/>
                  <a:gd name="T53" fmla="*/ 395 h 396"/>
                  <a:gd name="T54" fmla="*/ 1 w 77"/>
                  <a:gd name="T55" fmla="*/ 396 h 396"/>
                  <a:gd name="T56" fmla="*/ 0 w 77"/>
                  <a:gd name="T57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7" h="396">
                    <a:moveTo>
                      <a:pt x="0" y="396"/>
                    </a:moveTo>
                    <a:cubicBezTo>
                      <a:pt x="0" y="396"/>
                      <a:pt x="0" y="396"/>
                      <a:pt x="1" y="396"/>
                    </a:cubicBezTo>
                    <a:cubicBezTo>
                      <a:pt x="2" y="396"/>
                      <a:pt x="3" y="395"/>
                      <a:pt x="5" y="395"/>
                    </a:cubicBezTo>
                    <a:cubicBezTo>
                      <a:pt x="9" y="394"/>
                      <a:pt x="14" y="393"/>
                      <a:pt x="20" y="391"/>
                    </a:cubicBezTo>
                    <a:cubicBezTo>
                      <a:pt x="34" y="387"/>
                      <a:pt x="53" y="382"/>
                      <a:pt x="76" y="376"/>
                    </a:cubicBezTo>
                    <a:cubicBezTo>
                      <a:pt x="75" y="377"/>
                      <a:pt x="75" y="377"/>
                      <a:pt x="75" y="377"/>
                    </a:cubicBezTo>
                    <a:cubicBezTo>
                      <a:pt x="70" y="338"/>
                      <a:pt x="62" y="286"/>
                      <a:pt x="54" y="229"/>
                    </a:cubicBezTo>
                    <a:cubicBezTo>
                      <a:pt x="52" y="215"/>
                      <a:pt x="50" y="202"/>
                      <a:pt x="48" y="189"/>
                    </a:cubicBezTo>
                    <a:cubicBezTo>
                      <a:pt x="48" y="189"/>
                      <a:pt x="48" y="189"/>
                      <a:pt x="48" y="189"/>
                    </a:cubicBezTo>
                    <a:cubicBezTo>
                      <a:pt x="48" y="189"/>
                      <a:pt x="48" y="189"/>
                      <a:pt x="48" y="189"/>
                    </a:cubicBezTo>
                    <a:cubicBezTo>
                      <a:pt x="49" y="135"/>
                      <a:pt x="50" y="88"/>
                      <a:pt x="50" y="54"/>
                    </a:cubicBezTo>
                    <a:cubicBezTo>
                      <a:pt x="51" y="37"/>
                      <a:pt x="51" y="24"/>
                      <a:pt x="51" y="14"/>
                    </a:cubicBezTo>
                    <a:cubicBezTo>
                      <a:pt x="51" y="10"/>
                      <a:pt x="51" y="6"/>
                      <a:pt x="52" y="4"/>
                    </a:cubicBezTo>
                    <a:cubicBezTo>
                      <a:pt x="52" y="2"/>
                      <a:pt x="52" y="2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1"/>
                    </a:cubicBezTo>
                    <a:cubicBezTo>
                      <a:pt x="52" y="2"/>
                      <a:pt x="52" y="2"/>
                      <a:pt x="52" y="4"/>
                    </a:cubicBezTo>
                    <a:cubicBezTo>
                      <a:pt x="52" y="6"/>
                      <a:pt x="52" y="10"/>
                      <a:pt x="52" y="14"/>
                    </a:cubicBezTo>
                    <a:cubicBezTo>
                      <a:pt x="52" y="24"/>
                      <a:pt x="52" y="37"/>
                      <a:pt x="52" y="54"/>
                    </a:cubicBezTo>
                    <a:cubicBezTo>
                      <a:pt x="51" y="88"/>
                      <a:pt x="51" y="135"/>
                      <a:pt x="50" y="189"/>
                    </a:cubicBezTo>
                    <a:cubicBezTo>
                      <a:pt x="50" y="189"/>
                      <a:pt x="50" y="189"/>
                      <a:pt x="50" y="189"/>
                    </a:cubicBezTo>
                    <a:cubicBezTo>
                      <a:pt x="52" y="201"/>
                      <a:pt x="54" y="215"/>
                      <a:pt x="56" y="228"/>
                    </a:cubicBezTo>
                    <a:cubicBezTo>
                      <a:pt x="64" y="285"/>
                      <a:pt x="71" y="338"/>
                      <a:pt x="77" y="377"/>
                    </a:cubicBezTo>
                    <a:cubicBezTo>
                      <a:pt x="77" y="378"/>
                      <a:pt x="77" y="378"/>
                      <a:pt x="77" y="378"/>
                    </a:cubicBezTo>
                    <a:cubicBezTo>
                      <a:pt x="76" y="378"/>
                      <a:pt x="76" y="378"/>
                      <a:pt x="76" y="378"/>
                    </a:cubicBezTo>
                    <a:cubicBezTo>
                      <a:pt x="53" y="384"/>
                      <a:pt x="34" y="388"/>
                      <a:pt x="20" y="392"/>
                    </a:cubicBezTo>
                    <a:cubicBezTo>
                      <a:pt x="14" y="393"/>
                      <a:pt x="9" y="394"/>
                      <a:pt x="5" y="395"/>
                    </a:cubicBezTo>
                    <a:cubicBezTo>
                      <a:pt x="3" y="396"/>
                      <a:pt x="2" y="396"/>
                      <a:pt x="1" y="396"/>
                    </a:cubicBezTo>
                    <a:cubicBezTo>
                      <a:pt x="0" y="396"/>
                      <a:pt x="0" y="396"/>
                      <a:pt x="0" y="39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41">
                <a:extLst>
                  <a:ext uri="{FF2B5EF4-FFF2-40B4-BE49-F238E27FC236}">
                    <a16:creationId xmlns:a16="http://schemas.microsoft.com/office/drawing/2014/main" id="{9BECF417-8E17-48C8-BAD1-5AC79ED22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945"/>
                <a:ext cx="828" cy="1249"/>
              </a:xfrm>
              <a:custGeom>
                <a:avLst/>
                <a:gdLst>
                  <a:gd name="T0" fmla="*/ 129 w 356"/>
                  <a:gd name="T1" fmla="*/ 0 h 537"/>
                  <a:gd name="T2" fmla="*/ 23 w 356"/>
                  <a:gd name="T3" fmla="*/ 69 h 537"/>
                  <a:gd name="T4" fmla="*/ 67 w 356"/>
                  <a:gd name="T5" fmla="*/ 225 h 537"/>
                  <a:gd name="T6" fmla="*/ 77 w 356"/>
                  <a:gd name="T7" fmla="*/ 396 h 537"/>
                  <a:gd name="T8" fmla="*/ 72 w 356"/>
                  <a:gd name="T9" fmla="*/ 537 h 537"/>
                  <a:gd name="T10" fmla="*/ 356 w 356"/>
                  <a:gd name="T11" fmla="*/ 515 h 537"/>
                  <a:gd name="T12" fmla="*/ 334 w 356"/>
                  <a:gd name="T13" fmla="*/ 364 h 537"/>
                  <a:gd name="T14" fmla="*/ 313 w 356"/>
                  <a:gd name="T15" fmla="*/ 159 h 537"/>
                  <a:gd name="T16" fmla="*/ 282 w 356"/>
                  <a:gd name="T17" fmla="*/ 54 h 537"/>
                  <a:gd name="T18" fmla="*/ 238 w 356"/>
                  <a:gd name="T19" fmla="*/ 35 h 537"/>
                  <a:gd name="T20" fmla="*/ 129 w 356"/>
                  <a:gd name="T21" fmla="*/ 0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6" h="537">
                    <a:moveTo>
                      <a:pt x="129" y="0"/>
                    </a:moveTo>
                    <a:cubicBezTo>
                      <a:pt x="129" y="0"/>
                      <a:pt x="41" y="43"/>
                      <a:pt x="23" y="69"/>
                    </a:cubicBezTo>
                    <a:cubicBezTo>
                      <a:pt x="0" y="100"/>
                      <a:pt x="62" y="200"/>
                      <a:pt x="67" y="225"/>
                    </a:cubicBezTo>
                    <a:cubicBezTo>
                      <a:pt x="69" y="237"/>
                      <a:pt x="84" y="326"/>
                      <a:pt x="77" y="396"/>
                    </a:cubicBezTo>
                    <a:cubicBezTo>
                      <a:pt x="70" y="472"/>
                      <a:pt x="72" y="537"/>
                      <a:pt x="72" y="537"/>
                    </a:cubicBezTo>
                    <a:cubicBezTo>
                      <a:pt x="356" y="515"/>
                      <a:pt x="356" y="515"/>
                      <a:pt x="356" y="515"/>
                    </a:cubicBezTo>
                    <a:cubicBezTo>
                      <a:pt x="356" y="465"/>
                      <a:pt x="343" y="427"/>
                      <a:pt x="334" y="364"/>
                    </a:cubicBezTo>
                    <a:cubicBezTo>
                      <a:pt x="313" y="159"/>
                      <a:pt x="313" y="159"/>
                      <a:pt x="313" y="159"/>
                    </a:cubicBezTo>
                    <a:cubicBezTo>
                      <a:pt x="282" y="54"/>
                      <a:pt x="282" y="54"/>
                      <a:pt x="282" y="54"/>
                    </a:cubicBezTo>
                    <a:cubicBezTo>
                      <a:pt x="238" y="35"/>
                      <a:pt x="238" y="35"/>
                      <a:pt x="238" y="35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242">
                <a:extLst>
                  <a:ext uri="{FF2B5EF4-FFF2-40B4-BE49-F238E27FC236}">
                    <a16:creationId xmlns:a16="http://schemas.microsoft.com/office/drawing/2014/main" id="{41FF20DB-6A25-4BB3-8486-AC9326E81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1233"/>
                <a:ext cx="54" cy="505"/>
              </a:xfrm>
              <a:custGeom>
                <a:avLst/>
                <a:gdLst>
                  <a:gd name="T0" fmla="*/ 0 w 23"/>
                  <a:gd name="T1" fmla="*/ 0 h 217"/>
                  <a:gd name="T2" fmla="*/ 0 w 23"/>
                  <a:gd name="T3" fmla="*/ 2 h 217"/>
                  <a:gd name="T4" fmla="*/ 1 w 23"/>
                  <a:gd name="T5" fmla="*/ 9 h 217"/>
                  <a:gd name="T6" fmla="*/ 4 w 23"/>
                  <a:gd name="T7" fmla="*/ 32 h 217"/>
                  <a:gd name="T8" fmla="*/ 13 w 23"/>
                  <a:gd name="T9" fmla="*/ 108 h 217"/>
                  <a:gd name="T10" fmla="*/ 20 w 23"/>
                  <a:gd name="T11" fmla="*/ 185 h 217"/>
                  <a:gd name="T12" fmla="*/ 22 w 23"/>
                  <a:gd name="T13" fmla="*/ 208 h 217"/>
                  <a:gd name="T14" fmla="*/ 22 w 23"/>
                  <a:gd name="T15" fmla="*/ 214 h 217"/>
                  <a:gd name="T16" fmla="*/ 22 w 23"/>
                  <a:gd name="T17" fmla="*/ 217 h 217"/>
                  <a:gd name="T18" fmla="*/ 22 w 23"/>
                  <a:gd name="T19" fmla="*/ 214 h 217"/>
                  <a:gd name="T20" fmla="*/ 21 w 23"/>
                  <a:gd name="T21" fmla="*/ 208 h 217"/>
                  <a:gd name="T22" fmla="*/ 19 w 23"/>
                  <a:gd name="T23" fmla="*/ 185 h 217"/>
                  <a:gd name="T24" fmla="*/ 11 w 23"/>
                  <a:gd name="T25" fmla="*/ 108 h 217"/>
                  <a:gd name="T26" fmla="*/ 3 w 23"/>
                  <a:gd name="T27" fmla="*/ 32 h 217"/>
                  <a:gd name="T28" fmla="*/ 0 w 23"/>
                  <a:gd name="T29" fmla="*/ 9 h 217"/>
                  <a:gd name="T30" fmla="*/ 0 w 23"/>
                  <a:gd name="T31" fmla="*/ 3 h 217"/>
                  <a:gd name="T32" fmla="*/ 0 w 23"/>
                  <a:gd name="T33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217">
                    <a:moveTo>
                      <a:pt x="0" y="0"/>
                    </a:moveTo>
                    <a:cubicBezTo>
                      <a:pt x="0" y="0"/>
                      <a:pt x="0" y="1"/>
                      <a:pt x="0" y="2"/>
                    </a:cubicBezTo>
                    <a:cubicBezTo>
                      <a:pt x="1" y="4"/>
                      <a:pt x="1" y="6"/>
                      <a:pt x="1" y="9"/>
                    </a:cubicBezTo>
                    <a:cubicBezTo>
                      <a:pt x="2" y="14"/>
                      <a:pt x="3" y="22"/>
                      <a:pt x="4" y="32"/>
                    </a:cubicBezTo>
                    <a:cubicBezTo>
                      <a:pt x="7" y="51"/>
                      <a:pt x="10" y="78"/>
                      <a:pt x="13" y="108"/>
                    </a:cubicBezTo>
                    <a:cubicBezTo>
                      <a:pt x="17" y="138"/>
                      <a:pt x="19" y="165"/>
                      <a:pt x="20" y="185"/>
                    </a:cubicBezTo>
                    <a:cubicBezTo>
                      <a:pt x="21" y="195"/>
                      <a:pt x="22" y="203"/>
                      <a:pt x="22" y="208"/>
                    </a:cubicBezTo>
                    <a:cubicBezTo>
                      <a:pt x="22" y="211"/>
                      <a:pt x="22" y="213"/>
                      <a:pt x="22" y="214"/>
                    </a:cubicBezTo>
                    <a:cubicBezTo>
                      <a:pt x="23" y="216"/>
                      <a:pt x="23" y="217"/>
                      <a:pt x="22" y="217"/>
                    </a:cubicBezTo>
                    <a:cubicBezTo>
                      <a:pt x="22" y="217"/>
                      <a:pt x="22" y="216"/>
                      <a:pt x="22" y="214"/>
                    </a:cubicBezTo>
                    <a:cubicBezTo>
                      <a:pt x="22" y="213"/>
                      <a:pt x="22" y="211"/>
                      <a:pt x="21" y="208"/>
                    </a:cubicBezTo>
                    <a:cubicBezTo>
                      <a:pt x="21" y="202"/>
                      <a:pt x="20" y="194"/>
                      <a:pt x="19" y="185"/>
                    </a:cubicBezTo>
                    <a:cubicBezTo>
                      <a:pt x="17" y="165"/>
                      <a:pt x="14" y="138"/>
                      <a:pt x="11" y="108"/>
                    </a:cubicBezTo>
                    <a:cubicBezTo>
                      <a:pt x="8" y="79"/>
                      <a:pt x="5" y="52"/>
                      <a:pt x="3" y="32"/>
                    </a:cubicBezTo>
                    <a:cubicBezTo>
                      <a:pt x="2" y="22"/>
                      <a:pt x="1" y="15"/>
                      <a:pt x="0" y="9"/>
                    </a:cubicBezTo>
                    <a:cubicBezTo>
                      <a:pt x="0" y="6"/>
                      <a:pt x="0" y="4"/>
                      <a:pt x="0" y="3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243">
                <a:extLst>
                  <a:ext uri="{FF2B5EF4-FFF2-40B4-BE49-F238E27FC236}">
                    <a16:creationId xmlns:a16="http://schemas.microsoft.com/office/drawing/2014/main" id="{98E5A2EE-3CFF-4EB9-9D00-D78794397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110"/>
                <a:ext cx="141" cy="172"/>
              </a:xfrm>
              <a:custGeom>
                <a:avLst/>
                <a:gdLst>
                  <a:gd name="T0" fmla="*/ 61 w 61"/>
                  <a:gd name="T1" fmla="*/ 74 h 74"/>
                  <a:gd name="T2" fmla="*/ 59 w 61"/>
                  <a:gd name="T3" fmla="*/ 59 h 74"/>
                  <a:gd name="T4" fmla="*/ 44 w 61"/>
                  <a:gd name="T5" fmla="*/ 27 h 74"/>
                  <a:gd name="T6" fmla="*/ 15 w 61"/>
                  <a:gd name="T7" fmla="*/ 5 h 74"/>
                  <a:gd name="T8" fmla="*/ 0 w 61"/>
                  <a:gd name="T9" fmla="*/ 0 h 74"/>
                  <a:gd name="T10" fmla="*/ 4 w 61"/>
                  <a:gd name="T11" fmla="*/ 1 h 74"/>
                  <a:gd name="T12" fmla="*/ 15 w 61"/>
                  <a:gd name="T13" fmla="*/ 4 h 74"/>
                  <a:gd name="T14" fmla="*/ 45 w 61"/>
                  <a:gd name="T15" fmla="*/ 25 h 74"/>
                  <a:gd name="T16" fmla="*/ 61 w 61"/>
                  <a:gd name="T17" fmla="*/ 59 h 74"/>
                  <a:gd name="T18" fmla="*/ 61 w 61"/>
                  <a:gd name="T19" fmla="*/ 70 h 74"/>
                  <a:gd name="T20" fmla="*/ 61 w 61"/>
                  <a:gd name="T2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74">
                    <a:moveTo>
                      <a:pt x="61" y="74"/>
                    </a:moveTo>
                    <a:cubicBezTo>
                      <a:pt x="61" y="74"/>
                      <a:pt x="61" y="68"/>
                      <a:pt x="59" y="59"/>
                    </a:cubicBezTo>
                    <a:cubicBezTo>
                      <a:pt x="57" y="50"/>
                      <a:pt x="53" y="38"/>
                      <a:pt x="44" y="27"/>
                    </a:cubicBezTo>
                    <a:cubicBezTo>
                      <a:pt x="35" y="16"/>
                      <a:pt x="23" y="9"/>
                      <a:pt x="15" y="5"/>
                    </a:cubicBezTo>
                    <a:cubicBezTo>
                      <a:pt x="6" y="1"/>
                      <a:pt x="0" y="1"/>
                      <a:pt x="0" y="0"/>
                    </a:cubicBezTo>
                    <a:cubicBezTo>
                      <a:pt x="0" y="0"/>
                      <a:pt x="2" y="0"/>
                      <a:pt x="4" y="1"/>
                    </a:cubicBezTo>
                    <a:cubicBezTo>
                      <a:pt x="7" y="1"/>
                      <a:pt x="11" y="2"/>
                      <a:pt x="15" y="4"/>
                    </a:cubicBezTo>
                    <a:cubicBezTo>
                      <a:pt x="24" y="7"/>
                      <a:pt x="36" y="14"/>
                      <a:pt x="45" y="25"/>
                    </a:cubicBezTo>
                    <a:cubicBezTo>
                      <a:pt x="55" y="37"/>
                      <a:pt x="59" y="49"/>
                      <a:pt x="61" y="59"/>
                    </a:cubicBezTo>
                    <a:cubicBezTo>
                      <a:pt x="61" y="64"/>
                      <a:pt x="61" y="67"/>
                      <a:pt x="61" y="70"/>
                    </a:cubicBezTo>
                    <a:cubicBezTo>
                      <a:pt x="61" y="73"/>
                      <a:pt x="61" y="74"/>
                      <a:pt x="61" y="7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244">
                <a:extLst>
                  <a:ext uri="{FF2B5EF4-FFF2-40B4-BE49-F238E27FC236}">
                    <a16:creationId xmlns:a16="http://schemas.microsoft.com/office/drawing/2014/main" id="{D38DAA93-62E3-4082-9B99-46E954BCE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" y="1659"/>
                <a:ext cx="270" cy="179"/>
              </a:xfrm>
              <a:custGeom>
                <a:avLst/>
                <a:gdLst>
                  <a:gd name="T0" fmla="*/ 116 w 116"/>
                  <a:gd name="T1" fmla="*/ 77 h 77"/>
                  <a:gd name="T2" fmla="*/ 110 w 116"/>
                  <a:gd name="T3" fmla="*/ 76 h 77"/>
                  <a:gd name="T4" fmla="*/ 96 w 116"/>
                  <a:gd name="T5" fmla="*/ 72 h 77"/>
                  <a:gd name="T6" fmla="*/ 74 w 116"/>
                  <a:gd name="T7" fmla="*/ 64 h 77"/>
                  <a:gd name="T8" fmla="*/ 50 w 116"/>
                  <a:gd name="T9" fmla="*/ 51 h 77"/>
                  <a:gd name="T10" fmla="*/ 28 w 116"/>
                  <a:gd name="T11" fmla="*/ 34 h 77"/>
                  <a:gd name="T12" fmla="*/ 12 w 116"/>
                  <a:gd name="T13" fmla="*/ 18 h 77"/>
                  <a:gd name="T14" fmla="*/ 3 w 116"/>
                  <a:gd name="T15" fmla="*/ 5 h 77"/>
                  <a:gd name="T16" fmla="*/ 0 w 116"/>
                  <a:gd name="T17" fmla="*/ 1 h 77"/>
                  <a:gd name="T18" fmla="*/ 13 w 116"/>
                  <a:gd name="T19" fmla="*/ 17 h 77"/>
                  <a:gd name="T20" fmla="*/ 29 w 116"/>
                  <a:gd name="T21" fmla="*/ 32 h 77"/>
                  <a:gd name="T22" fmla="*/ 51 w 116"/>
                  <a:gd name="T23" fmla="*/ 49 h 77"/>
                  <a:gd name="T24" fmla="*/ 75 w 116"/>
                  <a:gd name="T25" fmla="*/ 62 h 77"/>
                  <a:gd name="T26" fmla="*/ 96 w 116"/>
                  <a:gd name="T27" fmla="*/ 71 h 77"/>
                  <a:gd name="T28" fmla="*/ 116 w 116"/>
                  <a:gd name="T2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6" h="77">
                    <a:moveTo>
                      <a:pt x="116" y="77"/>
                    </a:moveTo>
                    <a:cubicBezTo>
                      <a:pt x="116" y="77"/>
                      <a:pt x="114" y="77"/>
                      <a:pt x="110" y="76"/>
                    </a:cubicBezTo>
                    <a:cubicBezTo>
                      <a:pt x="107" y="75"/>
                      <a:pt x="102" y="74"/>
                      <a:pt x="96" y="72"/>
                    </a:cubicBezTo>
                    <a:cubicBezTo>
                      <a:pt x="89" y="70"/>
                      <a:pt x="82" y="68"/>
                      <a:pt x="74" y="64"/>
                    </a:cubicBezTo>
                    <a:cubicBezTo>
                      <a:pt x="67" y="61"/>
                      <a:pt x="58" y="56"/>
                      <a:pt x="50" y="51"/>
                    </a:cubicBezTo>
                    <a:cubicBezTo>
                      <a:pt x="42" y="45"/>
                      <a:pt x="34" y="40"/>
                      <a:pt x="28" y="34"/>
                    </a:cubicBezTo>
                    <a:cubicBezTo>
                      <a:pt x="22" y="28"/>
                      <a:pt x="16" y="23"/>
                      <a:pt x="12" y="18"/>
                    </a:cubicBezTo>
                    <a:cubicBezTo>
                      <a:pt x="8" y="13"/>
                      <a:pt x="5" y="8"/>
                      <a:pt x="3" y="5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0" y="0"/>
                      <a:pt x="5" y="7"/>
                      <a:pt x="13" y="17"/>
                    </a:cubicBezTo>
                    <a:cubicBezTo>
                      <a:pt x="18" y="21"/>
                      <a:pt x="23" y="27"/>
                      <a:pt x="29" y="32"/>
                    </a:cubicBezTo>
                    <a:cubicBezTo>
                      <a:pt x="36" y="38"/>
                      <a:pt x="43" y="44"/>
                      <a:pt x="51" y="49"/>
                    </a:cubicBezTo>
                    <a:cubicBezTo>
                      <a:pt x="59" y="54"/>
                      <a:pt x="68" y="59"/>
                      <a:pt x="75" y="62"/>
                    </a:cubicBezTo>
                    <a:cubicBezTo>
                      <a:pt x="83" y="66"/>
                      <a:pt x="90" y="69"/>
                      <a:pt x="96" y="71"/>
                    </a:cubicBezTo>
                    <a:cubicBezTo>
                      <a:pt x="108" y="75"/>
                      <a:pt x="116" y="76"/>
                      <a:pt x="116" y="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245">
                <a:extLst>
                  <a:ext uri="{FF2B5EF4-FFF2-40B4-BE49-F238E27FC236}">
                    <a16:creationId xmlns:a16="http://schemas.microsoft.com/office/drawing/2014/main" id="{9398248C-E186-4192-BE37-2DCE6FBE5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1566"/>
                <a:ext cx="18" cy="326"/>
              </a:xfrm>
              <a:custGeom>
                <a:avLst/>
                <a:gdLst>
                  <a:gd name="T0" fmla="*/ 3 w 8"/>
                  <a:gd name="T1" fmla="*/ 0 h 140"/>
                  <a:gd name="T2" fmla="*/ 6 w 8"/>
                  <a:gd name="T3" fmla="*/ 140 h 140"/>
                  <a:gd name="T4" fmla="*/ 7 w 8"/>
                  <a:gd name="T5" fmla="*/ 129 h 140"/>
                  <a:gd name="T6" fmla="*/ 8 w 8"/>
                  <a:gd name="T7" fmla="*/ 122 h 140"/>
                  <a:gd name="T8" fmla="*/ 7 w 8"/>
                  <a:gd name="T9" fmla="*/ 117 h 140"/>
                  <a:gd name="T10" fmla="*/ 7 w 8"/>
                  <a:gd name="T11" fmla="*/ 117 h 140"/>
                  <a:gd name="T12" fmla="*/ 7 w 8"/>
                  <a:gd name="T13" fmla="*/ 117 h 140"/>
                  <a:gd name="T14" fmla="*/ 8 w 8"/>
                  <a:gd name="T15" fmla="*/ 56 h 140"/>
                  <a:gd name="T16" fmla="*/ 3 w 8"/>
                  <a:gd name="T17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40">
                    <a:moveTo>
                      <a:pt x="3" y="0"/>
                    </a:moveTo>
                    <a:cubicBezTo>
                      <a:pt x="0" y="47"/>
                      <a:pt x="1" y="94"/>
                      <a:pt x="6" y="140"/>
                    </a:cubicBezTo>
                    <a:cubicBezTo>
                      <a:pt x="6" y="137"/>
                      <a:pt x="7" y="133"/>
                      <a:pt x="7" y="129"/>
                    </a:cubicBezTo>
                    <a:cubicBezTo>
                      <a:pt x="7" y="127"/>
                      <a:pt x="7" y="125"/>
                      <a:pt x="8" y="122"/>
                    </a:cubicBezTo>
                    <a:cubicBezTo>
                      <a:pt x="7" y="120"/>
                      <a:pt x="7" y="119"/>
                      <a:pt x="7" y="117"/>
                    </a:cubicBezTo>
                    <a:cubicBezTo>
                      <a:pt x="7" y="117"/>
                      <a:pt x="7" y="117"/>
                      <a:pt x="7" y="117"/>
                    </a:cubicBezTo>
                    <a:cubicBezTo>
                      <a:pt x="7" y="117"/>
                      <a:pt x="7" y="117"/>
                      <a:pt x="7" y="117"/>
                    </a:cubicBezTo>
                    <a:cubicBezTo>
                      <a:pt x="7" y="95"/>
                      <a:pt x="8" y="75"/>
                      <a:pt x="8" y="56"/>
                    </a:cubicBezTo>
                    <a:cubicBezTo>
                      <a:pt x="7" y="36"/>
                      <a:pt x="5" y="16"/>
                      <a:pt x="3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246">
                <a:extLst>
                  <a:ext uri="{FF2B5EF4-FFF2-40B4-BE49-F238E27FC236}">
                    <a16:creationId xmlns:a16="http://schemas.microsoft.com/office/drawing/2014/main" id="{5AE98975-87F2-44E9-85C2-1F903B823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696"/>
                <a:ext cx="5" cy="154"/>
              </a:xfrm>
              <a:custGeom>
                <a:avLst/>
                <a:gdLst>
                  <a:gd name="T0" fmla="*/ 1 w 2"/>
                  <a:gd name="T1" fmla="*/ 0 h 66"/>
                  <a:gd name="T2" fmla="*/ 0 w 2"/>
                  <a:gd name="T3" fmla="*/ 61 h 66"/>
                  <a:gd name="T4" fmla="*/ 0 w 2"/>
                  <a:gd name="T5" fmla="*/ 61 h 66"/>
                  <a:gd name="T6" fmla="*/ 0 w 2"/>
                  <a:gd name="T7" fmla="*/ 61 h 66"/>
                  <a:gd name="T8" fmla="*/ 1 w 2"/>
                  <a:gd name="T9" fmla="*/ 66 h 66"/>
                  <a:gd name="T10" fmla="*/ 1 w 2"/>
                  <a:gd name="T1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6">
                    <a:moveTo>
                      <a:pt x="1" y="0"/>
                    </a:moveTo>
                    <a:cubicBezTo>
                      <a:pt x="1" y="19"/>
                      <a:pt x="0" y="39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3"/>
                      <a:pt x="0" y="64"/>
                      <a:pt x="1" y="66"/>
                    </a:cubicBezTo>
                    <a:cubicBezTo>
                      <a:pt x="2" y="45"/>
                      <a:pt x="2" y="22"/>
                      <a:pt x="1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247">
                <a:extLst>
                  <a:ext uri="{FF2B5EF4-FFF2-40B4-BE49-F238E27FC236}">
                    <a16:creationId xmlns:a16="http://schemas.microsoft.com/office/drawing/2014/main" id="{5822DDB3-1C2A-41CA-A18A-B10A9D792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89"/>
                <a:ext cx="5" cy="0"/>
              </a:xfrm>
              <a:custGeom>
                <a:avLst/>
                <a:gdLst>
                  <a:gd name="T0" fmla="*/ 5 w 5"/>
                  <a:gd name="T1" fmla="*/ 0 w 5"/>
                  <a:gd name="T2" fmla="*/ 5 w 5"/>
                  <a:gd name="T3" fmla="*/ 5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5" y="0"/>
                    </a:move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248">
                <a:extLst>
                  <a:ext uri="{FF2B5EF4-FFF2-40B4-BE49-F238E27FC236}">
                    <a16:creationId xmlns:a16="http://schemas.microsoft.com/office/drawing/2014/main" id="{9B66BB89-8A24-4163-82B6-4A0B7EF72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89"/>
                <a:ext cx="5" cy="0"/>
              </a:xfrm>
              <a:custGeom>
                <a:avLst/>
                <a:gdLst>
                  <a:gd name="T0" fmla="*/ 5 w 5"/>
                  <a:gd name="T1" fmla="*/ 0 w 5"/>
                  <a:gd name="T2" fmla="*/ 5 w 5"/>
                  <a:gd name="T3" fmla="*/ 5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5" y="0"/>
                    </a:move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249">
                <a:extLst>
                  <a:ext uri="{FF2B5EF4-FFF2-40B4-BE49-F238E27FC236}">
                    <a16:creationId xmlns:a16="http://schemas.microsoft.com/office/drawing/2014/main" id="{A3EAD8C5-F897-4DD0-B0E7-52128D9CA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1422"/>
                <a:ext cx="93" cy="767"/>
              </a:xfrm>
              <a:custGeom>
                <a:avLst/>
                <a:gdLst>
                  <a:gd name="T0" fmla="*/ 8 w 40"/>
                  <a:gd name="T1" fmla="*/ 0 h 330"/>
                  <a:gd name="T2" fmla="*/ 0 w 40"/>
                  <a:gd name="T3" fmla="*/ 62 h 330"/>
                  <a:gd name="T4" fmla="*/ 5 w 40"/>
                  <a:gd name="T5" fmla="*/ 118 h 330"/>
                  <a:gd name="T6" fmla="*/ 5 w 40"/>
                  <a:gd name="T7" fmla="*/ 184 h 330"/>
                  <a:gd name="T8" fmla="*/ 4 w 40"/>
                  <a:gd name="T9" fmla="*/ 191 h 330"/>
                  <a:gd name="T10" fmla="*/ 3 w 40"/>
                  <a:gd name="T11" fmla="*/ 202 h 330"/>
                  <a:gd name="T12" fmla="*/ 27 w 40"/>
                  <a:gd name="T13" fmla="*/ 330 h 330"/>
                  <a:gd name="T14" fmla="*/ 32 w 40"/>
                  <a:gd name="T15" fmla="*/ 330 h 330"/>
                  <a:gd name="T16" fmla="*/ 34 w 40"/>
                  <a:gd name="T17" fmla="*/ 330 h 330"/>
                  <a:gd name="T18" fmla="*/ 8 w 40"/>
                  <a:gd name="T19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30">
                    <a:moveTo>
                      <a:pt x="8" y="0"/>
                    </a:moveTo>
                    <a:cubicBezTo>
                      <a:pt x="4" y="20"/>
                      <a:pt x="2" y="41"/>
                      <a:pt x="0" y="62"/>
                    </a:cubicBezTo>
                    <a:cubicBezTo>
                      <a:pt x="2" y="78"/>
                      <a:pt x="4" y="98"/>
                      <a:pt x="5" y="118"/>
                    </a:cubicBezTo>
                    <a:cubicBezTo>
                      <a:pt x="6" y="140"/>
                      <a:pt x="6" y="163"/>
                      <a:pt x="5" y="184"/>
                    </a:cubicBezTo>
                    <a:cubicBezTo>
                      <a:pt x="4" y="187"/>
                      <a:pt x="4" y="189"/>
                      <a:pt x="4" y="191"/>
                    </a:cubicBezTo>
                    <a:cubicBezTo>
                      <a:pt x="4" y="195"/>
                      <a:pt x="3" y="199"/>
                      <a:pt x="3" y="202"/>
                    </a:cubicBezTo>
                    <a:cubicBezTo>
                      <a:pt x="8" y="246"/>
                      <a:pt x="16" y="289"/>
                      <a:pt x="27" y="330"/>
                    </a:cubicBezTo>
                    <a:cubicBezTo>
                      <a:pt x="32" y="330"/>
                      <a:pt x="32" y="330"/>
                      <a:pt x="32" y="330"/>
                    </a:cubicBezTo>
                    <a:cubicBezTo>
                      <a:pt x="34" y="330"/>
                      <a:pt x="34" y="330"/>
                      <a:pt x="34" y="330"/>
                    </a:cubicBezTo>
                    <a:cubicBezTo>
                      <a:pt x="40" y="219"/>
                      <a:pt x="29" y="108"/>
                      <a:pt x="8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250">
                <a:extLst>
                  <a:ext uri="{FF2B5EF4-FFF2-40B4-BE49-F238E27FC236}">
                    <a16:creationId xmlns:a16="http://schemas.microsoft.com/office/drawing/2014/main" id="{E17CCA4D-5690-4773-B7AC-43C1044A8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3" y="1854"/>
                <a:ext cx="219" cy="68"/>
              </a:xfrm>
              <a:custGeom>
                <a:avLst/>
                <a:gdLst>
                  <a:gd name="T0" fmla="*/ 0 w 94"/>
                  <a:gd name="T1" fmla="*/ 0 h 29"/>
                  <a:gd name="T2" fmla="*/ 45 w 94"/>
                  <a:gd name="T3" fmla="*/ 26 h 29"/>
                  <a:gd name="T4" fmla="*/ 65 w 94"/>
                  <a:gd name="T5" fmla="*/ 29 h 29"/>
                  <a:gd name="T6" fmla="*/ 71 w 94"/>
                  <a:gd name="T7" fmla="*/ 28 h 29"/>
                  <a:gd name="T8" fmla="*/ 94 w 94"/>
                  <a:gd name="T9" fmla="*/ 19 h 29"/>
                  <a:gd name="T10" fmla="*/ 0 w 94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29">
                    <a:moveTo>
                      <a:pt x="0" y="0"/>
                    </a:moveTo>
                    <a:cubicBezTo>
                      <a:pt x="10" y="13"/>
                      <a:pt x="29" y="21"/>
                      <a:pt x="45" y="26"/>
                    </a:cubicBezTo>
                    <a:cubicBezTo>
                      <a:pt x="52" y="28"/>
                      <a:pt x="58" y="29"/>
                      <a:pt x="65" y="29"/>
                    </a:cubicBezTo>
                    <a:cubicBezTo>
                      <a:pt x="67" y="29"/>
                      <a:pt x="69" y="28"/>
                      <a:pt x="71" y="28"/>
                    </a:cubicBezTo>
                    <a:cubicBezTo>
                      <a:pt x="80" y="28"/>
                      <a:pt x="89" y="26"/>
                      <a:pt x="94" y="19"/>
                    </a:cubicBezTo>
                    <a:cubicBezTo>
                      <a:pt x="62" y="18"/>
                      <a:pt x="30" y="12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251">
                <a:extLst>
                  <a:ext uri="{FF2B5EF4-FFF2-40B4-BE49-F238E27FC236}">
                    <a16:creationId xmlns:a16="http://schemas.microsoft.com/office/drawing/2014/main" id="{FF09660D-A4C0-49A6-AD05-FC09E037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947"/>
                <a:ext cx="277" cy="86"/>
              </a:xfrm>
              <a:custGeom>
                <a:avLst/>
                <a:gdLst>
                  <a:gd name="T0" fmla="*/ 119 w 119"/>
                  <a:gd name="T1" fmla="*/ 36 h 37"/>
                  <a:gd name="T2" fmla="*/ 114 w 119"/>
                  <a:gd name="T3" fmla="*/ 37 h 37"/>
                  <a:gd name="T4" fmla="*/ 100 w 119"/>
                  <a:gd name="T5" fmla="*/ 37 h 37"/>
                  <a:gd name="T6" fmla="*/ 57 w 119"/>
                  <a:gd name="T7" fmla="*/ 26 h 37"/>
                  <a:gd name="T8" fmla="*/ 15 w 119"/>
                  <a:gd name="T9" fmla="*/ 10 h 37"/>
                  <a:gd name="T10" fmla="*/ 4 w 119"/>
                  <a:gd name="T11" fmla="*/ 3 h 37"/>
                  <a:gd name="T12" fmla="*/ 1 w 119"/>
                  <a:gd name="T13" fmla="*/ 1 h 37"/>
                  <a:gd name="T14" fmla="*/ 0 w 119"/>
                  <a:gd name="T15" fmla="*/ 0 h 37"/>
                  <a:gd name="T16" fmla="*/ 4 w 119"/>
                  <a:gd name="T17" fmla="*/ 2 h 37"/>
                  <a:gd name="T18" fmla="*/ 16 w 119"/>
                  <a:gd name="T19" fmla="*/ 9 h 37"/>
                  <a:gd name="T20" fmla="*/ 58 w 119"/>
                  <a:gd name="T21" fmla="*/ 24 h 37"/>
                  <a:gd name="T22" fmla="*/ 100 w 119"/>
                  <a:gd name="T23" fmla="*/ 35 h 37"/>
                  <a:gd name="T24" fmla="*/ 115 w 119"/>
                  <a:gd name="T25" fmla="*/ 36 h 37"/>
                  <a:gd name="T26" fmla="*/ 119 w 119"/>
                  <a:gd name="T27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9" h="37">
                    <a:moveTo>
                      <a:pt x="119" y="36"/>
                    </a:moveTo>
                    <a:cubicBezTo>
                      <a:pt x="119" y="36"/>
                      <a:pt x="117" y="36"/>
                      <a:pt x="114" y="37"/>
                    </a:cubicBezTo>
                    <a:cubicBezTo>
                      <a:pt x="110" y="37"/>
                      <a:pt x="106" y="37"/>
                      <a:pt x="100" y="37"/>
                    </a:cubicBezTo>
                    <a:cubicBezTo>
                      <a:pt x="89" y="36"/>
                      <a:pt x="73" y="32"/>
                      <a:pt x="57" y="26"/>
                    </a:cubicBezTo>
                    <a:cubicBezTo>
                      <a:pt x="41" y="20"/>
                      <a:pt x="26" y="15"/>
                      <a:pt x="15" y="10"/>
                    </a:cubicBezTo>
                    <a:cubicBezTo>
                      <a:pt x="10" y="8"/>
                      <a:pt x="6" y="5"/>
                      <a:pt x="4" y="3"/>
                    </a:cubicBezTo>
                    <a:cubicBezTo>
                      <a:pt x="2" y="2"/>
                      <a:pt x="2" y="1"/>
                      <a:pt x="1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1"/>
                      <a:pt x="4" y="2"/>
                    </a:cubicBezTo>
                    <a:cubicBezTo>
                      <a:pt x="7" y="4"/>
                      <a:pt x="11" y="6"/>
                      <a:pt x="16" y="9"/>
                    </a:cubicBezTo>
                    <a:cubicBezTo>
                      <a:pt x="26" y="13"/>
                      <a:pt x="41" y="18"/>
                      <a:pt x="58" y="24"/>
                    </a:cubicBezTo>
                    <a:cubicBezTo>
                      <a:pt x="74" y="30"/>
                      <a:pt x="89" y="34"/>
                      <a:pt x="100" y="35"/>
                    </a:cubicBezTo>
                    <a:cubicBezTo>
                      <a:pt x="107" y="36"/>
                      <a:pt x="112" y="36"/>
                      <a:pt x="115" y="36"/>
                    </a:cubicBezTo>
                    <a:cubicBezTo>
                      <a:pt x="117" y="36"/>
                      <a:pt x="119" y="36"/>
                      <a:pt x="119" y="36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252">
                <a:extLst>
                  <a:ext uri="{FF2B5EF4-FFF2-40B4-BE49-F238E27FC236}">
                    <a16:creationId xmlns:a16="http://schemas.microsoft.com/office/drawing/2014/main" id="{D44FBF81-4A4F-4013-BE44-B131C0E3D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3" y="891"/>
                <a:ext cx="7" cy="77"/>
              </a:xfrm>
              <a:custGeom>
                <a:avLst/>
                <a:gdLst>
                  <a:gd name="T0" fmla="*/ 2 w 3"/>
                  <a:gd name="T1" fmla="*/ 0 h 33"/>
                  <a:gd name="T2" fmla="*/ 2 w 3"/>
                  <a:gd name="T3" fmla="*/ 17 h 33"/>
                  <a:gd name="T4" fmla="*/ 2 w 3"/>
                  <a:gd name="T5" fmla="*/ 33 h 33"/>
                  <a:gd name="T6" fmla="*/ 0 w 3"/>
                  <a:gd name="T7" fmla="*/ 17 h 33"/>
                  <a:gd name="T8" fmla="*/ 2 w 3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3">
                    <a:moveTo>
                      <a:pt x="2" y="0"/>
                    </a:moveTo>
                    <a:cubicBezTo>
                      <a:pt x="3" y="0"/>
                      <a:pt x="3" y="7"/>
                      <a:pt x="2" y="17"/>
                    </a:cubicBezTo>
                    <a:cubicBezTo>
                      <a:pt x="2" y="26"/>
                      <a:pt x="2" y="33"/>
                      <a:pt x="2" y="33"/>
                    </a:cubicBezTo>
                    <a:cubicBezTo>
                      <a:pt x="1" y="33"/>
                      <a:pt x="0" y="26"/>
                      <a:pt x="0" y="17"/>
                    </a:cubicBezTo>
                    <a:cubicBezTo>
                      <a:pt x="1" y="7"/>
                      <a:pt x="2" y="0"/>
                      <a:pt x="2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253">
                <a:extLst>
                  <a:ext uri="{FF2B5EF4-FFF2-40B4-BE49-F238E27FC236}">
                    <a16:creationId xmlns:a16="http://schemas.microsoft.com/office/drawing/2014/main" id="{9A666D52-898C-478A-9CA0-3271F24E4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912"/>
                <a:ext cx="7" cy="93"/>
              </a:xfrm>
              <a:custGeom>
                <a:avLst/>
                <a:gdLst>
                  <a:gd name="T0" fmla="*/ 1 w 3"/>
                  <a:gd name="T1" fmla="*/ 0 h 40"/>
                  <a:gd name="T2" fmla="*/ 2 w 3"/>
                  <a:gd name="T3" fmla="*/ 20 h 40"/>
                  <a:gd name="T4" fmla="*/ 3 w 3"/>
                  <a:gd name="T5" fmla="*/ 40 h 40"/>
                  <a:gd name="T6" fmla="*/ 0 w 3"/>
                  <a:gd name="T7" fmla="*/ 20 h 40"/>
                  <a:gd name="T8" fmla="*/ 1 w 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0">
                    <a:moveTo>
                      <a:pt x="1" y="0"/>
                    </a:moveTo>
                    <a:cubicBezTo>
                      <a:pt x="2" y="0"/>
                      <a:pt x="2" y="9"/>
                      <a:pt x="2" y="20"/>
                    </a:cubicBezTo>
                    <a:cubicBezTo>
                      <a:pt x="3" y="31"/>
                      <a:pt x="3" y="40"/>
                      <a:pt x="3" y="40"/>
                    </a:cubicBezTo>
                    <a:cubicBezTo>
                      <a:pt x="2" y="40"/>
                      <a:pt x="1" y="31"/>
                      <a:pt x="0" y="20"/>
                    </a:cubicBezTo>
                    <a:cubicBezTo>
                      <a:pt x="0" y="9"/>
                      <a:pt x="1" y="0"/>
                      <a:pt x="1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254">
                <a:extLst>
                  <a:ext uri="{FF2B5EF4-FFF2-40B4-BE49-F238E27FC236}">
                    <a16:creationId xmlns:a16="http://schemas.microsoft.com/office/drawing/2014/main" id="{B12B158B-45EA-4B7D-B92B-BF1112462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943"/>
                <a:ext cx="9" cy="90"/>
              </a:xfrm>
              <a:custGeom>
                <a:avLst/>
                <a:gdLst>
                  <a:gd name="T0" fmla="*/ 2 w 4"/>
                  <a:gd name="T1" fmla="*/ 0 h 39"/>
                  <a:gd name="T2" fmla="*/ 3 w 4"/>
                  <a:gd name="T3" fmla="*/ 19 h 39"/>
                  <a:gd name="T4" fmla="*/ 1 w 4"/>
                  <a:gd name="T5" fmla="*/ 39 h 39"/>
                  <a:gd name="T6" fmla="*/ 1 w 4"/>
                  <a:gd name="T7" fmla="*/ 19 h 39"/>
                  <a:gd name="T8" fmla="*/ 2 w 4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9">
                    <a:moveTo>
                      <a:pt x="2" y="0"/>
                    </a:moveTo>
                    <a:cubicBezTo>
                      <a:pt x="2" y="0"/>
                      <a:pt x="4" y="8"/>
                      <a:pt x="3" y="19"/>
                    </a:cubicBezTo>
                    <a:cubicBezTo>
                      <a:pt x="3" y="30"/>
                      <a:pt x="2" y="39"/>
                      <a:pt x="1" y="39"/>
                    </a:cubicBezTo>
                    <a:cubicBezTo>
                      <a:pt x="0" y="38"/>
                      <a:pt x="1" y="30"/>
                      <a:pt x="1" y="19"/>
                    </a:cubicBezTo>
                    <a:cubicBezTo>
                      <a:pt x="1" y="8"/>
                      <a:pt x="1" y="0"/>
                      <a:pt x="2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255">
                <a:extLst>
                  <a:ext uri="{FF2B5EF4-FFF2-40B4-BE49-F238E27FC236}">
                    <a16:creationId xmlns:a16="http://schemas.microsoft.com/office/drawing/2014/main" id="{2ACF892C-960D-42EC-A871-BF3BEE53C0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42" y="954"/>
                <a:ext cx="246" cy="86"/>
              </a:xfrm>
              <a:custGeom>
                <a:avLst/>
                <a:gdLst>
                  <a:gd name="T0" fmla="*/ 55 w 106"/>
                  <a:gd name="T1" fmla="*/ 21 h 37"/>
                  <a:gd name="T2" fmla="*/ 55 w 106"/>
                  <a:gd name="T3" fmla="*/ 22 h 37"/>
                  <a:gd name="T4" fmla="*/ 95 w 106"/>
                  <a:gd name="T5" fmla="*/ 32 h 37"/>
                  <a:gd name="T6" fmla="*/ 98 w 106"/>
                  <a:gd name="T7" fmla="*/ 33 h 37"/>
                  <a:gd name="T8" fmla="*/ 55 w 106"/>
                  <a:gd name="T9" fmla="*/ 21 h 37"/>
                  <a:gd name="T10" fmla="*/ 11 w 106"/>
                  <a:gd name="T11" fmla="*/ 4 h 37"/>
                  <a:gd name="T12" fmla="*/ 11 w 106"/>
                  <a:gd name="T13" fmla="*/ 6 h 37"/>
                  <a:gd name="T14" fmla="*/ 11 w 106"/>
                  <a:gd name="T15" fmla="*/ 6 h 37"/>
                  <a:gd name="T16" fmla="*/ 53 w 106"/>
                  <a:gd name="T17" fmla="*/ 21 h 37"/>
                  <a:gd name="T18" fmla="*/ 54 w 106"/>
                  <a:gd name="T19" fmla="*/ 21 h 37"/>
                  <a:gd name="T20" fmla="*/ 54 w 106"/>
                  <a:gd name="T21" fmla="*/ 21 h 37"/>
                  <a:gd name="T22" fmla="*/ 53 w 106"/>
                  <a:gd name="T23" fmla="*/ 21 h 37"/>
                  <a:gd name="T24" fmla="*/ 11 w 106"/>
                  <a:gd name="T25" fmla="*/ 4 h 37"/>
                  <a:gd name="T26" fmla="*/ 1 w 106"/>
                  <a:gd name="T27" fmla="*/ 2 h 37"/>
                  <a:gd name="T28" fmla="*/ 25 w 106"/>
                  <a:gd name="T29" fmla="*/ 18 h 37"/>
                  <a:gd name="T30" fmla="*/ 65 w 106"/>
                  <a:gd name="T31" fmla="*/ 34 h 37"/>
                  <a:gd name="T32" fmla="*/ 86 w 106"/>
                  <a:gd name="T33" fmla="*/ 37 h 37"/>
                  <a:gd name="T34" fmla="*/ 106 w 106"/>
                  <a:gd name="T35" fmla="*/ 34 h 37"/>
                  <a:gd name="T36" fmla="*/ 102 w 106"/>
                  <a:gd name="T37" fmla="*/ 34 h 37"/>
                  <a:gd name="T38" fmla="*/ 95 w 106"/>
                  <a:gd name="T39" fmla="*/ 34 h 37"/>
                  <a:gd name="T40" fmla="*/ 52 w 106"/>
                  <a:gd name="T41" fmla="*/ 23 h 37"/>
                  <a:gd name="T42" fmla="*/ 10 w 106"/>
                  <a:gd name="T43" fmla="*/ 7 h 37"/>
                  <a:gd name="T44" fmla="*/ 1 w 106"/>
                  <a:gd name="T45" fmla="*/ 2 h 37"/>
                  <a:gd name="T46" fmla="*/ 0 w 106"/>
                  <a:gd name="T47" fmla="*/ 0 h 37"/>
                  <a:gd name="T48" fmla="*/ 0 w 106"/>
                  <a:gd name="T49" fmla="*/ 0 h 37"/>
                  <a:gd name="T50" fmla="*/ 10 w 106"/>
                  <a:gd name="T51" fmla="*/ 5 h 37"/>
                  <a:gd name="T52" fmla="*/ 10 w 106"/>
                  <a:gd name="T53" fmla="*/ 4 h 37"/>
                  <a:gd name="T54" fmla="*/ 0 w 106"/>
                  <a:gd name="T55" fmla="*/ 0 h 37"/>
                  <a:gd name="T56" fmla="*/ 0 w 106"/>
                  <a:gd name="T5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6" h="37">
                    <a:moveTo>
                      <a:pt x="55" y="21"/>
                    </a:moveTo>
                    <a:cubicBezTo>
                      <a:pt x="55" y="21"/>
                      <a:pt x="55" y="21"/>
                      <a:pt x="55" y="22"/>
                    </a:cubicBezTo>
                    <a:cubicBezTo>
                      <a:pt x="70" y="27"/>
                      <a:pt x="84" y="31"/>
                      <a:pt x="95" y="32"/>
                    </a:cubicBezTo>
                    <a:cubicBezTo>
                      <a:pt x="96" y="32"/>
                      <a:pt x="97" y="33"/>
                      <a:pt x="98" y="33"/>
                    </a:cubicBezTo>
                    <a:cubicBezTo>
                      <a:pt x="83" y="31"/>
                      <a:pt x="69" y="27"/>
                      <a:pt x="55" y="21"/>
                    </a:cubicBezTo>
                    <a:moveTo>
                      <a:pt x="11" y="4"/>
                    </a:moveTo>
                    <a:cubicBezTo>
                      <a:pt x="11" y="5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21" y="10"/>
                      <a:pt x="36" y="15"/>
                      <a:pt x="53" y="21"/>
                    </a:cubicBezTo>
                    <a:cubicBezTo>
                      <a:pt x="53" y="21"/>
                      <a:pt x="54" y="21"/>
                      <a:pt x="54" y="21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4" y="21"/>
                      <a:pt x="53" y="21"/>
                    </a:cubicBezTo>
                    <a:cubicBezTo>
                      <a:pt x="40" y="16"/>
                      <a:pt x="25" y="10"/>
                      <a:pt x="11" y="4"/>
                    </a:cubicBezTo>
                    <a:moveTo>
                      <a:pt x="1" y="2"/>
                    </a:moveTo>
                    <a:cubicBezTo>
                      <a:pt x="7" y="10"/>
                      <a:pt x="16" y="14"/>
                      <a:pt x="25" y="18"/>
                    </a:cubicBezTo>
                    <a:cubicBezTo>
                      <a:pt x="38" y="25"/>
                      <a:pt x="51" y="31"/>
                      <a:pt x="65" y="34"/>
                    </a:cubicBezTo>
                    <a:cubicBezTo>
                      <a:pt x="72" y="36"/>
                      <a:pt x="79" y="37"/>
                      <a:pt x="86" y="37"/>
                    </a:cubicBezTo>
                    <a:cubicBezTo>
                      <a:pt x="93" y="37"/>
                      <a:pt x="100" y="36"/>
                      <a:pt x="106" y="34"/>
                    </a:cubicBezTo>
                    <a:cubicBezTo>
                      <a:pt x="105" y="34"/>
                      <a:pt x="103" y="34"/>
                      <a:pt x="102" y="34"/>
                    </a:cubicBezTo>
                    <a:cubicBezTo>
                      <a:pt x="100" y="34"/>
                      <a:pt x="98" y="34"/>
                      <a:pt x="95" y="34"/>
                    </a:cubicBezTo>
                    <a:cubicBezTo>
                      <a:pt x="84" y="33"/>
                      <a:pt x="68" y="29"/>
                      <a:pt x="52" y="23"/>
                    </a:cubicBezTo>
                    <a:cubicBezTo>
                      <a:pt x="36" y="17"/>
                      <a:pt x="21" y="12"/>
                      <a:pt x="10" y="7"/>
                    </a:cubicBezTo>
                    <a:cubicBezTo>
                      <a:pt x="7" y="5"/>
                      <a:pt x="4" y="4"/>
                      <a:pt x="1" y="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6" y="3"/>
                      <a:pt x="10" y="5"/>
                    </a:cubicBezTo>
                    <a:cubicBezTo>
                      <a:pt x="10" y="5"/>
                      <a:pt x="10" y="4"/>
                      <a:pt x="10" y="4"/>
                    </a:cubicBezTo>
                    <a:cubicBezTo>
                      <a:pt x="6" y="2"/>
                      <a:pt x="3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256">
                <a:extLst>
                  <a:ext uri="{FF2B5EF4-FFF2-40B4-BE49-F238E27FC236}">
                    <a16:creationId xmlns:a16="http://schemas.microsoft.com/office/drawing/2014/main" id="{E24C6162-B66A-4298-9427-FF04D47A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954"/>
                <a:ext cx="251" cy="79"/>
              </a:xfrm>
              <a:custGeom>
                <a:avLst/>
                <a:gdLst>
                  <a:gd name="T0" fmla="*/ 0 w 108"/>
                  <a:gd name="T1" fmla="*/ 0 h 34"/>
                  <a:gd name="T2" fmla="*/ 1 w 108"/>
                  <a:gd name="T3" fmla="*/ 2 h 34"/>
                  <a:gd name="T4" fmla="*/ 10 w 108"/>
                  <a:gd name="T5" fmla="*/ 7 h 34"/>
                  <a:gd name="T6" fmla="*/ 52 w 108"/>
                  <a:gd name="T7" fmla="*/ 23 h 34"/>
                  <a:gd name="T8" fmla="*/ 95 w 108"/>
                  <a:gd name="T9" fmla="*/ 34 h 34"/>
                  <a:gd name="T10" fmla="*/ 102 w 108"/>
                  <a:gd name="T11" fmla="*/ 34 h 34"/>
                  <a:gd name="T12" fmla="*/ 106 w 108"/>
                  <a:gd name="T13" fmla="*/ 34 h 34"/>
                  <a:gd name="T14" fmla="*/ 108 w 108"/>
                  <a:gd name="T15" fmla="*/ 33 h 34"/>
                  <a:gd name="T16" fmla="*/ 103 w 108"/>
                  <a:gd name="T17" fmla="*/ 33 h 34"/>
                  <a:gd name="T18" fmla="*/ 103 w 108"/>
                  <a:gd name="T19" fmla="*/ 34 h 34"/>
                  <a:gd name="T20" fmla="*/ 103 w 108"/>
                  <a:gd name="T21" fmla="*/ 34 h 34"/>
                  <a:gd name="T22" fmla="*/ 103 w 108"/>
                  <a:gd name="T23" fmla="*/ 33 h 34"/>
                  <a:gd name="T24" fmla="*/ 98 w 108"/>
                  <a:gd name="T25" fmla="*/ 33 h 34"/>
                  <a:gd name="T26" fmla="*/ 95 w 108"/>
                  <a:gd name="T27" fmla="*/ 32 h 34"/>
                  <a:gd name="T28" fmla="*/ 55 w 108"/>
                  <a:gd name="T29" fmla="*/ 22 h 34"/>
                  <a:gd name="T30" fmla="*/ 55 w 108"/>
                  <a:gd name="T31" fmla="*/ 22 h 34"/>
                  <a:gd name="T32" fmla="*/ 55 w 108"/>
                  <a:gd name="T33" fmla="*/ 22 h 34"/>
                  <a:gd name="T34" fmla="*/ 54 w 108"/>
                  <a:gd name="T35" fmla="*/ 21 h 34"/>
                  <a:gd name="T36" fmla="*/ 53 w 108"/>
                  <a:gd name="T37" fmla="*/ 21 h 34"/>
                  <a:gd name="T38" fmla="*/ 11 w 108"/>
                  <a:gd name="T39" fmla="*/ 6 h 34"/>
                  <a:gd name="T40" fmla="*/ 11 w 108"/>
                  <a:gd name="T41" fmla="*/ 6 h 34"/>
                  <a:gd name="T42" fmla="*/ 11 w 108"/>
                  <a:gd name="T43" fmla="*/ 6 h 34"/>
                  <a:gd name="T44" fmla="*/ 11 w 108"/>
                  <a:gd name="T45" fmla="*/ 6 h 34"/>
                  <a:gd name="T46" fmla="*/ 10 w 108"/>
                  <a:gd name="T47" fmla="*/ 5 h 34"/>
                  <a:gd name="T48" fmla="*/ 0 w 108"/>
                  <a:gd name="T4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8" h="34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4" y="4"/>
                      <a:pt x="7" y="5"/>
                      <a:pt x="10" y="7"/>
                    </a:cubicBezTo>
                    <a:cubicBezTo>
                      <a:pt x="21" y="12"/>
                      <a:pt x="36" y="17"/>
                      <a:pt x="52" y="23"/>
                    </a:cubicBezTo>
                    <a:cubicBezTo>
                      <a:pt x="68" y="29"/>
                      <a:pt x="84" y="33"/>
                      <a:pt x="95" y="34"/>
                    </a:cubicBezTo>
                    <a:cubicBezTo>
                      <a:pt x="98" y="34"/>
                      <a:pt x="100" y="34"/>
                      <a:pt x="102" y="34"/>
                    </a:cubicBezTo>
                    <a:cubicBezTo>
                      <a:pt x="103" y="34"/>
                      <a:pt x="105" y="34"/>
                      <a:pt x="106" y="34"/>
                    </a:cubicBezTo>
                    <a:cubicBezTo>
                      <a:pt x="107" y="34"/>
                      <a:pt x="108" y="34"/>
                      <a:pt x="108" y="33"/>
                    </a:cubicBezTo>
                    <a:cubicBezTo>
                      <a:pt x="107" y="33"/>
                      <a:pt x="105" y="33"/>
                      <a:pt x="103" y="33"/>
                    </a:cubicBezTo>
                    <a:cubicBezTo>
                      <a:pt x="103" y="33"/>
                      <a:pt x="103" y="34"/>
                      <a:pt x="103" y="34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3" y="33"/>
                      <a:pt x="103" y="33"/>
                    </a:cubicBezTo>
                    <a:cubicBezTo>
                      <a:pt x="101" y="33"/>
                      <a:pt x="100" y="33"/>
                      <a:pt x="98" y="33"/>
                    </a:cubicBezTo>
                    <a:cubicBezTo>
                      <a:pt x="97" y="33"/>
                      <a:pt x="96" y="32"/>
                      <a:pt x="95" y="32"/>
                    </a:cubicBezTo>
                    <a:cubicBezTo>
                      <a:pt x="84" y="31"/>
                      <a:pt x="70" y="27"/>
                      <a:pt x="55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5" y="22"/>
                      <a:pt x="54" y="22"/>
                      <a:pt x="54" y="21"/>
                    </a:cubicBezTo>
                    <a:cubicBezTo>
                      <a:pt x="54" y="21"/>
                      <a:pt x="53" y="21"/>
                      <a:pt x="53" y="21"/>
                    </a:cubicBezTo>
                    <a:cubicBezTo>
                      <a:pt x="36" y="15"/>
                      <a:pt x="21" y="10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6" y="3"/>
                      <a:pt x="2" y="1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257">
                <a:extLst>
                  <a:ext uri="{FF2B5EF4-FFF2-40B4-BE49-F238E27FC236}">
                    <a16:creationId xmlns:a16="http://schemas.microsoft.com/office/drawing/2014/main" id="{52E86CF2-0512-4CF6-AAF1-89E581179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63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 h 2"/>
                  <a:gd name="T4" fmla="*/ 1 w 1"/>
                  <a:gd name="T5" fmla="*/ 2 h 2"/>
                  <a:gd name="T6" fmla="*/ 1 w 1"/>
                  <a:gd name="T7" fmla="*/ 2 h 2"/>
                  <a:gd name="T8" fmla="*/ 1 w 1"/>
                  <a:gd name="T9" fmla="*/ 2 h 2"/>
                  <a:gd name="T10" fmla="*/ 1 w 1"/>
                  <a:gd name="T11" fmla="*/ 0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258">
                <a:extLst>
                  <a:ext uri="{FF2B5EF4-FFF2-40B4-BE49-F238E27FC236}">
                    <a16:creationId xmlns:a16="http://schemas.microsoft.com/office/drawing/2014/main" id="{5FB98739-01AC-4598-8CD3-D326E326D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003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1 h 1"/>
                  <a:gd name="T8" fmla="*/ 1 w 1"/>
                  <a:gd name="T9" fmla="*/ 1 h 1"/>
                  <a:gd name="T10" fmla="*/ 1 w 1"/>
                  <a:gd name="T11" fmla="*/ 0 h 1"/>
                  <a:gd name="T12" fmla="*/ 0 w 1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259">
                <a:extLst>
                  <a:ext uri="{FF2B5EF4-FFF2-40B4-BE49-F238E27FC236}">
                    <a16:creationId xmlns:a16="http://schemas.microsoft.com/office/drawing/2014/main" id="{B9BA3985-5372-4854-A26A-8BACF5289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103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260">
                <a:extLst>
                  <a:ext uri="{FF2B5EF4-FFF2-40B4-BE49-F238E27FC236}">
                    <a16:creationId xmlns:a16="http://schemas.microsoft.com/office/drawing/2014/main" id="{EB41934F-B026-4B9A-B408-5D44CC928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717"/>
                <a:ext cx="149" cy="463"/>
              </a:xfrm>
              <a:custGeom>
                <a:avLst/>
                <a:gdLst>
                  <a:gd name="T0" fmla="*/ 62 w 64"/>
                  <a:gd name="T1" fmla="*/ 112 h 199"/>
                  <a:gd name="T2" fmla="*/ 37 w 64"/>
                  <a:gd name="T3" fmla="*/ 115 h 199"/>
                  <a:gd name="T4" fmla="*/ 34 w 64"/>
                  <a:gd name="T5" fmla="*/ 81 h 199"/>
                  <a:gd name="T6" fmla="*/ 30 w 64"/>
                  <a:gd name="T7" fmla="*/ 52 h 199"/>
                  <a:gd name="T8" fmla="*/ 32 w 64"/>
                  <a:gd name="T9" fmla="*/ 0 h 199"/>
                  <a:gd name="T10" fmla="*/ 6 w 64"/>
                  <a:gd name="T11" fmla="*/ 30 h 199"/>
                  <a:gd name="T12" fmla="*/ 3 w 64"/>
                  <a:gd name="T13" fmla="*/ 41 h 199"/>
                  <a:gd name="T14" fmla="*/ 0 w 64"/>
                  <a:gd name="T15" fmla="*/ 132 h 199"/>
                  <a:gd name="T16" fmla="*/ 0 w 64"/>
                  <a:gd name="T17" fmla="*/ 171 h 199"/>
                  <a:gd name="T18" fmla="*/ 44 w 64"/>
                  <a:gd name="T19" fmla="*/ 199 h 199"/>
                  <a:gd name="T20" fmla="*/ 43 w 64"/>
                  <a:gd name="T21" fmla="*/ 153 h 199"/>
                  <a:gd name="T22" fmla="*/ 53 w 64"/>
                  <a:gd name="T23" fmla="*/ 142 h 199"/>
                  <a:gd name="T24" fmla="*/ 62 w 64"/>
                  <a:gd name="T25" fmla="*/ 1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199">
                    <a:moveTo>
                      <a:pt x="62" y="112"/>
                    </a:moveTo>
                    <a:cubicBezTo>
                      <a:pt x="37" y="115"/>
                      <a:pt x="37" y="115"/>
                      <a:pt x="37" y="115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4" y="33"/>
                      <a:pt x="3" y="37"/>
                      <a:pt x="3" y="41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44" y="199"/>
                      <a:pt x="44" y="199"/>
                      <a:pt x="44" y="199"/>
                    </a:cubicBezTo>
                    <a:cubicBezTo>
                      <a:pt x="43" y="153"/>
                      <a:pt x="43" y="153"/>
                      <a:pt x="43" y="153"/>
                    </a:cubicBezTo>
                    <a:cubicBezTo>
                      <a:pt x="43" y="153"/>
                      <a:pt x="43" y="153"/>
                      <a:pt x="53" y="142"/>
                    </a:cubicBezTo>
                    <a:cubicBezTo>
                      <a:pt x="64" y="131"/>
                      <a:pt x="62" y="112"/>
                      <a:pt x="62" y="112"/>
                    </a:cubicBezTo>
                    <a:close/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Rectangle 261">
                <a:extLst>
                  <a:ext uri="{FF2B5EF4-FFF2-40B4-BE49-F238E27FC236}">
                    <a16:creationId xmlns:a16="http://schemas.microsoft.com/office/drawing/2014/main" id="{2F7C9C5A-7E1F-47DE-AE3B-2D4256AF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617"/>
                <a:ext cx="240" cy="642"/>
              </a:xfrm>
              <a:prstGeom prst="rect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Rectangle 262">
                <a:extLst>
                  <a:ext uri="{FF2B5EF4-FFF2-40B4-BE49-F238E27FC236}">
                    <a16:creationId xmlns:a16="http://schemas.microsoft.com/office/drawing/2014/main" id="{3A0BF4CD-12EF-4EFE-BF4C-A89340589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9" y="617"/>
                <a:ext cx="240" cy="642"/>
              </a:xfrm>
              <a:prstGeom prst="rect">
                <a:avLst/>
              </a:pr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Oval 263">
                <a:extLst>
                  <a:ext uri="{FF2B5EF4-FFF2-40B4-BE49-F238E27FC236}">
                    <a16:creationId xmlns:a16="http://schemas.microsoft.com/office/drawing/2014/main" id="{CFAAC33C-0F8E-48A0-9FE3-FA9FCE481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0" y="717"/>
                <a:ext cx="107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264">
                <a:extLst>
                  <a:ext uri="{FF2B5EF4-FFF2-40B4-BE49-F238E27FC236}">
                    <a16:creationId xmlns:a16="http://schemas.microsoft.com/office/drawing/2014/main" id="{CCA7CBA3-A90D-4B00-A6D3-778077201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712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265">
                <a:extLst>
                  <a:ext uri="{FF2B5EF4-FFF2-40B4-BE49-F238E27FC236}">
                    <a16:creationId xmlns:a16="http://schemas.microsoft.com/office/drawing/2014/main" id="{A145AB0A-1602-447A-B4ED-12CEC27DE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784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0 h 40"/>
                  <a:gd name="T4" fmla="*/ 1 w 29"/>
                  <a:gd name="T5" fmla="*/ 40 h 40"/>
                  <a:gd name="T6" fmla="*/ 14 w 29"/>
                  <a:gd name="T7" fmla="*/ 19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9"/>
                      <a:pt x="16" y="20"/>
                    </a:cubicBezTo>
                    <a:cubicBezTo>
                      <a:pt x="8" y="31"/>
                      <a:pt x="1" y="40"/>
                      <a:pt x="1" y="40"/>
                    </a:cubicBezTo>
                    <a:cubicBezTo>
                      <a:pt x="0" y="39"/>
                      <a:pt x="6" y="30"/>
                      <a:pt x="14" y="19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266">
                <a:extLst>
                  <a:ext uri="{FF2B5EF4-FFF2-40B4-BE49-F238E27FC236}">
                    <a16:creationId xmlns:a16="http://schemas.microsoft.com/office/drawing/2014/main" id="{D418E92C-9454-4B45-9B7A-DA7E56D73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854"/>
                <a:ext cx="67" cy="95"/>
              </a:xfrm>
              <a:custGeom>
                <a:avLst/>
                <a:gdLst>
                  <a:gd name="T0" fmla="*/ 29 w 29"/>
                  <a:gd name="T1" fmla="*/ 1 h 41"/>
                  <a:gd name="T2" fmla="*/ 16 w 29"/>
                  <a:gd name="T3" fmla="*/ 21 h 41"/>
                  <a:gd name="T4" fmla="*/ 1 w 29"/>
                  <a:gd name="T5" fmla="*/ 40 h 41"/>
                  <a:gd name="T6" fmla="*/ 14 w 29"/>
                  <a:gd name="T7" fmla="*/ 20 h 41"/>
                  <a:gd name="T8" fmla="*/ 29 w 29"/>
                  <a:gd name="T9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1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267">
                <a:extLst>
                  <a:ext uri="{FF2B5EF4-FFF2-40B4-BE49-F238E27FC236}">
                    <a16:creationId xmlns:a16="http://schemas.microsoft.com/office/drawing/2014/main" id="{4E81C89B-BAFB-4DCB-A05A-21B9FB701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926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268">
                <a:extLst>
                  <a:ext uri="{FF2B5EF4-FFF2-40B4-BE49-F238E27FC236}">
                    <a16:creationId xmlns:a16="http://schemas.microsoft.com/office/drawing/2014/main" id="{DA338588-C411-4387-8C77-CC89F59B5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996"/>
                <a:ext cx="67" cy="95"/>
              </a:xfrm>
              <a:custGeom>
                <a:avLst/>
                <a:gdLst>
                  <a:gd name="T0" fmla="*/ 29 w 29"/>
                  <a:gd name="T1" fmla="*/ 1 h 41"/>
                  <a:gd name="T2" fmla="*/ 16 w 29"/>
                  <a:gd name="T3" fmla="*/ 21 h 41"/>
                  <a:gd name="T4" fmla="*/ 1 w 29"/>
                  <a:gd name="T5" fmla="*/ 41 h 41"/>
                  <a:gd name="T6" fmla="*/ 14 w 29"/>
                  <a:gd name="T7" fmla="*/ 20 h 41"/>
                  <a:gd name="T8" fmla="*/ 29 w 29"/>
                  <a:gd name="T9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1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1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269">
                <a:extLst>
                  <a:ext uri="{FF2B5EF4-FFF2-40B4-BE49-F238E27FC236}">
                    <a16:creationId xmlns:a16="http://schemas.microsoft.com/office/drawing/2014/main" id="{131BD4D1-404E-4CAF-BF65-F55E51F75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068"/>
                <a:ext cx="67" cy="96"/>
              </a:xfrm>
              <a:custGeom>
                <a:avLst/>
                <a:gdLst>
                  <a:gd name="T0" fmla="*/ 29 w 29"/>
                  <a:gd name="T1" fmla="*/ 0 h 41"/>
                  <a:gd name="T2" fmla="*/ 16 w 29"/>
                  <a:gd name="T3" fmla="*/ 21 h 41"/>
                  <a:gd name="T4" fmla="*/ 1 w 29"/>
                  <a:gd name="T5" fmla="*/ 40 h 41"/>
                  <a:gd name="T6" fmla="*/ 14 w 29"/>
                  <a:gd name="T7" fmla="*/ 20 h 41"/>
                  <a:gd name="T8" fmla="*/ 29 w 29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1">
                    <a:moveTo>
                      <a:pt x="29" y="0"/>
                    </a:moveTo>
                    <a:cubicBezTo>
                      <a:pt x="29" y="1"/>
                      <a:pt x="23" y="10"/>
                      <a:pt x="16" y="21"/>
                    </a:cubicBezTo>
                    <a:cubicBezTo>
                      <a:pt x="8" y="32"/>
                      <a:pt x="1" y="41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2" y="9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270">
                <a:extLst>
                  <a:ext uri="{FF2B5EF4-FFF2-40B4-BE49-F238E27FC236}">
                    <a16:creationId xmlns:a16="http://schemas.microsoft.com/office/drawing/2014/main" id="{48E16402-32BF-41DB-B1BD-54E8ED174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140"/>
                <a:ext cx="67" cy="93"/>
              </a:xfrm>
              <a:custGeom>
                <a:avLst/>
                <a:gdLst>
                  <a:gd name="T0" fmla="*/ 29 w 29"/>
                  <a:gd name="T1" fmla="*/ 0 h 40"/>
                  <a:gd name="T2" fmla="*/ 16 w 29"/>
                  <a:gd name="T3" fmla="*/ 21 h 40"/>
                  <a:gd name="T4" fmla="*/ 1 w 29"/>
                  <a:gd name="T5" fmla="*/ 40 h 40"/>
                  <a:gd name="T6" fmla="*/ 14 w 29"/>
                  <a:gd name="T7" fmla="*/ 19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0"/>
                      <a:pt x="23" y="10"/>
                      <a:pt x="16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0"/>
                      <a:pt x="14" y="19"/>
                    </a:cubicBezTo>
                    <a:cubicBezTo>
                      <a:pt x="22" y="8"/>
                      <a:pt x="28" y="0"/>
                      <a:pt x="2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271">
                <a:extLst>
                  <a:ext uri="{FF2B5EF4-FFF2-40B4-BE49-F238E27FC236}">
                    <a16:creationId xmlns:a16="http://schemas.microsoft.com/office/drawing/2014/main" id="{8E4C79DF-89AA-4ADA-B455-7EDDDBE34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649"/>
                <a:ext cx="67" cy="93"/>
              </a:xfrm>
              <a:custGeom>
                <a:avLst/>
                <a:gdLst>
                  <a:gd name="T0" fmla="*/ 28 w 29"/>
                  <a:gd name="T1" fmla="*/ 0 h 40"/>
                  <a:gd name="T2" fmla="*/ 15 w 29"/>
                  <a:gd name="T3" fmla="*/ 21 h 40"/>
                  <a:gd name="T4" fmla="*/ 1 w 29"/>
                  <a:gd name="T5" fmla="*/ 40 h 40"/>
                  <a:gd name="T6" fmla="*/ 14 w 29"/>
                  <a:gd name="T7" fmla="*/ 20 h 40"/>
                  <a:gd name="T8" fmla="*/ 28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8" y="0"/>
                    </a:moveTo>
                    <a:cubicBezTo>
                      <a:pt x="29" y="1"/>
                      <a:pt x="23" y="10"/>
                      <a:pt x="15" y="21"/>
                    </a:cubicBezTo>
                    <a:cubicBezTo>
                      <a:pt x="8" y="32"/>
                      <a:pt x="1" y="40"/>
                      <a:pt x="1" y="40"/>
                    </a:cubicBezTo>
                    <a:cubicBezTo>
                      <a:pt x="0" y="40"/>
                      <a:pt x="6" y="31"/>
                      <a:pt x="14" y="20"/>
                    </a:cubicBezTo>
                    <a:cubicBezTo>
                      <a:pt x="21" y="9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272">
                <a:extLst>
                  <a:ext uri="{FF2B5EF4-FFF2-40B4-BE49-F238E27FC236}">
                    <a16:creationId xmlns:a16="http://schemas.microsoft.com/office/drawing/2014/main" id="{FBE41AD5-5CA1-43A5-A85E-7CF89A853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" y="614"/>
                <a:ext cx="39" cy="59"/>
              </a:xfrm>
              <a:custGeom>
                <a:avLst/>
                <a:gdLst>
                  <a:gd name="T0" fmla="*/ 17 w 17"/>
                  <a:gd name="T1" fmla="*/ 1 h 25"/>
                  <a:gd name="T2" fmla="*/ 9 w 17"/>
                  <a:gd name="T3" fmla="*/ 13 h 25"/>
                  <a:gd name="T4" fmla="*/ 0 w 17"/>
                  <a:gd name="T5" fmla="*/ 24 h 25"/>
                  <a:gd name="T6" fmla="*/ 8 w 17"/>
                  <a:gd name="T7" fmla="*/ 12 h 25"/>
                  <a:gd name="T8" fmla="*/ 17 w 17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5">
                    <a:moveTo>
                      <a:pt x="17" y="1"/>
                    </a:moveTo>
                    <a:cubicBezTo>
                      <a:pt x="17" y="1"/>
                      <a:pt x="14" y="6"/>
                      <a:pt x="9" y="13"/>
                    </a:cubicBezTo>
                    <a:cubicBezTo>
                      <a:pt x="5" y="20"/>
                      <a:pt x="1" y="25"/>
                      <a:pt x="0" y="24"/>
                    </a:cubicBezTo>
                    <a:cubicBezTo>
                      <a:pt x="0" y="24"/>
                      <a:pt x="3" y="18"/>
                      <a:pt x="8" y="12"/>
                    </a:cubicBezTo>
                    <a:cubicBezTo>
                      <a:pt x="12" y="5"/>
                      <a:pt x="16" y="0"/>
                      <a:pt x="17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273">
                <a:extLst>
                  <a:ext uri="{FF2B5EF4-FFF2-40B4-BE49-F238E27FC236}">
                    <a16:creationId xmlns:a16="http://schemas.microsoft.com/office/drawing/2014/main" id="{948727E1-A0FD-4038-BA06-42789C68F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794"/>
                <a:ext cx="100" cy="197"/>
              </a:xfrm>
              <a:custGeom>
                <a:avLst/>
                <a:gdLst>
                  <a:gd name="T0" fmla="*/ 0 w 43"/>
                  <a:gd name="T1" fmla="*/ 38 h 85"/>
                  <a:gd name="T2" fmla="*/ 20 w 43"/>
                  <a:gd name="T3" fmla="*/ 9 h 85"/>
                  <a:gd name="T4" fmla="*/ 28 w 43"/>
                  <a:gd name="T5" fmla="*/ 2 h 85"/>
                  <a:gd name="T6" fmla="*/ 39 w 43"/>
                  <a:gd name="T7" fmla="*/ 3 h 85"/>
                  <a:gd name="T8" fmla="*/ 41 w 43"/>
                  <a:gd name="T9" fmla="*/ 15 h 85"/>
                  <a:gd name="T10" fmla="*/ 33 w 43"/>
                  <a:gd name="T11" fmla="*/ 25 h 85"/>
                  <a:gd name="T12" fmla="*/ 27 w 43"/>
                  <a:gd name="T13" fmla="*/ 36 h 85"/>
                  <a:gd name="T14" fmla="*/ 29 w 43"/>
                  <a:gd name="T15" fmla="*/ 48 h 85"/>
                  <a:gd name="T16" fmla="*/ 19 w 43"/>
                  <a:gd name="T17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85">
                    <a:moveTo>
                      <a:pt x="0" y="38"/>
                    </a:moveTo>
                    <a:cubicBezTo>
                      <a:pt x="6" y="28"/>
                      <a:pt x="12" y="18"/>
                      <a:pt x="20" y="9"/>
                    </a:cubicBezTo>
                    <a:cubicBezTo>
                      <a:pt x="22" y="7"/>
                      <a:pt x="25" y="4"/>
                      <a:pt x="28" y="2"/>
                    </a:cubicBezTo>
                    <a:cubicBezTo>
                      <a:pt x="32" y="0"/>
                      <a:pt x="36" y="0"/>
                      <a:pt x="39" y="3"/>
                    </a:cubicBezTo>
                    <a:cubicBezTo>
                      <a:pt x="43" y="6"/>
                      <a:pt x="43" y="11"/>
                      <a:pt x="41" y="15"/>
                    </a:cubicBezTo>
                    <a:cubicBezTo>
                      <a:pt x="39" y="19"/>
                      <a:pt x="36" y="22"/>
                      <a:pt x="33" y="25"/>
                    </a:cubicBezTo>
                    <a:cubicBezTo>
                      <a:pt x="30" y="28"/>
                      <a:pt x="28" y="32"/>
                      <a:pt x="27" y="36"/>
                    </a:cubicBezTo>
                    <a:cubicBezTo>
                      <a:pt x="27" y="40"/>
                      <a:pt x="28" y="44"/>
                      <a:pt x="29" y="48"/>
                    </a:cubicBezTo>
                    <a:cubicBezTo>
                      <a:pt x="33" y="61"/>
                      <a:pt x="29" y="76"/>
                      <a:pt x="19" y="85"/>
                    </a:cubicBezTo>
                  </a:path>
                </a:pathLst>
              </a:custGeom>
              <a:solidFill>
                <a:srgbClr val="BD8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274">
                <a:extLst>
                  <a:ext uri="{FF2B5EF4-FFF2-40B4-BE49-F238E27FC236}">
                    <a16:creationId xmlns:a16="http://schemas.microsoft.com/office/drawing/2014/main" id="{6CDCFB3E-3A54-455A-B560-4A2CB1C68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794"/>
                <a:ext cx="105" cy="197"/>
              </a:xfrm>
              <a:custGeom>
                <a:avLst/>
                <a:gdLst>
                  <a:gd name="T0" fmla="*/ 19 w 45"/>
                  <a:gd name="T1" fmla="*/ 85 h 85"/>
                  <a:gd name="T2" fmla="*/ 23 w 45"/>
                  <a:gd name="T3" fmla="*/ 80 h 85"/>
                  <a:gd name="T4" fmla="*/ 29 w 45"/>
                  <a:gd name="T5" fmla="*/ 66 h 85"/>
                  <a:gd name="T6" fmla="*/ 29 w 45"/>
                  <a:gd name="T7" fmla="*/ 55 h 85"/>
                  <a:gd name="T8" fmla="*/ 27 w 45"/>
                  <a:gd name="T9" fmla="*/ 43 h 85"/>
                  <a:gd name="T10" fmla="*/ 26 w 45"/>
                  <a:gd name="T11" fmla="*/ 36 h 85"/>
                  <a:gd name="T12" fmla="*/ 29 w 45"/>
                  <a:gd name="T13" fmla="*/ 29 h 85"/>
                  <a:gd name="T14" fmla="*/ 38 w 45"/>
                  <a:gd name="T15" fmla="*/ 17 h 85"/>
                  <a:gd name="T16" fmla="*/ 41 w 45"/>
                  <a:gd name="T17" fmla="*/ 11 h 85"/>
                  <a:gd name="T18" fmla="*/ 39 w 45"/>
                  <a:gd name="T19" fmla="*/ 5 h 85"/>
                  <a:gd name="T20" fmla="*/ 28 w 45"/>
                  <a:gd name="T21" fmla="*/ 3 h 85"/>
                  <a:gd name="T22" fmla="*/ 19 w 45"/>
                  <a:gd name="T23" fmla="*/ 12 h 85"/>
                  <a:gd name="T24" fmla="*/ 12 w 45"/>
                  <a:gd name="T25" fmla="*/ 20 h 85"/>
                  <a:gd name="T26" fmla="*/ 3 w 45"/>
                  <a:gd name="T27" fmla="*/ 33 h 85"/>
                  <a:gd name="T28" fmla="*/ 0 w 45"/>
                  <a:gd name="T29" fmla="*/ 38 h 85"/>
                  <a:gd name="T30" fmla="*/ 3 w 45"/>
                  <a:gd name="T31" fmla="*/ 33 h 85"/>
                  <a:gd name="T32" fmla="*/ 11 w 45"/>
                  <a:gd name="T33" fmla="*/ 19 h 85"/>
                  <a:gd name="T34" fmla="*/ 18 w 45"/>
                  <a:gd name="T35" fmla="*/ 11 h 85"/>
                  <a:gd name="T36" fmla="*/ 27 w 45"/>
                  <a:gd name="T37" fmla="*/ 2 h 85"/>
                  <a:gd name="T38" fmla="*/ 34 w 45"/>
                  <a:gd name="T39" fmla="*/ 0 h 85"/>
                  <a:gd name="T40" fmla="*/ 41 w 45"/>
                  <a:gd name="T41" fmla="*/ 3 h 85"/>
                  <a:gd name="T42" fmla="*/ 40 w 45"/>
                  <a:gd name="T43" fmla="*/ 19 h 85"/>
                  <a:gd name="T44" fmla="*/ 31 w 45"/>
                  <a:gd name="T45" fmla="*/ 30 h 85"/>
                  <a:gd name="T46" fmla="*/ 28 w 45"/>
                  <a:gd name="T47" fmla="*/ 36 h 85"/>
                  <a:gd name="T48" fmla="*/ 29 w 45"/>
                  <a:gd name="T49" fmla="*/ 43 h 85"/>
                  <a:gd name="T50" fmla="*/ 31 w 45"/>
                  <a:gd name="T51" fmla="*/ 55 h 85"/>
                  <a:gd name="T52" fmla="*/ 30 w 45"/>
                  <a:gd name="T53" fmla="*/ 66 h 85"/>
                  <a:gd name="T54" fmla="*/ 23 w 45"/>
                  <a:gd name="T55" fmla="*/ 81 h 85"/>
                  <a:gd name="T56" fmla="*/ 20 w 45"/>
                  <a:gd name="T57" fmla="*/ 84 h 85"/>
                  <a:gd name="T58" fmla="*/ 19 w 45"/>
                  <a:gd name="T5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" h="85">
                    <a:moveTo>
                      <a:pt x="19" y="85"/>
                    </a:moveTo>
                    <a:cubicBezTo>
                      <a:pt x="19" y="85"/>
                      <a:pt x="20" y="83"/>
                      <a:pt x="23" y="80"/>
                    </a:cubicBezTo>
                    <a:cubicBezTo>
                      <a:pt x="25" y="77"/>
                      <a:pt x="27" y="73"/>
                      <a:pt x="29" y="66"/>
                    </a:cubicBezTo>
                    <a:cubicBezTo>
                      <a:pt x="29" y="63"/>
                      <a:pt x="30" y="59"/>
                      <a:pt x="29" y="55"/>
                    </a:cubicBezTo>
                    <a:cubicBezTo>
                      <a:pt x="29" y="51"/>
                      <a:pt x="28" y="48"/>
                      <a:pt x="27" y="43"/>
                    </a:cubicBezTo>
                    <a:cubicBezTo>
                      <a:pt x="26" y="41"/>
                      <a:pt x="26" y="39"/>
                      <a:pt x="26" y="36"/>
                    </a:cubicBezTo>
                    <a:cubicBezTo>
                      <a:pt x="26" y="33"/>
                      <a:pt x="28" y="31"/>
                      <a:pt x="29" y="29"/>
                    </a:cubicBezTo>
                    <a:cubicBezTo>
                      <a:pt x="32" y="25"/>
                      <a:pt x="36" y="21"/>
                      <a:pt x="38" y="17"/>
                    </a:cubicBezTo>
                    <a:cubicBezTo>
                      <a:pt x="40" y="15"/>
                      <a:pt x="41" y="13"/>
                      <a:pt x="41" y="11"/>
                    </a:cubicBezTo>
                    <a:cubicBezTo>
                      <a:pt x="41" y="9"/>
                      <a:pt x="41" y="6"/>
                      <a:pt x="39" y="5"/>
                    </a:cubicBezTo>
                    <a:cubicBezTo>
                      <a:pt x="37" y="1"/>
                      <a:pt x="32" y="1"/>
                      <a:pt x="28" y="3"/>
                    </a:cubicBezTo>
                    <a:cubicBezTo>
                      <a:pt x="24" y="5"/>
                      <a:pt x="22" y="9"/>
                      <a:pt x="19" y="12"/>
                    </a:cubicBezTo>
                    <a:cubicBezTo>
                      <a:pt x="17" y="15"/>
                      <a:pt x="14" y="18"/>
                      <a:pt x="12" y="20"/>
                    </a:cubicBezTo>
                    <a:cubicBezTo>
                      <a:pt x="8" y="26"/>
                      <a:pt x="5" y="30"/>
                      <a:pt x="3" y="33"/>
                    </a:cubicBezTo>
                    <a:cubicBezTo>
                      <a:pt x="1" y="37"/>
                      <a:pt x="0" y="38"/>
                      <a:pt x="0" y="38"/>
                    </a:cubicBezTo>
                    <a:cubicBezTo>
                      <a:pt x="0" y="38"/>
                      <a:pt x="1" y="36"/>
                      <a:pt x="3" y="33"/>
                    </a:cubicBezTo>
                    <a:cubicBezTo>
                      <a:pt x="4" y="30"/>
                      <a:pt x="7" y="25"/>
                      <a:pt x="11" y="19"/>
                    </a:cubicBezTo>
                    <a:cubicBezTo>
                      <a:pt x="13" y="17"/>
                      <a:pt x="15" y="14"/>
                      <a:pt x="18" y="11"/>
                    </a:cubicBezTo>
                    <a:cubicBezTo>
                      <a:pt x="20" y="8"/>
                      <a:pt x="23" y="4"/>
                      <a:pt x="27" y="2"/>
                    </a:cubicBezTo>
                    <a:cubicBezTo>
                      <a:pt x="29" y="0"/>
                      <a:pt x="32" y="0"/>
                      <a:pt x="34" y="0"/>
                    </a:cubicBezTo>
                    <a:cubicBezTo>
                      <a:pt x="37" y="0"/>
                      <a:pt x="39" y="1"/>
                      <a:pt x="41" y="3"/>
                    </a:cubicBezTo>
                    <a:cubicBezTo>
                      <a:pt x="45" y="8"/>
                      <a:pt x="43" y="14"/>
                      <a:pt x="40" y="19"/>
                    </a:cubicBezTo>
                    <a:cubicBezTo>
                      <a:pt x="37" y="23"/>
                      <a:pt x="33" y="26"/>
                      <a:pt x="31" y="30"/>
                    </a:cubicBezTo>
                    <a:cubicBezTo>
                      <a:pt x="29" y="32"/>
                      <a:pt x="29" y="34"/>
                      <a:pt x="28" y="36"/>
                    </a:cubicBezTo>
                    <a:cubicBezTo>
                      <a:pt x="28" y="38"/>
                      <a:pt x="28" y="41"/>
                      <a:pt x="29" y="43"/>
                    </a:cubicBezTo>
                    <a:cubicBezTo>
                      <a:pt x="30" y="47"/>
                      <a:pt x="31" y="51"/>
                      <a:pt x="31" y="55"/>
                    </a:cubicBezTo>
                    <a:cubicBezTo>
                      <a:pt x="32" y="59"/>
                      <a:pt x="31" y="63"/>
                      <a:pt x="30" y="66"/>
                    </a:cubicBezTo>
                    <a:cubicBezTo>
                      <a:pt x="29" y="73"/>
                      <a:pt x="26" y="78"/>
                      <a:pt x="23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20" y="85"/>
                      <a:pt x="19" y="85"/>
                      <a:pt x="19" y="85"/>
                    </a:cubicBezTo>
                    <a:close/>
                  </a:path>
                </a:pathLst>
              </a:custGeom>
              <a:solidFill>
                <a:srgbClr val="896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275">
                <a:extLst>
                  <a:ext uri="{FF2B5EF4-FFF2-40B4-BE49-F238E27FC236}">
                    <a16:creationId xmlns:a16="http://schemas.microsoft.com/office/drawing/2014/main" id="{D90F9106-5564-4F9D-A7A6-3C3CF7E52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6" y="1843"/>
                <a:ext cx="251" cy="132"/>
              </a:xfrm>
              <a:custGeom>
                <a:avLst/>
                <a:gdLst>
                  <a:gd name="T0" fmla="*/ 59 w 108"/>
                  <a:gd name="T1" fmla="*/ 0 h 57"/>
                  <a:gd name="T2" fmla="*/ 0 w 108"/>
                  <a:gd name="T3" fmla="*/ 4 h 57"/>
                  <a:gd name="T4" fmla="*/ 2 w 108"/>
                  <a:gd name="T5" fmla="*/ 47 h 57"/>
                  <a:gd name="T6" fmla="*/ 108 w 108"/>
                  <a:gd name="T7" fmla="*/ 57 h 57"/>
                  <a:gd name="T8" fmla="*/ 59 w 108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57">
                    <a:moveTo>
                      <a:pt x="59" y="0"/>
                    </a:moveTo>
                    <a:cubicBezTo>
                      <a:pt x="53" y="3"/>
                      <a:pt x="0" y="4"/>
                      <a:pt x="0" y="4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59" y="0"/>
                      <a:pt x="59" y="0"/>
                      <a:pt x="59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276">
                <a:extLst>
                  <a:ext uri="{FF2B5EF4-FFF2-40B4-BE49-F238E27FC236}">
                    <a16:creationId xmlns:a16="http://schemas.microsoft.com/office/drawing/2014/main" id="{4E00F8E7-EA30-49C3-932F-A5F2DEB86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8" y="1764"/>
                <a:ext cx="580" cy="225"/>
              </a:xfrm>
              <a:custGeom>
                <a:avLst/>
                <a:gdLst>
                  <a:gd name="T0" fmla="*/ 3 w 249"/>
                  <a:gd name="T1" fmla="*/ 0 h 97"/>
                  <a:gd name="T2" fmla="*/ 0 w 249"/>
                  <a:gd name="T3" fmla="*/ 9 h 97"/>
                  <a:gd name="T4" fmla="*/ 112 w 249"/>
                  <a:gd name="T5" fmla="*/ 94 h 97"/>
                  <a:gd name="T6" fmla="*/ 120 w 249"/>
                  <a:gd name="T7" fmla="*/ 97 h 97"/>
                  <a:gd name="T8" fmla="*/ 248 w 249"/>
                  <a:gd name="T9" fmla="*/ 97 h 97"/>
                  <a:gd name="T10" fmla="*/ 249 w 249"/>
                  <a:gd name="T11" fmla="*/ 87 h 97"/>
                  <a:gd name="T12" fmla="*/ 129 w 249"/>
                  <a:gd name="T13" fmla="*/ 3 h 97"/>
                  <a:gd name="T14" fmla="*/ 3 w 249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9" h="97">
                    <a:moveTo>
                      <a:pt x="3" y="0"/>
                    </a:moveTo>
                    <a:cubicBezTo>
                      <a:pt x="3" y="0"/>
                      <a:pt x="0" y="5"/>
                      <a:pt x="0" y="9"/>
                    </a:cubicBezTo>
                    <a:cubicBezTo>
                      <a:pt x="0" y="12"/>
                      <a:pt x="93" y="80"/>
                      <a:pt x="112" y="94"/>
                    </a:cubicBezTo>
                    <a:cubicBezTo>
                      <a:pt x="114" y="96"/>
                      <a:pt x="117" y="97"/>
                      <a:pt x="120" y="97"/>
                    </a:cubicBezTo>
                    <a:cubicBezTo>
                      <a:pt x="248" y="97"/>
                      <a:pt x="248" y="97"/>
                      <a:pt x="248" y="97"/>
                    </a:cubicBezTo>
                    <a:cubicBezTo>
                      <a:pt x="249" y="87"/>
                      <a:pt x="249" y="87"/>
                      <a:pt x="249" y="87"/>
                    </a:cubicBezTo>
                    <a:cubicBezTo>
                      <a:pt x="249" y="87"/>
                      <a:pt x="132" y="3"/>
                      <a:pt x="129" y="3"/>
                    </a:cubicBezTo>
                    <a:cubicBezTo>
                      <a:pt x="127" y="4"/>
                      <a:pt x="3" y="0"/>
                      <a:pt x="3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277">
                <a:extLst>
                  <a:ext uri="{FF2B5EF4-FFF2-40B4-BE49-F238E27FC236}">
                    <a16:creationId xmlns:a16="http://schemas.microsoft.com/office/drawing/2014/main" id="{A1A99792-7CF4-49F0-AEDE-4255FA948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6" y="1780"/>
                <a:ext cx="521" cy="181"/>
              </a:xfrm>
              <a:custGeom>
                <a:avLst/>
                <a:gdLst>
                  <a:gd name="T0" fmla="*/ 113 w 224"/>
                  <a:gd name="T1" fmla="*/ 1 h 78"/>
                  <a:gd name="T2" fmla="*/ 0 w 224"/>
                  <a:gd name="T3" fmla="*/ 0 h 78"/>
                  <a:gd name="T4" fmla="*/ 99 w 224"/>
                  <a:gd name="T5" fmla="*/ 74 h 78"/>
                  <a:gd name="T6" fmla="*/ 105 w 224"/>
                  <a:gd name="T7" fmla="*/ 76 h 78"/>
                  <a:gd name="T8" fmla="*/ 224 w 224"/>
                  <a:gd name="T9" fmla="*/ 78 h 78"/>
                  <a:gd name="T10" fmla="*/ 113 w 224"/>
                  <a:gd name="T11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4" h="78">
                    <a:moveTo>
                      <a:pt x="113" y="1"/>
                    </a:moveTo>
                    <a:cubicBezTo>
                      <a:pt x="111" y="1"/>
                      <a:pt x="0" y="0"/>
                      <a:pt x="0" y="0"/>
                    </a:cubicBezTo>
                    <a:cubicBezTo>
                      <a:pt x="0" y="0"/>
                      <a:pt x="85" y="63"/>
                      <a:pt x="99" y="74"/>
                    </a:cubicBezTo>
                    <a:cubicBezTo>
                      <a:pt x="101" y="75"/>
                      <a:pt x="103" y="76"/>
                      <a:pt x="105" y="76"/>
                    </a:cubicBezTo>
                    <a:cubicBezTo>
                      <a:pt x="224" y="78"/>
                      <a:pt x="224" y="78"/>
                      <a:pt x="224" y="78"/>
                    </a:cubicBezTo>
                    <a:cubicBezTo>
                      <a:pt x="113" y="1"/>
                      <a:pt x="113" y="1"/>
                      <a:pt x="113" y="1"/>
                    </a:cubicBezTo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278">
                <a:extLst>
                  <a:ext uri="{FF2B5EF4-FFF2-40B4-BE49-F238E27FC236}">
                    <a16:creationId xmlns:a16="http://schemas.microsoft.com/office/drawing/2014/main" id="{860E2DB1-E7EE-4007-9AB5-5D65D2D70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1" y="1801"/>
                <a:ext cx="237" cy="137"/>
              </a:xfrm>
              <a:custGeom>
                <a:avLst/>
                <a:gdLst>
                  <a:gd name="T0" fmla="*/ 101 w 102"/>
                  <a:gd name="T1" fmla="*/ 28 h 59"/>
                  <a:gd name="T2" fmla="*/ 92 w 102"/>
                  <a:gd name="T3" fmla="*/ 28 h 59"/>
                  <a:gd name="T4" fmla="*/ 56 w 102"/>
                  <a:gd name="T5" fmla="*/ 3 h 59"/>
                  <a:gd name="T6" fmla="*/ 30 w 102"/>
                  <a:gd name="T7" fmla="*/ 0 h 59"/>
                  <a:gd name="T8" fmla="*/ 2 w 102"/>
                  <a:gd name="T9" fmla="*/ 10 h 59"/>
                  <a:gd name="T10" fmla="*/ 11 w 102"/>
                  <a:gd name="T11" fmla="*/ 18 h 59"/>
                  <a:gd name="T12" fmla="*/ 35 w 102"/>
                  <a:gd name="T13" fmla="*/ 13 h 59"/>
                  <a:gd name="T14" fmla="*/ 71 w 102"/>
                  <a:gd name="T15" fmla="*/ 44 h 59"/>
                  <a:gd name="T16" fmla="*/ 102 w 102"/>
                  <a:gd name="T17" fmla="*/ 59 h 59"/>
                  <a:gd name="T18" fmla="*/ 101 w 102"/>
                  <a:gd name="T19" fmla="*/ 2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2" h="59">
                    <a:moveTo>
                      <a:pt x="101" y="28"/>
                    </a:moveTo>
                    <a:cubicBezTo>
                      <a:pt x="92" y="28"/>
                      <a:pt x="92" y="28"/>
                      <a:pt x="92" y="28"/>
                    </a:cubicBezTo>
                    <a:cubicBezTo>
                      <a:pt x="92" y="28"/>
                      <a:pt x="59" y="4"/>
                      <a:pt x="56" y="3"/>
                    </a:cubicBezTo>
                    <a:cubicBezTo>
                      <a:pt x="55" y="3"/>
                      <a:pt x="30" y="0"/>
                      <a:pt x="30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0" y="17"/>
                      <a:pt x="11" y="18"/>
                    </a:cubicBezTo>
                    <a:cubicBezTo>
                      <a:pt x="22" y="19"/>
                      <a:pt x="35" y="13"/>
                      <a:pt x="35" y="13"/>
                    </a:cubicBezTo>
                    <a:cubicBezTo>
                      <a:pt x="35" y="13"/>
                      <a:pt x="60" y="38"/>
                      <a:pt x="71" y="44"/>
                    </a:cubicBezTo>
                    <a:cubicBezTo>
                      <a:pt x="82" y="50"/>
                      <a:pt x="102" y="59"/>
                      <a:pt x="102" y="59"/>
                    </a:cubicBezTo>
                    <a:cubicBezTo>
                      <a:pt x="101" y="28"/>
                      <a:pt x="101" y="28"/>
                      <a:pt x="101" y="28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Rectangle 279">
                <a:extLst>
                  <a:ext uri="{FF2B5EF4-FFF2-40B4-BE49-F238E27FC236}">
                    <a16:creationId xmlns:a16="http://schemas.microsoft.com/office/drawing/2014/main" id="{B43C0B52-59C0-4AD5-9FC0-F7A4A1807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6" y="1847"/>
                <a:ext cx="128" cy="114"/>
              </a:xfrm>
              <a:prstGeom prst="rect">
                <a:avLst/>
              </a:pr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280">
                <a:extLst>
                  <a:ext uri="{FF2B5EF4-FFF2-40B4-BE49-F238E27FC236}">
                    <a16:creationId xmlns:a16="http://schemas.microsoft.com/office/drawing/2014/main" id="{F52C2A8C-548F-4231-BBAC-CD329E31F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0" y="1938"/>
                <a:ext cx="21" cy="16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5 h 7"/>
                  <a:gd name="T4" fmla="*/ 0 w 9"/>
                  <a:gd name="T5" fmla="*/ 6 h 7"/>
                  <a:gd name="T6" fmla="*/ 9 w 9"/>
                  <a:gd name="T7" fmla="*/ 7 h 7"/>
                  <a:gd name="T8" fmla="*/ 0 w 9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6" y="5"/>
                      <a:pt x="3" y="3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Rectangle 281">
                <a:extLst>
                  <a:ext uri="{FF2B5EF4-FFF2-40B4-BE49-F238E27FC236}">
                    <a16:creationId xmlns:a16="http://schemas.microsoft.com/office/drawing/2014/main" id="{6EF429C2-6355-48EB-AC88-C1738395E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0" y="1950"/>
                <a:ext cx="1" cy="2"/>
              </a:xfrm>
              <a:prstGeom prst="rect">
                <a:avLst/>
              </a:pr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282">
                <a:extLst>
                  <a:ext uri="{FF2B5EF4-FFF2-40B4-BE49-F238E27FC236}">
                    <a16:creationId xmlns:a16="http://schemas.microsoft.com/office/drawing/2014/main" id="{A9FE5D8A-B942-4F38-A945-62513FB86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0" y="1950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283">
                <a:extLst>
                  <a:ext uri="{FF2B5EF4-FFF2-40B4-BE49-F238E27FC236}">
                    <a16:creationId xmlns:a16="http://schemas.microsoft.com/office/drawing/2014/main" id="{8EDD0A6A-8BFA-41C3-8CDB-F12EF22FF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6" y="3136"/>
                <a:ext cx="370" cy="440"/>
              </a:xfrm>
              <a:custGeom>
                <a:avLst/>
                <a:gdLst>
                  <a:gd name="T0" fmla="*/ 108 w 159"/>
                  <a:gd name="T1" fmla="*/ 0 h 189"/>
                  <a:gd name="T2" fmla="*/ 159 w 159"/>
                  <a:gd name="T3" fmla="*/ 124 h 189"/>
                  <a:gd name="T4" fmla="*/ 5 w 159"/>
                  <a:gd name="T5" fmla="*/ 189 h 189"/>
                  <a:gd name="T6" fmla="*/ 67 w 159"/>
                  <a:gd name="T7" fmla="*/ 111 h 189"/>
                  <a:gd name="T8" fmla="*/ 31 w 159"/>
                  <a:gd name="T9" fmla="*/ 33 h 189"/>
                  <a:gd name="T10" fmla="*/ 108 w 159"/>
                  <a:gd name="T11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" h="189">
                    <a:moveTo>
                      <a:pt x="108" y="0"/>
                    </a:moveTo>
                    <a:cubicBezTo>
                      <a:pt x="159" y="124"/>
                      <a:pt x="159" y="124"/>
                      <a:pt x="159" y="124"/>
                    </a:cubicBezTo>
                    <a:cubicBezTo>
                      <a:pt x="5" y="189"/>
                      <a:pt x="5" y="189"/>
                      <a:pt x="5" y="189"/>
                    </a:cubicBezTo>
                    <a:cubicBezTo>
                      <a:pt x="0" y="174"/>
                      <a:pt x="67" y="111"/>
                      <a:pt x="67" y="111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108" y="0"/>
                      <a:pt x="108" y="0"/>
                      <a:pt x="108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284">
                <a:extLst>
                  <a:ext uri="{FF2B5EF4-FFF2-40B4-BE49-F238E27FC236}">
                    <a16:creationId xmlns:a16="http://schemas.microsoft.com/office/drawing/2014/main" id="{17189F89-D5D1-4C39-A189-306F0F65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" y="3332"/>
                <a:ext cx="32" cy="30"/>
              </a:xfrm>
              <a:custGeom>
                <a:avLst/>
                <a:gdLst>
                  <a:gd name="T0" fmla="*/ 6 w 14"/>
                  <a:gd name="T1" fmla="*/ 0 h 13"/>
                  <a:gd name="T2" fmla="*/ 0 w 14"/>
                  <a:gd name="T3" fmla="*/ 7 h 13"/>
                  <a:gd name="T4" fmla="*/ 7 w 14"/>
                  <a:gd name="T5" fmla="*/ 13 h 13"/>
                  <a:gd name="T6" fmla="*/ 8 w 14"/>
                  <a:gd name="T7" fmla="*/ 13 h 13"/>
                  <a:gd name="T8" fmla="*/ 13 w 14"/>
                  <a:gd name="T9" fmla="*/ 5 h 13"/>
                  <a:gd name="T10" fmla="*/ 7 w 14"/>
                  <a:gd name="T11" fmla="*/ 0 h 13"/>
                  <a:gd name="T12" fmla="*/ 7 w 14"/>
                  <a:gd name="T13" fmla="*/ 0 h 13"/>
                  <a:gd name="T14" fmla="*/ 6 w 14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3">
                    <a:moveTo>
                      <a:pt x="6" y="0"/>
                    </a:moveTo>
                    <a:cubicBezTo>
                      <a:pt x="3" y="0"/>
                      <a:pt x="0" y="4"/>
                      <a:pt x="0" y="7"/>
                    </a:cubicBezTo>
                    <a:cubicBezTo>
                      <a:pt x="1" y="10"/>
                      <a:pt x="4" y="13"/>
                      <a:pt x="7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12" y="12"/>
                      <a:pt x="14" y="9"/>
                      <a:pt x="13" y="5"/>
                    </a:cubicBezTo>
                    <a:cubicBezTo>
                      <a:pt x="13" y="2"/>
                      <a:pt x="10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solidFill>
                <a:srgbClr val="FF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285">
                <a:extLst>
                  <a:ext uri="{FF2B5EF4-FFF2-40B4-BE49-F238E27FC236}">
                    <a16:creationId xmlns:a16="http://schemas.microsoft.com/office/drawing/2014/main" id="{9AB5969D-C7F7-44BF-94FA-FE8EBB345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1" y="3397"/>
                <a:ext cx="365" cy="179"/>
              </a:xfrm>
              <a:custGeom>
                <a:avLst/>
                <a:gdLst>
                  <a:gd name="T0" fmla="*/ 157 w 157"/>
                  <a:gd name="T1" fmla="*/ 12 h 77"/>
                  <a:gd name="T2" fmla="*/ 152 w 157"/>
                  <a:gd name="T3" fmla="*/ 0 h 77"/>
                  <a:gd name="T4" fmla="*/ 6 w 157"/>
                  <a:gd name="T5" fmla="*/ 66 h 77"/>
                  <a:gd name="T6" fmla="*/ 3 w 157"/>
                  <a:gd name="T7" fmla="*/ 77 h 77"/>
                  <a:gd name="T8" fmla="*/ 157 w 157"/>
                  <a:gd name="T9" fmla="*/ 12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7" h="77">
                    <a:moveTo>
                      <a:pt x="157" y="12"/>
                    </a:moveTo>
                    <a:cubicBezTo>
                      <a:pt x="152" y="0"/>
                      <a:pt x="152" y="0"/>
                      <a:pt x="152" y="0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0" y="72"/>
                      <a:pt x="3" y="77"/>
                    </a:cubicBezTo>
                    <a:lnTo>
                      <a:pt x="157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286">
                <a:extLst>
                  <a:ext uri="{FF2B5EF4-FFF2-40B4-BE49-F238E27FC236}">
                    <a16:creationId xmlns:a16="http://schemas.microsoft.com/office/drawing/2014/main" id="{00CD1BA1-4685-4A54-833F-3399BC5DE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5" y="3387"/>
                <a:ext cx="44" cy="17"/>
              </a:xfrm>
              <a:custGeom>
                <a:avLst/>
                <a:gdLst>
                  <a:gd name="T0" fmla="*/ 0 w 19"/>
                  <a:gd name="T1" fmla="*/ 3 h 7"/>
                  <a:gd name="T2" fmla="*/ 9 w 19"/>
                  <a:gd name="T3" fmla="*/ 3 h 7"/>
                  <a:gd name="T4" fmla="*/ 18 w 19"/>
                  <a:gd name="T5" fmla="*/ 6 h 7"/>
                  <a:gd name="T6" fmla="*/ 10 w 19"/>
                  <a:gd name="T7" fmla="*/ 1 h 7"/>
                  <a:gd name="T8" fmla="*/ 0 w 19"/>
                  <a:gd name="T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">
                    <a:moveTo>
                      <a:pt x="0" y="3"/>
                    </a:moveTo>
                    <a:cubicBezTo>
                      <a:pt x="1" y="4"/>
                      <a:pt x="5" y="3"/>
                      <a:pt x="9" y="3"/>
                    </a:cubicBezTo>
                    <a:cubicBezTo>
                      <a:pt x="14" y="4"/>
                      <a:pt x="17" y="7"/>
                      <a:pt x="18" y="6"/>
                    </a:cubicBezTo>
                    <a:cubicBezTo>
                      <a:pt x="19" y="6"/>
                      <a:pt x="16" y="2"/>
                      <a:pt x="10" y="1"/>
                    </a:cubicBezTo>
                    <a:cubicBezTo>
                      <a:pt x="4" y="0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287">
                <a:extLst>
                  <a:ext uri="{FF2B5EF4-FFF2-40B4-BE49-F238E27FC236}">
                    <a16:creationId xmlns:a16="http://schemas.microsoft.com/office/drawing/2014/main" id="{80391FA0-E991-4F3F-9BBF-0532149E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" y="3420"/>
                <a:ext cx="35" cy="23"/>
              </a:xfrm>
              <a:custGeom>
                <a:avLst/>
                <a:gdLst>
                  <a:gd name="T0" fmla="*/ 0 w 15"/>
                  <a:gd name="T1" fmla="*/ 2 h 10"/>
                  <a:gd name="T2" fmla="*/ 8 w 15"/>
                  <a:gd name="T3" fmla="*/ 5 h 10"/>
                  <a:gd name="T4" fmla="*/ 15 w 15"/>
                  <a:gd name="T5" fmla="*/ 10 h 10"/>
                  <a:gd name="T6" fmla="*/ 9 w 15"/>
                  <a:gd name="T7" fmla="*/ 3 h 10"/>
                  <a:gd name="T8" fmla="*/ 0 w 15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0">
                    <a:moveTo>
                      <a:pt x="0" y="2"/>
                    </a:moveTo>
                    <a:cubicBezTo>
                      <a:pt x="0" y="3"/>
                      <a:pt x="4" y="3"/>
                      <a:pt x="8" y="5"/>
                    </a:cubicBezTo>
                    <a:cubicBezTo>
                      <a:pt x="12" y="7"/>
                      <a:pt x="14" y="10"/>
                      <a:pt x="15" y="10"/>
                    </a:cubicBezTo>
                    <a:cubicBezTo>
                      <a:pt x="15" y="10"/>
                      <a:pt x="14" y="5"/>
                      <a:pt x="9" y="3"/>
                    </a:cubicBezTo>
                    <a:cubicBezTo>
                      <a:pt x="4" y="0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288">
                <a:extLst>
                  <a:ext uri="{FF2B5EF4-FFF2-40B4-BE49-F238E27FC236}">
                    <a16:creationId xmlns:a16="http://schemas.microsoft.com/office/drawing/2014/main" id="{541C8D43-F6A8-41DD-8B0F-0F55DA596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7" y="3455"/>
                <a:ext cx="28" cy="26"/>
              </a:xfrm>
              <a:custGeom>
                <a:avLst/>
                <a:gdLst>
                  <a:gd name="T0" fmla="*/ 11 w 12"/>
                  <a:gd name="T1" fmla="*/ 11 h 11"/>
                  <a:gd name="T2" fmla="*/ 8 w 12"/>
                  <a:gd name="T3" fmla="*/ 3 h 11"/>
                  <a:gd name="T4" fmla="*/ 0 w 12"/>
                  <a:gd name="T5" fmla="*/ 0 h 11"/>
                  <a:gd name="T6" fmla="*/ 6 w 12"/>
                  <a:gd name="T7" fmla="*/ 5 h 11"/>
                  <a:gd name="T8" fmla="*/ 11 w 1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11" y="11"/>
                    </a:moveTo>
                    <a:cubicBezTo>
                      <a:pt x="12" y="10"/>
                      <a:pt x="11" y="6"/>
                      <a:pt x="8" y="3"/>
                    </a:cubicBezTo>
                    <a:cubicBezTo>
                      <a:pt x="4" y="0"/>
                      <a:pt x="0" y="0"/>
                      <a:pt x="0" y="0"/>
                    </a:cubicBezTo>
                    <a:cubicBezTo>
                      <a:pt x="0" y="1"/>
                      <a:pt x="3" y="2"/>
                      <a:pt x="6" y="5"/>
                    </a:cubicBezTo>
                    <a:cubicBezTo>
                      <a:pt x="9" y="8"/>
                      <a:pt x="10" y="11"/>
                      <a:pt x="11" y="1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289">
                <a:extLst>
                  <a:ext uri="{FF2B5EF4-FFF2-40B4-BE49-F238E27FC236}">
                    <a16:creationId xmlns:a16="http://schemas.microsoft.com/office/drawing/2014/main" id="{FC6EC89A-D32F-476D-857D-6B4357C54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1" y="3332"/>
                <a:ext cx="39" cy="21"/>
              </a:xfrm>
              <a:custGeom>
                <a:avLst/>
                <a:gdLst>
                  <a:gd name="T0" fmla="*/ 0 w 17"/>
                  <a:gd name="T1" fmla="*/ 8 h 9"/>
                  <a:gd name="T2" fmla="*/ 8 w 17"/>
                  <a:gd name="T3" fmla="*/ 5 h 9"/>
                  <a:gd name="T4" fmla="*/ 17 w 17"/>
                  <a:gd name="T5" fmla="*/ 3 h 9"/>
                  <a:gd name="T6" fmla="*/ 7 w 17"/>
                  <a:gd name="T7" fmla="*/ 2 h 9"/>
                  <a:gd name="T8" fmla="*/ 0 w 17"/>
                  <a:gd name="T9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0" y="8"/>
                    </a:moveTo>
                    <a:cubicBezTo>
                      <a:pt x="1" y="9"/>
                      <a:pt x="4" y="6"/>
                      <a:pt x="8" y="5"/>
                    </a:cubicBezTo>
                    <a:cubicBezTo>
                      <a:pt x="13" y="3"/>
                      <a:pt x="16" y="3"/>
                      <a:pt x="17" y="3"/>
                    </a:cubicBezTo>
                    <a:cubicBezTo>
                      <a:pt x="17" y="2"/>
                      <a:pt x="12" y="0"/>
                      <a:pt x="7" y="2"/>
                    </a:cubicBezTo>
                    <a:cubicBezTo>
                      <a:pt x="2" y="4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290">
                <a:extLst>
                  <a:ext uri="{FF2B5EF4-FFF2-40B4-BE49-F238E27FC236}">
                    <a16:creationId xmlns:a16="http://schemas.microsoft.com/office/drawing/2014/main" id="{94511C93-8311-4864-9C80-61439DFCB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2" y="3255"/>
                <a:ext cx="46" cy="51"/>
              </a:xfrm>
              <a:custGeom>
                <a:avLst/>
                <a:gdLst>
                  <a:gd name="T0" fmla="*/ 0 w 20"/>
                  <a:gd name="T1" fmla="*/ 21 h 22"/>
                  <a:gd name="T2" fmla="*/ 8 w 20"/>
                  <a:gd name="T3" fmla="*/ 18 h 22"/>
                  <a:gd name="T4" fmla="*/ 15 w 20"/>
                  <a:gd name="T5" fmla="*/ 12 h 22"/>
                  <a:gd name="T6" fmla="*/ 18 w 20"/>
                  <a:gd name="T7" fmla="*/ 8 h 22"/>
                  <a:gd name="T8" fmla="*/ 20 w 20"/>
                  <a:gd name="T9" fmla="*/ 5 h 22"/>
                  <a:gd name="T10" fmla="*/ 19 w 20"/>
                  <a:gd name="T11" fmla="*/ 1 h 22"/>
                  <a:gd name="T12" fmla="*/ 15 w 20"/>
                  <a:gd name="T13" fmla="*/ 1 h 22"/>
                  <a:gd name="T14" fmla="*/ 12 w 20"/>
                  <a:gd name="T15" fmla="*/ 3 h 22"/>
                  <a:gd name="T16" fmla="*/ 8 w 20"/>
                  <a:gd name="T17" fmla="*/ 6 h 22"/>
                  <a:gd name="T18" fmla="*/ 3 w 20"/>
                  <a:gd name="T19" fmla="*/ 14 h 22"/>
                  <a:gd name="T20" fmla="*/ 1 w 20"/>
                  <a:gd name="T21" fmla="*/ 22 h 22"/>
                  <a:gd name="T22" fmla="*/ 4 w 20"/>
                  <a:gd name="T23" fmla="*/ 15 h 22"/>
                  <a:gd name="T24" fmla="*/ 10 w 20"/>
                  <a:gd name="T25" fmla="*/ 8 h 22"/>
                  <a:gd name="T26" fmla="*/ 14 w 20"/>
                  <a:gd name="T27" fmla="*/ 5 h 22"/>
                  <a:gd name="T28" fmla="*/ 17 w 20"/>
                  <a:gd name="T29" fmla="*/ 4 h 22"/>
                  <a:gd name="T30" fmla="*/ 17 w 20"/>
                  <a:gd name="T31" fmla="*/ 5 h 22"/>
                  <a:gd name="T32" fmla="*/ 16 w 20"/>
                  <a:gd name="T33" fmla="*/ 7 h 22"/>
                  <a:gd name="T34" fmla="*/ 13 w 20"/>
                  <a:gd name="T35" fmla="*/ 11 h 22"/>
                  <a:gd name="T36" fmla="*/ 7 w 20"/>
                  <a:gd name="T37" fmla="*/ 17 h 22"/>
                  <a:gd name="T38" fmla="*/ 0 w 20"/>
                  <a:gd name="T39" fmla="*/ 2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0" h="22">
                    <a:moveTo>
                      <a:pt x="0" y="21"/>
                    </a:moveTo>
                    <a:cubicBezTo>
                      <a:pt x="0" y="22"/>
                      <a:pt x="4" y="21"/>
                      <a:pt x="8" y="18"/>
                    </a:cubicBezTo>
                    <a:cubicBezTo>
                      <a:pt x="10" y="17"/>
                      <a:pt x="13" y="15"/>
                      <a:pt x="15" y="12"/>
                    </a:cubicBezTo>
                    <a:cubicBezTo>
                      <a:pt x="16" y="11"/>
                      <a:pt x="17" y="10"/>
                      <a:pt x="18" y="8"/>
                    </a:cubicBezTo>
                    <a:cubicBezTo>
                      <a:pt x="19" y="7"/>
                      <a:pt x="20" y="7"/>
                      <a:pt x="20" y="5"/>
                    </a:cubicBezTo>
                    <a:cubicBezTo>
                      <a:pt x="20" y="4"/>
                      <a:pt x="20" y="2"/>
                      <a:pt x="19" y="1"/>
                    </a:cubicBezTo>
                    <a:cubicBezTo>
                      <a:pt x="17" y="0"/>
                      <a:pt x="16" y="0"/>
                      <a:pt x="15" y="1"/>
                    </a:cubicBezTo>
                    <a:cubicBezTo>
                      <a:pt x="13" y="1"/>
                      <a:pt x="13" y="2"/>
                      <a:pt x="12" y="3"/>
                    </a:cubicBezTo>
                    <a:cubicBezTo>
                      <a:pt x="10" y="4"/>
                      <a:pt x="9" y="5"/>
                      <a:pt x="8" y="6"/>
                    </a:cubicBezTo>
                    <a:cubicBezTo>
                      <a:pt x="5" y="9"/>
                      <a:pt x="4" y="11"/>
                      <a:pt x="3" y="14"/>
                    </a:cubicBezTo>
                    <a:cubicBezTo>
                      <a:pt x="0" y="19"/>
                      <a:pt x="0" y="22"/>
                      <a:pt x="1" y="22"/>
                    </a:cubicBezTo>
                    <a:cubicBezTo>
                      <a:pt x="1" y="22"/>
                      <a:pt x="2" y="19"/>
                      <a:pt x="4" y="15"/>
                    </a:cubicBezTo>
                    <a:cubicBezTo>
                      <a:pt x="6" y="13"/>
                      <a:pt x="7" y="10"/>
                      <a:pt x="10" y="8"/>
                    </a:cubicBezTo>
                    <a:cubicBezTo>
                      <a:pt x="11" y="7"/>
                      <a:pt x="12" y="6"/>
                      <a:pt x="14" y="5"/>
                    </a:cubicBezTo>
                    <a:cubicBezTo>
                      <a:pt x="15" y="4"/>
                      <a:pt x="16" y="3"/>
                      <a:pt x="17" y="4"/>
                    </a:cubicBezTo>
                    <a:cubicBezTo>
                      <a:pt x="17" y="4"/>
                      <a:pt x="17" y="4"/>
                      <a:pt x="17" y="5"/>
                    </a:cubicBezTo>
                    <a:cubicBezTo>
                      <a:pt x="17" y="5"/>
                      <a:pt x="17" y="6"/>
                      <a:pt x="16" y="7"/>
                    </a:cubicBezTo>
                    <a:cubicBezTo>
                      <a:pt x="15" y="8"/>
                      <a:pt x="14" y="9"/>
                      <a:pt x="13" y="11"/>
                    </a:cubicBezTo>
                    <a:cubicBezTo>
                      <a:pt x="11" y="13"/>
                      <a:pt x="9" y="15"/>
                      <a:pt x="7" y="17"/>
                    </a:cubicBezTo>
                    <a:cubicBezTo>
                      <a:pt x="3" y="20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291">
                <a:extLst>
                  <a:ext uri="{FF2B5EF4-FFF2-40B4-BE49-F238E27FC236}">
                    <a16:creationId xmlns:a16="http://schemas.microsoft.com/office/drawing/2014/main" id="{104A7035-A1D0-47E6-8A9F-B812BEBCB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2" y="3253"/>
                <a:ext cx="44" cy="53"/>
              </a:xfrm>
              <a:custGeom>
                <a:avLst/>
                <a:gdLst>
                  <a:gd name="T0" fmla="*/ 19 w 19"/>
                  <a:gd name="T1" fmla="*/ 23 h 23"/>
                  <a:gd name="T2" fmla="*/ 18 w 19"/>
                  <a:gd name="T3" fmla="*/ 15 h 23"/>
                  <a:gd name="T4" fmla="*/ 13 w 19"/>
                  <a:gd name="T5" fmla="*/ 7 h 23"/>
                  <a:gd name="T6" fmla="*/ 9 w 19"/>
                  <a:gd name="T7" fmla="*/ 3 h 23"/>
                  <a:gd name="T8" fmla="*/ 3 w 19"/>
                  <a:gd name="T9" fmla="*/ 1 h 23"/>
                  <a:gd name="T10" fmla="*/ 0 w 19"/>
                  <a:gd name="T11" fmla="*/ 5 h 23"/>
                  <a:gd name="T12" fmla="*/ 1 w 19"/>
                  <a:gd name="T13" fmla="*/ 8 h 23"/>
                  <a:gd name="T14" fmla="*/ 3 w 19"/>
                  <a:gd name="T15" fmla="*/ 13 h 23"/>
                  <a:gd name="T16" fmla="*/ 9 w 19"/>
                  <a:gd name="T17" fmla="*/ 20 h 23"/>
                  <a:gd name="T18" fmla="*/ 18 w 19"/>
                  <a:gd name="T19" fmla="*/ 22 h 23"/>
                  <a:gd name="T20" fmla="*/ 11 w 19"/>
                  <a:gd name="T21" fmla="*/ 18 h 23"/>
                  <a:gd name="T22" fmla="*/ 5 w 19"/>
                  <a:gd name="T23" fmla="*/ 12 h 23"/>
                  <a:gd name="T24" fmla="*/ 3 w 19"/>
                  <a:gd name="T25" fmla="*/ 7 h 23"/>
                  <a:gd name="T26" fmla="*/ 4 w 19"/>
                  <a:gd name="T27" fmla="*/ 4 h 23"/>
                  <a:gd name="T28" fmla="*/ 7 w 19"/>
                  <a:gd name="T29" fmla="*/ 5 h 23"/>
                  <a:gd name="T30" fmla="*/ 11 w 19"/>
                  <a:gd name="T31" fmla="*/ 9 h 23"/>
                  <a:gd name="T32" fmla="*/ 16 w 19"/>
                  <a:gd name="T33" fmla="*/ 16 h 23"/>
                  <a:gd name="T34" fmla="*/ 19 w 19"/>
                  <a:gd name="T3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" h="23">
                    <a:moveTo>
                      <a:pt x="19" y="23"/>
                    </a:moveTo>
                    <a:cubicBezTo>
                      <a:pt x="19" y="23"/>
                      <a:pt x="19" y="20"/>
                      <a:pt x="18" y="15"/>
                    </a:cubicBezTo>
                    <a:cubicBezTo>
                      <a:pt x="17" y="12"/>
                      <a:pt x="15" y="10"/>
                      <a:pt x="13" y="7"/>
                    </a:cubicBezTo>
                    <a:cubicBezTo>
                      <a:pt x="12" y="6"/>
                      <a:pt x="11" y="4"/>
                      <a:pt x="9" y="3"/>
                    </a:cubicBezTo>
                    <a:cubicBezTo>
                      <a:pt x="8" y="2"/>
                      <a:pt x="6" y="0"/>
                      <a:pt x="3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6"/>
                      <a:pt x="0" y="7"/>
                      <a:pt x="1" y="8"/>
                    </a:cubicBezTo>
                    <a:cubicBezTo>
                      <a:pt x="1" y="10"/>
                      <a:pt x="2" y="11"/>
                      <a:pt x="3" y="13"/>
                    </a:cubicBezTo>
                    <a:cubicBezTo>
                      <a:pt x="5" y="16"/>
                      <a:pt x="7" y="18"/>
                      <a:pt x="9" y="20"/>
                    </a:cubicBezTo>
                    <a:cubicBezTo>
                      <a:pt x="14" y="22"/>
                      <a:pt x="18" y="22"/>
                      <a:pt x="18" y="22"/>
                    </a:cubicBezTo>
                    <a:cubicBezTo>
                      <a:pt x="18" y="21"/>
                      <a:pt x="14" y="21"/>
                      <a:pt x="11" y="18"/>
                    </a:cubicBezTo>
                    <a:cubicBezTo>
                      <a:pt x="9" y="17"/>
                      <a:pt x="7" y="14"/>
                      <a:pt x="5" y="12"/>
                    </a:cubicBezTo>
                    <a:cubicBezTo>
                      <a:pt x="4" y="10"/>
                      <a:pt x="4" y="9"/>
                      <a:pt x="3" y="7"/>
                    </a:cubicBezTo>
                    <a:cubicBezTo>
                      <a:pt x="3" y="5"/>
                      <a:pt x="3" y="4"/>
                      <a:pt x="4" y="4"/>
                    </a:cubicBezTo>
                    <a:cubicBezTo>
                      <a:pt x="4" y="3"/>
                      <a:pt x="6" y="4"/>
                      <a:pt x="7" y="5"/>
                    </a:cubicBezTo>
                    <a:cubicBezTo>
                      <a:pt x="9" y="6"/>
                      <a:pt x="10" y="7"/>
                      <a:pt x="11" y="9"/>
                    </a:cubicBezTo>
                    <a:cubicBezTo>
                      <a:pt x="13" y="11"/>
                      <a:pt x="15" y="13"/>
                      <a:pt x="16" y="16"/>
                    </a:cubicBezTo>
                    <a:cubicBezTo>
                      <a:pt x="18" y="20"/>
                      <a:pt x="18" y="23"/>
                      <a:pt x="19" y="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292">
                <a:extLst>
                  <a:ext uri="{FF2B5EF4-FFF2-40B4-BE49-F238E27FC236}">
                    <a16:creationId xmlns:a16="http://schemas.microsoft.com/office/drawing/2014/main" id="{114370E3-456F-4CE2-9D2B-7A7C3F531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" y="3255"/>
                <a:ext cx="374" cy="426"/>
              </a:xfrm>
              <a:custGeom>
                <a:avLst/>
                <a:gdLst>
                  <a:gd name="T0" fmla="*/ 116 w 161"/>
                  <a:gd name="T1" fmla="*/ 0 h 183"/>
                  <a:gd name="T2" fmla="*/ 161 w 161"/>
                  <a:gd name="T3" fmla="*/ 126 h 183"/>
                  <a:gd name="T4" fmla="*/ 4 w 161"/>
                  <a:gd name="T5" fmla="*/ 183 h 183"/>
                  <a:gd name="T6" fmla="*/ 70 w 161"/>
                  <a:gd name="T7" fmla="*/ 108 h 183"/>
                  <a:gd name="T8" fmla="*/ 38 w 161"/>
                  <a:gd name="T9" fmla="*/ 28 h 183"/>
                  <a:gd name="T10" fmla="*/ 116 w 161"/>
                  <a:gd name="T11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1" h="183">
                    <a:moveTo>
                      <a:pt x="116" y="0"/>
                    </a:moveTo>
                    <a:cubicBezTo>
                      <a:pt x="161" y="126"/>
                      <a:pt x="161" y="126"/>
                      <a:pt x="161" y="126"/>
                    </a:cubicBezTo>
                    <a:cubicBezTo>
                      <a:pt x="4" y="183"/>
                      <a:pt x="4" y="183"/>
                      <a:pt x="4" y="183"/>
                    </a:cubicBezTo>
                    <a:cubicBezTo>
                      <a:pt x="0" y="168"/>
                      <a:pt x="70" y="108"/>
                      <a:pt x="70" y="10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293">
                <a:extLst>
                  <a:ext uri="{FF2B5EF4-FFF2-40B4-BE49-F238E27FC236}">
                    <a16:creationId xmlns:a16="http://schemas.microsoft.com/office/drawing/2014/main" id="{F2ECBC60-DC15-4CB5-B25E-02D6A45AA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5" y="3450"/>
                <a:ext cx="33" cy="28"/>
              </a:xfrm>
              <a:custGeom>
                <a:avLst/>
                <a:gdLst>
                  <a:gd name="T0" fmla="*/ 6 w 14"/>
                  <a:gd name="T1" fmla="*/ 0 h 12"/>
                  <a:gd name="T2" fmla="*/ 0 w 14"/>
                  <a:gd name="T3" fmla="*/ 6 h 12"/>
                  <a:gd name="T4" fmla="*/ 7 w 14"/>
                  <a:gd name="T5" fmla="*/ 12 h 12"/>
                  <a:gd name="T6" fmla="*/ 8 w 14"/>
                  <a:gd name="T7" fmla="*/ 12 h 12"/>
                  <a:gd name="T8" fmla="*/ 13 w 14"/>
                  <a:gd name="T9" fmla="*/ 5 h 12"/>
                  <a:gd name="T10" fmla="*/ 7 w 14"/>
                  <a:gd name="T11" fmla="*/ 0 h 12"/>
                  <a:gd name="T12" fmla="*/ 6 w 1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2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4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11" y="12"/>
                      <a:pt x="14" y="9"/>
                      <a:pt x="13" y="5"/>
                    </a:cubicBezTo>
                    <a:cubicBezTo>
                      <a:pt x="13" y="2"/>
                      <a:pt x="10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solidFill>
                <a:srgbClr val="FF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294">
                <a:extLst>
                  <a:ext uri="{FF2B5EF4-FFF2-40B4-BE49-F238E27FC236}">
                    <a16:creationId xmlns:a16="http://schemas.microsoft.com/office/drawing/2014/main" id="{B344067A-2865-49D3-8306-4952C1A3F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4" y="3518"/>
                <a:ext cx="370" cy="163"/>
              </a:xfrm>
              <a:custGeom>
                <a:avLst/>
                <a:gdLst>
                  <a:gd name="T0" fmla="*/ 159 w 159"/>
                  <a:gd name="T1" fmla="*/ 13 h 70"/>
                  <a:gd name="T2" fmla="*/ 155 w 159"/>
                  <a:gd name="T3" fmla="*/ 0 h 70"/>
                  <a:gd name="T4" fmla="*/ 6 w 159"/>
                  <a:gd name="T5" fmla="*/ 60 h 70"/>
                  <a:gd name="T6" fmla="*/ 2 w 159"/>
                  <a:gd name="T7" fmla="*/ 70 h 70"/>
                  <a:gd name="T8" fmla="*/ 159 w 159"/>
                  <a:gd name="T9" fmla="*/ 1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70">
                    <a:moveTo>
                      <a:pt x="159" y="13"/>
                    </a:moveTo>
                    <a:cubicBezTo>
                      <a:pt x="155" y="0"/>
                      <a:pt x="155" y="0"/>
                      <a:pt x="155" y="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6" y="60"/>
                      <a:pt x="0" y="65"/>
                      <a:pt x="2" y="70"/>
                    </a:cubicBezTo>
                    <a:lnTo>
                      <a:pt x="159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95">
                <a:extLst>
                  <a:ext uri="{FF2B5EF4-FFF2-40B4-BE49-F238E27FC236}">
                    <a16:creationId xmlns:a16="http://schemas.microsoft.com/office/drawing/2014/main" id="{F5BE4E35-D1F9-4EE6-8B07-E04EA1AAB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5" y="3499"/>
                <a:ext cx="42" cy="19"/>
              </a:xfrm>
              <a:custGeom>
                <a:avLst/>
                <a:gdLst>
                  <a:gd name="T0" fmla="*/ 0 w 18"/>
                  <a:gd name="T1" fmla="*/ 3 h 8"/>
                  <a:gd name="T2" fmla="*/ 9 w 18"/>
                  <a:gd name="T3" fmla="*/ 4 h 8"/>
                  <a:gd name="T4" fmla="*/ 18 w 18"/>
                  <a:gd name="T5" fmla="*/ 7 h 8"/>
                  <a:gd name="T6" fmla="*/ 10 w 18"/>
                  <a:gd name="T7" fmla="*/ 1 h 8"/>
                  <a:gd name="T8" fmla="*/ 0 w 18"/>
                  <a:gd name="T9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8">
                    <a:moveTo>
                      <a:pt x="0" y="3"/>
                    </a:moveTo>
                    <a:cubicBezTo>
                      <a:pt x="1" y="4"/>
                      <a:pt x="4" y="3"/>
                      <a:pt x="9" y="4"/>
                    </a:cubicBezTo>
                    <a:cubicBezTo>
                      <a:pt x="14" y="5"/>
                      <a:pt x="17" y="8"/>
                      <a:pt x="18" y="7"/>
                    </a:cubicBezTo>
                    <a:cubicBezTo>
                      <a:pt x="18" y="7"/>
                      <a:pt x="15" y="2"/>
                      <a:pt x="10" y="1"/>
                    </a:cubicBezTo>
                    <a:cubicBezTo>
                      <a:pt x="4" y="0"/>
                      <a:pt x="0" y="3"/>
                      <a:pt x="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296">
                <a:extLst>
                  <a:ext uri="{FF2B5EF4-FFF2-40B4-BE49-F238E27FC236}">
                    <a16:creationId xmlns:a16="http://schemas.microsoft.com/office/drawing/2014/main" id="{33C18DC3-1B32-4DD1-B054-6DB2204E1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" y="3532"/>
                <a:ext cx="35" cy="25"/>
              </a:xfrm>
              <a:custGeom>
                <a:avLst/>
                <a:gdLst>
                  <a:gd name="T0" fmla="*/ 0 w 15"/>
                  <a:gd name="T1" fmla="*/ 2 h 11"/>
                  <a:gd name="T2" fmla="*/ 8 w 15"/>
                  <a:gd name="T3" fmla="*/ 5 h 11"/>
                  <a:gd name="T4" fmla="*/ 14 w 15"/>
                  <a:gd name="T5" fmla="*/ 10 h 11"/>
                  <a:gd name="T6" fmla="*/ 9 w 15"/>
                  <a:gd name="T7" fmla="*/ 3 h 11"/>
                  <a:gd name="T8" fmla="*/ 0 w 15"/>
                  <a:gd name="T9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1">
                    <a:moveTo>
                      <a:pt x="0" y="2"/>
                    </a:moveTo>
                    <a:cubicBezTo>
                      <a:pt x="0" y="3"/>
                      <a:pt x="4" y="3"/>
                      <a:pt x="8" y="5"/>
                    </a:cubicBezTo>
                    <a:cubicBezTo>
                      <a:pt x="12" y="7"/>
                      <a:pt x="14" y="11"/>
                      <a:pt x="14" y="10"/>
                    </a:cubicBezTo>
                    <a:cubicBezTo>
                      <a:pt x="15" y="10"/>
                      <a:pt x="14" y="5"/>
                      <a:pt x="9" y="3"/>
                    </a:cubicBezTo>
                    <a:cubicBezTo>
                      <a:pt x="5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297">
                <a:extLst>
                  <a:ext uri="{FF2B5EF4-FFF2-40B4-BE49-F238E27FC236}">
                    <a16:creationId xmlns:a16="http://schemas.microsoft.com/office/drawing/2014/main" id="{56707BA2-6A44-4FE5-85EE-B7427855F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562"/>
                <a:ext cx="28" cy="28"/>
              </a:xfrm>
              <a:custGeom>
                <a:avLst/>
                <a:gdLst>
                  <a:gd name="T0" fmla="*/ 11 w 12"/>
                  <a:gd name="T1" fmla="*/ 12 h 12"/>
                  <a:gd name="T2" fmla="*/ 8 w 12"/>
                  <a:gd name="T3" fmla="*/ 4 h 12"/>
                  <a:gd name="T4" fmla="*/ 0 w 12"/>
                  <a:gd name="T5" fmla="*/ 1 h 12"/>
                  <a:gd name="T6" fmla="*/ 6 w 12"/>
                  <a:gd name="T7" fmla="*/ 6 h 12"/>
                  <a:gd name="T8" fmla="*/ 11 w 12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1" y="12"/>
                    </a:moveTo>
                    <a:cubicBezTo>
                      <a:pt x="12" y="12"/>
                      <a:pt x="11" y="8"/>
                      <a:pt x="8" y="4"/>
                    </a:cubicBezTo>
                    <a:cubicBezTo>
                      <a:pt x="5" y="1"/>
                      <a:pt x="0" y="0"/>
                      <a:pt x="0" y="1"/>
                    </a:cubicBezTo>
                    <a:cubicBezTo>
                      <a:pt x="0" y="2"/>
                      <a:pt x="3" y="3"/>
                      <a:pt x="6" y="6"/>
                    </a:cubicBezTo>
                    <a:cubicBezTo>
                      <a:pt x="9" y="9"/>
                      <a:pt x="10" y="12"/>
                      <a:pt x="11" y="1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298">
                <a:extLst>
                  <a:ext uri="{FF2B5EF4-FFF2-40B4-BE49-F238E27FC236}">
                    <a16:creationId xmlns:a16="http://schemas.microsoft.com/office/drawing/2014/main" id="{B006ADE2-BF3D-4575-8EA0-A94669D57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1" y="3446"/>
                <a:ext cx="42" cy="18"/>
              </a:xfrm>
              <a:custGeom>
                <a:avLst/>
                <a:gdLst>
                  <a:gd name="T0" fmla="*/ 1 w 18"/>
                  <a:gd name="T1" fmla="*/ 7 h 8"/>
                  <a:gd name="T2" fmla="*/ 9 w 18"/>
                  <a:gd name="T3" fmla="*/ 4 h 8"/>
                  <a:gd name="T4" fmla="*/ 18 w 18"/>
                  <a:gd name="T5" fmla="*/ 2 h 8"/>
                  <a:gd name="T6" fmla="*/ 8 w 18"/>
                  <a:gd name="T7" fmla="*/ 1 h 8"/>
                  <a:gd name="T8" fmla="*/ 1 w 18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8">
                    <a:moveTo>
                      <a:pt x="1" y="7"/>
                    </a:moveTo>
                    <a:cubicBezTo>
                      <a:pt x="1" y="8"/>
                      <a:pt x="5" y="5"/>
                      <a:pt x="9" y="4"/>
                    </a:cubicBezTo>
                    <a:cubicBezTo>
                      <a:pt x="13" y="3"/>
                      <a:pt x="17" y="3"/>
                      <a:pt x="18" y="2"/>
                    </a:cubicBezTo>
                    <a:cubicBezTo>
                      <a:pt x="18" y="1"/>
                      <a:pt x="13" y="0"/>
                      <a:pt x="8" y="1"/>
                    </a:cubicBezTo>
                    <a:cubicBezTo>
                      <a:pt x="3" y="3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299">
                <a:extLst>
                  <a:ext uri="{FF2B5EF4-FFF2-40B4-BE49-F238E27FC236}">
                    <a16:creationId xmlns:a16="http://schemas.microsoft.com/office/drawing/2014/main" id="{5E599970-D5D8-4D72-8D31-6497D1C36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7" y="3369"/>
                <a:ext cx="49" cy="49"/>
              </a:xfrm>
              <a:custGeom>
                <a:avLst/>
                <a:gdLst>
                  <a:gd name="T0" fmla="*/ 0 w 21"/>
                  <a:gd name="T1" fmla="*/ 20 h 21"/>
                  <a:gd name="T2" fmla="*/ 8 w 21"/>
                  <a:gd name="T3" fmla="*/ 17 h 21"/>
                  <a:gd name="T4" fmla="*/ 15 w 21"/>
                  <a:gd name="T5" fmla="*/ 12 h 21"/>
                  <a:gd name="T6" fmla="*/ 19 w 21"/>
                  <a:gd name="T7" fmla="*/ 8 h 21"/>
                  <a:gd name="T8" fmla="*/ 20 w 21"/>
                  <a:gd name="T9" fmla="*/ 5 h 21"/>
                  <a:gd name="T10" fmla="*/ 19 w 21"/>
                  <a:gd name="T11" fmla="*/ 1 h 21"/>
                  <a:gd name="T12" fmla="*/ 15 w 21"/>
                  <a:gd name="T13" fmla="*/ 0 h 21"/>
                  <a:gd name="T14" fmla="*/ 12 w 21"/>
                  <a:gd name="T15" fmla="*/ 2 h 21"/>
                  <a:gd name="T16" fmla="*/ 8 w 21"/>
                  <a:gd name="T17" fmla="*/ 5 h 21"/>
                  <a:gd name="T18" fmla="*/ 3 w 21"/>
                  <a:gd name="T19" fmla="*/ 13 h 21"/>
                  <a:gd name="T20" fmla="*/ 0 w 21"/>
                  <a:gd name="T21" fmla="*/ 21 h 21"/>
                  <a:gd name="T22" fmla="*/ 4 w 21"/>
                  <a:gd name="T23" fmla="*/ 14 h 21"/>
                  <a:gd name="T24" fmla="*/ 10 w 21"/>
                  <a:gd name="T25" fmla="*/ 7 h 21"/>
                  <a:gd name="T26" fmla="*/ 14 w 21"/>
                  <a:gd name="T27" fmla="*/ 4 h 21"/>
                  <a:gd name="T28" fmla="*/ 18 w 21"/>
                  <a:gd name="T29" fmla="*/ 3 h 21"/>
                  <a:gd name="T30" fmla="*/ 18 w 21"/>
                  <a:gd name="T31" fmla="*/ 4 h 21"/>
                  <a:gd name="T32" fmla="*/ 16 w 21"/>
                  <a:gd name="T33" fmla="*/ 6 h 21"/>
                  <a:gd name="T34" fmla="*/ 13 w 21"/>
                  <a:gd name="T35" fmla="*/ 10 h 21"/>
                  <a:gd name="T36" fmla="*/ 7 w 21"/>
                  <a:gd name="T37" fmla="*/ 16 h 21"/>
                  <a:gd name="T38" fmla="*/ 0 w 21"/>
                  <a:gd name="T39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" h="21">
                    <a:moveTo>
                      <a:pt x="0" y="20"/>
                    </a:moveTo>
                    <a:cubicBezTo>
                      <a:pt x="0" y="21"/>
                      <a:pt x="3" y="20"/>
                      <a:pt x="8" y="17"/>
                    </a:cubicBezTo>
                    <a:cubicBezTo>
                      <a:pt x="10" y="16"/>
                      <a:pt x="13" y="14"/>
                      <a:pt x="15" y="12"/>
                    </a:cubicBezTo>
                    <a:cubicBezTo>
                      <a:pt x="16" y="11"/>
                      <a:pt x="18" y="9"/>
                      <a:pt x="19" y="8"/>
                    </a:cubicBezTo>
                    <a:cubicBezTo>
                      <a:pt x="19" y="7"/>
                      <a:pt x="20" y="6"/>
                      <a:pt x="20" y="5"/>
                    </a:cubicBezTo>
                    <a:cubicBezTo>
                      <a:pt x="21" y="4"/>
                      <a:pt x="21" y="2"/>
                      <a:pt x="19" y="1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14" y="1"/>
                      <a:pt x="13" y="1"/>
                      <a:pt x="12" y="2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6" y="8"/>
                      <a:pt x="4" y="10"/>
                      <a:pt x="3" y="13"/>
                    </a:cubicBezTo>
                    <a:cubicBezTo>
                      <a:pt x="0" y="17"/>
                      <a:pt x="0" y="21"/>
                      <a:pt x="0" y="21"/>
                    </a:cubicBezTo>
                    <a:cubicBezTo>
                      <a:pt x="1" y="21"/>
                      <a:pt x="2" y="18"/>
                      <a:pt x="4" y="14"/>
                    </a:cubicBezTo>
                    <a:cubicBezTo>
                      <a:pt x="6" y="12"/>
                      <a:pt x="8" y="9"/>
                      <a:pt x="10" y="7"/>
                    </a:cubicBezTo>
                    <a:cubicBezTo>
                      <a:pt x="11" y="6"/>
                      <a:pt x="13" y="5"/>
                      <a:pt x="14" y="4"/>
                    </a:cubicBezTo>
                    <a:cubicBezTo>
                      <a:pt x="15" y="3"/>
                      <a:pt x="17" y="3"/>
                      <a:pt x="18" y="3"/>
                    </a:cubicBezTo>
                    <a:cubicBezTo>
                      <a:pt x="18" y="3"/>
                      <a:pt x="18" y="3"/>
                      <a:pt x="18" y="4"/>
                    </a:cubicBezTo>
                    <a:cubicBezTo>
                      <a:pt x="18" y="5"/>
                      <a:pt x="17" y="5"/>
                      <a:pt x="16" y="6"/>
                    </a:cubicBezTo>
                    <a:cubicBezTo>
                      <a:pt x="15" y="7"/>
                      <a:pt x="14" y="9"/>
                      <a:pt x="13" y="10"/>
                    </a:cubicBezTo>
                    <a:cubicBezTo>
                      <a:pt x="11" y="12"/>
                      <a:pt x="9" y="14"/>
                      <a:pt x="7" y="16"/>
                    </a:cubicBezTo>
                    <a:cubicBezTo>
                      <a:pt x="3" y="18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300">
                <a:extLst>
                  <a:ext uri="{FF2B5EF4-FFF2-40B4-BE49-F238E27FC236}">
                    <a16:creationId xmlns:a16="http://schemas.microsoft.com/office/drawing/2014/main" id="{08FCF2D9-37F0-4BD7-92A0-7274CC011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0" y="3362"/>
                <a:ext cx="41" cy="56"/>
              </a:xfrm>
              <a:custGeom>
                <a:avLst/>
                <a:gdLst>
                  <a:gd name="T0" fmla="*/ 17 w 18"/>
                  <a:gd name="T1" fmla="*/ 24 h 24"/>
                  <a:gd name="T2" fmla="*/ 17 w 18"/>
                  <a:gd name="T3" fmla="*/ 16 h 24"/>
                  <a:gd name="T4" fmla="*/ 12 w 18"/>
                  <a:gd name="T5" fmla="*/ 7 h 24"/>
                  <a:gd name="T6" fmla="*/ 9 w 18"/>
                  <a:gd name="T7" fmla="*/ 3 h 24"/>
                  <a:gd name="T8" fmla="*/ 2 w 18"/>
                  <a:gd name="T9" fmla="*/ 1 h 24"/>
                  <a:gd name="T10" fmla="*/ 0 w 18"/>
                  <a:gd name="T11" fmla="*/ 5 h 24"/>
                  <a:gd name="T12" fmla="*/ 0 w 18"/>
                  <a:gd name="T13" fmla="*/ 8 h 24"/>
                  <a:gd name="T14" fmla="*/ 2 w 18"/>
                  <a:gd name="T15" fmla="*/ 13 h 24"/>
                  <a:gd name="T16" fmla="*/ 8 w 18"/>
                  <a:gd name="T17" fmla="*/ 20 h 24"/>
                  <a:gd name="T18" fmla="*/ 16 w 18"/>
                  <a:gd name="T19" fmla="*/ 22 h 24"/>
                  <a:gd name="T20" fmla="*/ 9 w 18"/>
                  <a:gd name="T21" fmla="*/ 18 h 24"/>
                  <a:gd name="T22" fmla="*/ 4 w 18"/>
                  <a:gd name="T23" fmla="*/ 12 h 24"/>
                  <a:gd name="T24" fmla="*/ 3 w 18"/>
                  <a:gd name="T25" fmla="*/ 7 h 24"/>
                  <a:gd name="T26" fmla="*/ 3 w 18"/>
                  <a:gd name="T27" fmla="*/ 4 h 24"/>
                  <a:gd name="T28" fmla="*/ 7 w 18"/>
                  <a:gd name="T29" fmla="*/ 5 h 24"/>
                  <a:gd name="T30" fmla="*/ 10 w 18"/>
                  <a:gd name="T31" fmla="*/ 9 h 24"/>
                  <a:gd name="T32" fmla="*/ 15 w 18"/>
                  <a:gd name="T33" fmla="*/ 16 h 24"/>
                  <a:gd name="T34" fmla="*/ 17 w 18"/>
                  <a:gd name="T3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" h="24">
                    <a:moveTo>
                      <a:pt x="17" y="24"/>
                    </a:moveTo>
                    <a:cubicBezTo>
                      <a:pt x="18" y="24"/>
                      <a:pt x="18" y="21"/>
                      <a:pt x="17" y="16"/>
                    </a:cubicBezTo>
                    <a:cubicBezTo>
                      <a:pt x="16" y="13"/>
                      <a:pt x="15" y="10"/>
                      <a:pt x="12" y="7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2"/>
                      <a:pt x="5" y="0"/>
                      <a:pt x="2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10"/>
                      <a:pt x="1" y="11"/>
                      <a:pt x="2" y="13"/>
                    </a:cubicBezTo>
                    <a:cubicBezTo>
                      <a:pt x="4" y="16"/>
                      <a:pt x="6" y="18"/>
                      <a:pt x="8" y="20"/>
                    </a:cubicBezTo>
                    <a:cubicBezTo>
                      <a:pt x="13" y="23"/>
                      <a:pt x="16" y="23"/>
                      <a:pt x="16" y="22"/>
                    </a:cubicBezTo>
                    <a:cubicBezTo>
                      <a:pt x="16" y="22"/>
                      <a:pt x="13" y="21"/>
                      <a:pt x="9" y="18"/>
                    </a:cubicBezTo>
                    <a:cubicBezTo>
                      <a:pt x="8" y="17"/>
                      <a:pt x="6" y="15"/>
                      <a:pt x="4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2" y="5"/>
                      <a:pt x="2" y="4"/>
                      <a:pt x="3" y="4"/>
                    </a:cubicBezTo>
                    <a:cubicBezTo>
                      <a:pt x="4" y="4"/>
                      <a:pt x="6" y="4"/>
                      <a:pt x="7" y="5"/>
                    </a:cubicBezTo>
                    <a:cubicBezTo>
                      <a:pt x="8" y="7"/>
                      <a:pt x="9" y="8"/>
                      <a:pt x="10" y="9"/>
                    </a:cubicBezTo>
                    <a:cubicBezTo>
                      <a:pt x="12" y="11"/>
                      <a:pt x="14" y="14"/>
                      <a:pt x="15" y="16"/>
                    </a:cubicBezTo>
                    <a:cubicBezTo>
                      <a:pt x="17" y="21"/>
                      <a:pt x="17" y="24"/>
                      <a:pt x="17" y="2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301">
                <a:extLst>
                  <a:ext uri="{FF2B5EF4-FFF2-40B4-BE49-F238E27FC236}">
                    <a16:creationId xmlns:a16="http://schemas.microsoft.com/office/drawing/2014/main" id="{D30928DD-6363-4687-BA9D-EA2FA826C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3" y="752"/>
                <a:ext cx="184" cy="530"/>
              </a:xfrm>
              <a:custGeom>
                <a:avLst/>
                <a:gdLst>
                  <a:gd name="T0" fmla="*/ 14 w 79"/>
                  <a:gd name="T1" fmla="*/ 0 h 228"/>
                  <a:gd name="T2" fmla="*/ 7 w 79"/>
                  <a:gd name="T3" fmla="*/ 21 h 228"/>
                  <a:gd name="T4" fmla="*/ 10 w 79"/>
                  <a:gd name="T5" fmla="*/ 45 h 228"/>
                  <a:gd name="T6" fmla="*/ 3 w 79"/>
                  <a:gd name="T7" fmla="*/ 91 h 228"/>
                  <a:gd name="T8" fmla="*/ 13 w 79"/>
                  <a:gd name="T9" fmla="*/ 136 h 228"/>
                  <a:gd name="T10" fmla="*/ 28 w 79"/>
                  <a:gd name="T11" fmla="*/ 176 h 228"/>
                  <a:gd name="T12" fmla="*/ 7 w 79"/>
                  <a:gd name="T13" fmla="*/ 222 h 228"/>
                  <a:gd name="T14" fmla="*/ 13 w 79"/>
                  <a:gd name="T15" fmla="*/ 228 h 228"/>
                  <a:gd name="T16" fmla="*/ 21 w 79"/>
                  <a:gd name="T17" fmla="*/ 228 h 228"/>
                  <a:gd name="T18" fmla="*/ 58 w 79"/>
                  <a:gd name="T19" fmla="*/ 221 h 228"/>
                  <a:gd name="T20" fmla="*/ 71 w 79"/>
                  <a:gd name="T21" fmla="*/ 215 h 228"/>
                  <a:gd name="T22" fmla="*/ 76 w 79"/>
                  <a:gd name="T23" fmla="*/ 201 h 228"/>
                  <a:gd name="T24" fmla="*/ 68 w 79"/>
                  <a:gd name="T25" fmla="*/ 109 h 228"/>
                  <a:gd name="T26" fmla="*/ 67 w 79"/>
                  <a:gd name="T27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228">
                    <a:moveTo>
                      <a:pt x="14" y="0"/>
                    </a:moveTo>
                    <a:cubicBezTo>
                      <a:pt x="8" y="5"/>
                      <a:pt x="6" y="14"/>
                      <a:pt x="7" y="21"/>
                    </a:cubicBezTo>
                    <a:cubicBezTo>
                      <a:pt x="8" y="29"/>
                      <a:pt x="10" y="37"/>
                      <a:pt x="10" y="45"/>
                    </a:cubicBezTo>
                    <a:cubicBezTo>
                      <a:pt x="11" y="61"/>
                      <a:pt x="3" y="75"/>
                      <a:pt x="3" y="91"/>
                    </a:cubicBezTo>
                    <a:cubicBezTo>
                      <a:pt x="3" y="106"/>
                      <a:pt x="12" y="120"/>
                      <a:pt x="13" y="136"/>
                    </a:cubicBezTo>
                    <a:cubicBezTo>
                      <a:pt x="15" y="150"/>
                      <a:pt x="32" y="161"/>
                      <a:pt x="28" y="176"/>
                    </a:cubicBezTo>
                    <a:cubicBezTo>
                      <a:pt x="24" y="190"/>
                      <a:pt x="0" y="209"/>
                      <a:pt x="7" y="222"/>
                    </a:cubicBezTo>
                    <a:cubicBezTo>
                      <a:pt x="9" y="224"/>
                      <a:pt x="11" y="227"/>
                      <a:pt x="13" y="228"/>
                    </a:cubicBezTo>
                    <a:cubicBezTo>
                      <a:pt x="16" y="228"/>
                      <a:pt x="18" y="228"/>
                      <a:pt x="21" y="228"/>
                    </a:cubicBezTo>
                    <a:cubicBezTo>
                      <a:pt x="33" y="225"/>
                      <a:pt x="46" y="223"/>
                      <a:pt x="58" y="221"/>
                    </a:cubicBezTo>
                    <a:cubicBezTo>
                      <a:pt x="62" y="220"/>
                      <a:pt x="67" y="219"/>
                      <a:pt x="71" y="215"/>
                    </a:cubicBezTo>
                    <a:cubicBezTo>
                      <a:pt x="74" y="212"/>
                      <a:pt x="75" y="206"/>
                      <a:pt x="76" y="201"/>
                    </a:cubicBezTo>
                    <a:cubicBezTo>
                      <a:pt x="79" y="170"/>
                      <a:pt x="71" y="140"/>
                      <a:pt x="68" y="109"/>
                    </a:cubicBezTo>
                    <a:cubicBezTo>
                      <a:pt x="63" y="73"/>
                      <a:pt x="63" y="36"/>
                      <a:pt x="67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Line 302">
                <a:extLst>
                  <a:ext uri="{FF2B5EF4-FFF2-40B4-BE49-F238E27FC236}">
                    <a16:creationId xmlns:a16="http://schemas.microsoft.com/office/drawing/2014/main" id="{8E5FB63F-B2A8-4D4B-A1F4-A449305CE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2" y="123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Line 303">
                <a:extLst>
                  <a:ext uri="{FF2B5EF4-FFF2-40B4-BE49-F238E27FC236}">
                    <a16:creationId xmlns:a16="http://schemas.microsoft.com/office/drawing/2014/main" id="{1B0D59F4-316D-4241-BD84-3B9227A95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2" y="123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304">
                <a:extLst>
                  <a:ext uri="{FF2B5EF4-FFF2-40B4-BE49-F238E27FC236}">
                    <a16:creationId xmlns:a16="http://schemas.microsoft.com/office/drawing/2014/main" id="{6687E5BB-286C-4B44-BB86-E0147E10D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3" y="673"/>
                <a:ext cx="328" cy="602"/>
              </a:xfrm>
              <a:custGeom>
                <a:avLst/>
                <a:gdLst>
                  <a:gd name="T0" fmla="*/ 0 w 141"/>
                  <a:gd name="T1" fmla="*/ 73 h 259"/>
                  <a:gd name="T2" fmla="*/ 67 w 141"/>
                  <a:gd name="T3" fmla="*/ 2 h 259"/>
                  <a:gd name="T4" fmla="*/ 141 w 141"/>
                  <a:gd name="T5" fmla="*/ 70 h 259"/>
                  <a:gd name="T6" fmla="*/ 139 w 141"/>
                  <a:gd name="T7" fmla="*/ 227 h 259"/>
                  <a:gd name="T8" fmla="*/ 136 w 141"/>
                  <a:gd name="T9" fmla="*/ 235 h 259"/>
                  <a:gd name="T10" fmla="*/ 94 w 141"/>
                  <a:gd name="T11" fmla="*/ 258 h 259"/>
                  <a:gd name="T12" fmla="*/ 53 w 141"/>
                  <a:gd name="T13" fmla="*/ 247 h 259"/>
                  <a:gd name="T14" fmla="*/ 47 w 141"/>
                  <a:gd name="T15" fmla="*/ 235 h 259"/>
                  <a:gd name="T16" fmla="*/ 49 w 141"/>
                  <a:gd name="T17" fmla="*/ 200 h 259"/>
                  <a:gd name="T18" fmla="*/ 49 w 141"/>
                  <a:gd name="T19" fmla="*/ 199 h 259"/>
                  <a:gd name="T20" fmla="*/ 39 w 141"/>
                  <a:gd name="T21" fmla="*/ 199 h 259"/>
                  <a:gd name="T22" fmla="*/ 2 w 141"/>
                  <a:gd name="T23" fmla="*/ 150 h 259"/>
                  <a:gd name="T24" fmla="*/ 0 w 141"/>
                  <a:gd name="T25" fmla="*/ 73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259">
                    <a:moveTo>
                      <a:pt x="0" y="73"/>
                    </a:moveTo>
                    <a:cubicBezTo>
                      <a:pt x="0" y="36"/>
                      <a:pt x="30" y="4"/>
                      <a:pt x="67" y="2"/>
                    </a:cubicBezTo>
                    <a:cubicBezTo>
                      <a:pt x="107" y="0"/>
                      <a:pt x="140" y="31"/>
                      <a:pt x="141" y="70"/>
                    </a:cubicBezTo>
                    <a:cubicBezTo>
                      <a:pt x="139" y="227"/>
                      <a:pt x="139" y="227"/>
                      <a:pt x="139" y="227"/>
                    </a:cubicBezTo>
                    <a:cubicBezTo>
                      <a:pt x="139" y="230"/>
                      <a:pt x="138" y="233"/>
                      <a:pt x="136" y="235"/>
                    </a:cubicBezTo>
                    <a:cubicBezTo>
                      <a:pt x="126" y="248"/>
                      <a:pt x="109" y="257"/>
                      <a:pt x="94" y="258"/>
                    </a:cubicBezTo>
                    <a:cubicBezTo>
                      <a:pt x="79" y="259"/>
                      <a:pt x="65" y="254"/>
                      <a:pt x="53" y="247"/>
                    </a:cubicBezTo>
                    <a:cubicBezTo>
                      <a:pt x="49" y="244"/>
                      <a:pt x="47" y="239"/>
                      <a:pt x="47" y="235"/>
                    </a:cubicBezTo>
                    <a:cubicBezTo>
                      <a:pt x="49" y="200"/>
                      <a:pt x="49" y="200"/>
                      <a:pt x="49" y="200"/>
                    </a:cubicBezTo>
                    <a:cubicBezTo>
                      <a:pt x="49" y="199"/>
                      <a:pt x="49" y="199"/>
                      <a:pt x="49" y="199"/>
                    </a:cubicBezTo>
                    <a:cubicBezTo>
                      <a:pt x="47" y="199"/>
                      <a:pt x="41" y="199"/>
                      <a:pt x="39" y="199"/>
                    </a:cubicBezTo>
                    <a:cubicBezTo>
                      <a:pt x="30" y="196"/>
                      <a:pt x="7" y="185"/>
                      <a:pt x="2" y="150"/>
                    </a:cubicBezTo>
                    <a:cubicBezTo>
                      <a:pt x="0" y="138"/>
                      <a:pt x="0" y="105"/>
                      <a:pt x="0" y="73"/>
                    </a:cubicBezTo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305">
                <a:extLst>
                  <a:ext uri="{FF2B5EF4-FFF2-40B4-BE49-F238E27FC236}">
                    <a16:creationId xmlns:a16="http://schemas.microsoft.com/office/drawing/2014/main" id="{6B606690-CFFA-4C44-9F6D-B299CA2AC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5" y="852"/>
                <a:ext cx="49" cy="118"/>
              </a:xfrm>
              <a:custGeom>
                <a:avLst/>
                <a:gdLst>
                  <a:gd name="T0" fmla="*/ 17 w 21"/>
                  <a:gd name="T1" fmla="*/ 51 h 51"/>
                  <a:gd name="T2" fmla="*/ 7 w 21"/>
                  <a:gd name="T3" fmla="*/ 49 h 51"/>
                  <a:gd name="T4" fmla="*/ 3 w 21"/>
                  <a:gd name="T5" fmla="*/ 47 h 51"/>
                  <a:gd name="T6" fmla="*/ 4 w 21"/>
                  <a:gd name="T7" fmla="*/ 43 h 51"/>
                  <a:gd name="T8" fmla="*/ 9 w 21"/>
                  <a:gd name="T9" fmla="*/ 31 h 51"/>
                  <a:gd name="T10" fmla="*/ 20 w 21"/>
                  <a:gd name="T11" fmla="*/ 0 h 51"/>
                  <a:gd name="T12" fmla="*/ 7 w 21"/>
                  <a:gd name="T13" fmla="*/ 30 h 51"/>
                  <a:gd name="T14" fmla="*/ 2 w 21"/>
                  <a:gd name="T15" fmla="*/ 42 h 51"/>
                  <a:gd name="T16" fmla="*/ 1 w 21"/>
                  <a:gd name="T17" fmla="*/ 48 h 51"/>
                  <a:gd name="T18" fmla="*/ 4 w 21"/>
                  <a:gd name="T19" fmla="*/ 50 h 51"/>
                  <a:gd name="T20" fmla="*/ 7 w 21"/>
                  <a:gd name="T21" fmla="*/ 51 h 51"/>
                  <a:gd name="T22" fmla="*/ 17 w 21"/>
                  <a:gd name="T2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51">
                    <a:moveTo>
                      <a:pt x="17" y="51"/>
                    </a:moveTo>
                    <a:cubicBezTo>
                      <a:pt x="17" y="50"/>
                      <a:pt x="13" y="50"/>
                      <a:pt x="7" y="49"/>
                    </a:cubicBezTo>
                    <a:cubicBezTo>
                      <a:pt x="5" y="49"/>
                      <a:pt x="4" y="48"/>
                      <a:pt x="3" y="47"/>
                    </a:cubicBezTo>
                    <a:cubicBezTo>
                      <a:pt x="3" y="46"/>
                      <a:pt x="4" y="44"/>
                      <a:pt x="4" y="43"/>
                    </a:cubicBezTo>
                    <a:cubicBezTo>
                      <a:pt x="6" y="39"/>
                      <a:pt x="7" y="35"/>
                      <a:pt x="9" y="31"/>
                    </a:cubicBezTo>
                    <a:cubicBezTo>
                      <a:pt x="16" y="14"/>
                      <a:pt x="21" y="0"/>
                      <a:pt x="20" y="0"/>
                    </a:cubicBezTo>
                    <a:cubicBezTo>
                      <a:pt x="19" y="0"/>
                      <a:pt x="13" y="13"/>
                      <a:pt x="7" y="30"/>
                    </a:cubicBezTo>
                    <a:cubicBezTo>
                      <a:pt x="5" y="34"/>
                      <a:pt x="4" y="38"/>
                      <a:pt x="2" y="42"/>
                    </a:cubicBezTo>
                    <a:cubicBezTo>
                      <a:pt x="1" y="44"/>
                      <a:pt x="0" y="46"/>
                      <a:pt x="1" y="48"/>
                    </a:cubicBezTo>
                    <a:cubicBezTo>
                      <a:pt x="2" y="49"/>
                      <a:pt x="3" y="50"/>
                      <a:pt x="4" y="50"/>
                    </a:cubicBezTo>
                    <a:cubicBezTo>
                      <a:pt x="5" y="50"/>
                      <a:pt x="6" y="51"/>
                      <a:pt x="7" y="51"/>
                    </a:cubicBezTo>
                    <a:cubicBezTo>
                      <a:pt x="13" y="51"/>
                      <a:pt x="17" y="51"/>
                      <a:pt x="17" y="5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306">
                <a:extLst>
                  <a:ext uri="{FF2B5EF4-FFF2-40B4-BE49-F238E27FC236}">
                    <a16:creationId xmlns:a16="http://schemas.microsoft.com/office/drawing/2014/main" id="{9F66E372-814D-4D48-896B-13E8825B5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" y="891"/>
                <a:ext cx="28" cy="28"/>
              </a:xfrm>
              <a:custGeom>
                <a:avLst/>
                <a:gdLst>
                  <a:gd name="T0" fmla="*/ 1 w 12"/>
                  <a:gd name="T1" fmla="*/ 6 h 12"/>
                  <a:gd name="T2" fmla="*/ 6 w 12"/>
                  <a:gd name="T3" fmla="*/ 11 h 12"/>
                  <a:gd name="T4" fmla="*/ 12 w 12"/>
                  <a:gd name="T5" fmla="*/ 6 h 12"/>
                  <a:gd name="T6" fmla="*/ 7 w 12"/>
                  <a:gd name="T7" fmla="*/ 1 h 12"/>
                  <a:gd name="T8" fmla="*/ 1 w 12"/>
                  <a:gd name="T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6"/>
                    </a:moveTo>
                    <a:cubicBezTo>
                      <a:pt x="0" y="9"/>
                      <a:pt x="3" y="11"/>
                      <a:pt x="6" y="11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7" y="1"/>
                    </a:cubicBezTo>
                    <a:cubicBezTo>
                      <a:pt x="3" y="0"/>
                      <a:pt x="1" y="3"/>
                      <a:pt x="1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307">
                <a:extLst>
                  <a:ext uri="{FF2B5EF4-FFF2-40B4-BE49-F238E27FC236}">
                    <a16:creationId xmlns:a16="http://schemas.microsoft.com/office/drawing/2014/main" id="{01062F3E-9882-4CF9-BB1C-BD5A26B81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9" y="856"/>
                <a:ext cx="53" cy="21"/>
              </a:xfrm>
              <a:custGeom>
                <a:avLst/>
                <a:gdLst>
                  <a:gd name="T0" fmla="*/ 0 w 23"/>
                  <a:gd name="T1" fmla="*/ 7 h 9"/>
                  <a:gd name="T2" fmla="*/ 12 w 23"/>
                  <a:gd name="T3" fmla="*/ 5 h 9"/>
                  <a:gd name="T4" fmla="*/ 23 w 23"/>
                  <a:gd name="T5" fmla="*/ 8 h 9"/>
                  <a:gd name="T6" fmla="*/ 21 w 23"/>
                  <a:gd name="T7" fmla="*/ 4 h 9"/>
                  <a:gd name="T8" fmla="*/ 12 w 23"/>
                  <a:gd name="T9" fmla="*/ 0 h 9"/>
                  <a:gd name="T10" fmla="*/ 3 w 23"/>
                  <a:gd name="T11" fmla="*/ 3 h 9"/>
                  <a:gd name="T12" fmla="*/ 0 w 23"/>
                  <a:gd name="T1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9">
                    <a:moveTo>
                      <a:pt x="0" y="7"/>
                    </a:moveTo>
                    <a:cubicBezTo>
                      <a:pt x="1" y="8"/>
                      <a:pt x="5" y="4"/>
                      <a:pt x="12" y="5"/>
                    </a:cubicBezTo>
                    <a:cubicBezTo>
                      <a:pt x="18" y="5"/>
                      <a:pt x="22" y="9"/>
                      <a:pt x="23" y="8"/>
                    </a:cubicBezTo>
                    <a:cubicBezTo>
                      <a:pt x="23" y="8"/>
                      <a:pt x="22" y="6"/>
                      <a:pt x="21" y="4"/>
                    </a:cubicBezTo>
                    <a:cubicBezTo>
                      <a:pt x="19" y="3"/>
                      <a:pt x="16" y="1"/>
                      <a:pt x="12" y="0"/>
                    </a:cubicBezTo>
                    <a:cubicBezTo>
                      <a:pt x="8" y="0"/>
                      <a:pt x="5" y="2"/>
                      <a:pt x="3" y="3"/>
                    </a:cubicBezTo>
                    <a:cubicBezTo>
                      <a:pt x="1" y="5"/>
                      <a:pt x="0" y="6"/>
                      <a:pt x="0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308">
                <a:extLst>
                  <a:ext uri="{FF2B5EF4-FFF2-40B4-BE49-F238E27FC236}">
                    <a16:creationId xmlns:a16="http://schemas.microsoft.com/office/drawing/2014/main" id="{0BEBF275-B3B8-4905-BBA3-64F162430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1" y="894"/>
                <a:ext cx="28" cy="25"/>
              </a:xfrm>
              <a:custGeom>
                <a:avLst/>
                <a:gdLst>
                  <a:gd name="T0" fmla="*/ 0 w 12"/>
                  <a:gd name="T1" fmla="*/ 5 h 11"/>
                  <a:gd name="T2" fmla="*/ 6 w 12"/>
                  <a:gd name="T3" fmla="*/ 11 h 11"/>
                  <a:gd name="T4" fmla="*/ 12 w 12"/>
                  <a:gd name="T5" fmla="*/ 6 h 11"/>
                  <a:gd name="T6" fmla="*/ 6 w 12"/>
                  <a:gd name="T7" fmla="*/ 0 h 11"/>
                  <a:gd name="T8" fmla="*/ 0 w 12"/>
                  <a:gd name="T9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0" y="5"/>
                    </a:moveTo>
                    <a:cubicBezTo>
                      <a:pt x="0" y="8"/>
                      <a:pt x="2" y="11"/>
                      <a:pt x="6" y="11"/>
                    </a:cubicBezTo>
                    <a:cubicBezTo>
                      <a:pt x="9" y="11"/>
                      <a:pt x="11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309">
                <a:extLst>
                  <a:ext uri="{FF2B5EF4-FFF2-40B4-BE49-F238E27FC236}">
                    <a16:creationId xmlns:a16="http://schemas.microsoft.com/office/drawing/2014/main" id="{3B294CB5-11E7-4BC4-A0E3-EE29F64FD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6" y="859"/>
                <a:ext cx="58" cy="21"/>
              </a:xfrm>
              <a:custGeom>
                <a:avLst/>
                <a:gdLst>
                  <a:gd name="T0" fmla="*/ 0 w 25"/>
                  <a:gd name="T1" fmla="*/ 8 h 9"/>
                  <a:gd name="T2" fmla="*/ 12 w 25"/>
                  <a:gd name="T3" fmla="*/ 4 h 9"/>
                  <a:gd name="T4" fmla="*/ 25 w 25"/>
                  <a:gd name="T5" fmla="*/ 6 h 9"/>
                  <a:gd name="T6" fmla="*/ 22 w 25"/>
                  <a:gd name="T7" fmla="*/ 3 h 9"/>
                  <a:gd name="T8" fmla="*/ 12 w 25"/>
                  <a:gd name="T9" fmla="*/ 0 h 9"/>
                  <a:gd name="T10" fmla="*/ 3 w 25"/>
                  <a:gd name="T11" fmla="*/ 4 h 9"/>
                  <a:gd name="T12" fmla="*/ 0 w 25"/>
                  <a:gd name="T1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9">
                    <a:moveTo>
                      <a:pt x="0" y="8"/>
                    </a:moveTo>
                    <a:cubicBezTo>
                      <a:pt x="1" y="9"/>
                      <a:pt x="6" y="5"/>
                      <a:pt x="12" y="4"/>
                    </a:cubicBezTo>
                    <a:cubicBezTo>
                      <a:pt x="19" y="4"/>
                      <a:pt x="24" y="7"/>
                      <a:pt x="25" y="6"/>
                    </a:cubicBezTo>
                    <a:cubicBezTo>
                      <a:pt x="25" y="6"/>
                      <a:pt x="24" y="4"/>
                      <a:pt x="22" y="3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8" y="0"/>
                      <a:pt x="5" y="2"/>
                      <a:pt x="3" y="4"/>
                    </a:cubicBezTo>
                    <a:cubicBezTo>
                      <a:pt x="1" y="6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310">
                <a:extLst>
                  <a:ext uri="{FF2B5EF4-FFF2-40B4-BE49-F238E27FC236}">
                    <a16:creationId xmlns:a16="http://schemas.microsoft.com/office/drawing/2014/main" id="{D5663776-651F-4587-95A7-C30244AE1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7" y="1101"/>
                <a:ext cx="126" cy="72"/>
              </a:xfrm>
              <a:custGeom>
                <a:avLst/>
                <a:gdLst>
                  <a:gd name="T0" fmla="*/ 0 w 54"/>
                  <a:gd name="T1" fmla="*/ 15 h 31"/>
                  <a:gd name="T2" fmla="*/ 54 w 54"/>
                  <a:gd name="T3" fmla="*/ 0 h 31"/>
                  <a:gd name="T4" fmla="*/ 0 w 54"/>
                  <a:gd name="T5" fmla="*/ 27 h 31"/>
                  <a:gd name="T6" fmla="*/ 0 w 54"/>
                  <a:gd name="T7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31">
                    <a:moveTo>
                      <a:pt x="0" y="15"/>
                    </a:moveTo>
                    <a:cubicBezTo>
                      <a:pt x="0" y="15"/>
                      <a:pt x="24" y="17"/>
                      <a:pt x="54" y="0"/>
                    </a:cubicBezTo>
                    <a:cubicBezTo>
                      <a:pt x="54" y="0"/>
                      <a:pt x="45" y="31"/>
                      <a:pt x="0" y="27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311">
                <a:extLst>
                  <a:ext uri="{FF2B5EF4-FFF2-40B4-BE49-F238E27FC236}">
                    <a16:creationId xmlns:a16="http://schemas.microsoft.com/office/drawing/2014/main" id="{B631A258-ED20-4C30-9F94-B3D068E59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7" y="994"/>
                <a:ext cx="46" cy="32"/>
              </a:xfrm>
              <a:custGeom>
                <a:avLst/>
                <a:gdLst>
                  <a:gd name="T0" fmla="*/ 1 w 20"/>
                  <a:gd name="T1" fmla="*/ 4 h 14"/>
                  <a:gd name="T2" fmla="*/ 11 w 20"/>
                  <a:gd name="T3" fmla="*/ 0 h 14"/>
                  <a:gd name="T4" fmla="*/ 18 w 20"/>
                  <a:gd name="T5" fmla="*/ 4 h 14"/>
                  <a:gd name="T6" fmla="*/ 19 w 20"/>
                  <a:gd name="T7" fmla="*/ 11 h 14"/>
                  <a:gd name="T8" fmla="*/ 11 w 20"/>
                  <a:gd name="T9" fmla="*/ 13 h 14"/>
                  <a:gd name="T10" fmla="*/ 3 w 20"/>
                  <a:gd name="T11" fmla="*/ 8 h 14"/>
                  <a:gd name="T12" fmla="*/ 1 w 20"/>
                  <a:gd name="T13" fmla="*/ 7 h 14"/>
                  <a:gd name="T14" fmla="*/ 1 w 20"/>
                  <a:gd name="T1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4">
                    <a:moveTo>
                      <a:pt x="1" y="4"/>
                    </a:moveTo>
                    <a:cubicBezTo>
                      <a:pt x="3" y="1"/>
                      <a:pt x="7" y="0"/>
                      <a:pt x="11" y="0"/>
                    </a:cubicBezTo>
                    <a:cubicBezTo>
                      <a:pt x="14" y="0"/>
                      <a:pt x="17" y="2"/>
                      <a:pt x="18" y="4"/>
                    </a:cubicBezTo>
                    <a:cubicBezTo>
                      <a:pt x="20" y="6"/>
                      <a:pt x="20" y="9"/>
                      <a:pt x="19" y="11"/>
                    </a:cubicBezTo>
                    <a:cubicBezTo>
                      <a:pt x="17" y="13"/>
                      <a:pt x="14" y="14"/>
                      <a:pt x="11" y="13"/>
                    </a:cubicBezTo>
                    <a:cubicBezTo>
                      <a:pt x="8" y="12"/>
                      <a:pt x="5" y="10"/>
                      <a:pt x="3" y="8"/>
                    </a:cubicBezTo>
                    <a:cubicBezTo>
                      <a:pt x="2" y="8"/>
                      <a:pt x="1" y="7"/>
                      <a:pt x="1" y="7"/>
                    </a:cubicBezTo>
                    <a:cubicBezTo>
                      <a:pt x="1" y="6"/>
                      <a:pt x="0" y="5"/>
                      <a:pt x="1" y="4"/>
                    </a:cubicBezTo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312">
                <a:extLst>
                  <a:ext uri="{FF2B5EF4-FFF2-40B4-BE49-F238E27FC236}">
                    <a16:creationId xmlns:a16="http://schemas.microsoft.com/office/drawing/2014/main" id="{3C86BB33-021B-4106-B7F1-128F25443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" y="980"/>
                <a:ext cx="49" cy="39"/>
              </a:xfrm>
              <a:custGeom>
                <a:avLst/>
                <a:gdLst>
                  <a:gd name="T0" fmla="*/ 20 w 21"/>
                  <a:gd name="T1" fmla="*/ 0 h 17"/>
                  <a:gd name="T2" fmla="*/ 13 w 21"/>
                  <a:gd name="T3" fmla="*/ 11 h 17"/>
                  <a:gd name="T4" fmla="*/ 0 w 21"/>
                  <a:gd name="T5" fmla="*/ 16 h 17"/>
                  <a:gd name="T6" fmla="*/ 5 w 21"/>
                  <a:gd name="T7" fmla="*/ 17 h 17"/>
                  <a:gd name="T8" fmla="*/ 15 w 21"/>
                  <a:gd name="T9" fmla="*/ 14 h 17"/>
                  <a:gd name="T10" fmla="*/ 21 w 21"/>
                  <a:gd name="T11" fmla="*/ 4 h 17"/>
                  <a:gd name="T12" fmla="*/ 20 w 21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7">
                    <a:moveTo>
                      <a:pt x="20" y="0"/>
                    </a:moveTo>
                    <a:cubicBezTo>
                      <a:pt x="19" y="0"/>
                      <a:pt x="19" y="6"/>
                      <a:pt x="13" y="11"/>
                    </a:cubicBezTo>
                    <a:cubicBezTo>
                      <a:pt x="7" y="16"/>
                      <a:pt x="0" y="15"/>
                      <a:pt x="0" y="16"/>
                    </a:cubicBezTo>
                    <a:cubicBezTo>
                      <a:pt x="0" y="16"/>
                      <a:pt x="2" y="17"/>
                      <a:pt x="5" y="17"/>
                    </a:cubicBezTo>
                    <a:cubicBezTo>
                      <a:pt x="8" y="17"/>
                      <a:pt x="12" y="16"/>
                      <a:pt x="15" y="14"/>
                    </a:cubicBezTo>
                    <a:cubicBezTo>
                      <a:pt x="19" y="11"/>
                      <a:pt x="21" y="7"/>
                      <a:pt x="21" y="4"/>
                    </a:cubicBezTo>
                    <a:cubicBezTo>
                      <a:pt x="21" y="1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313">
                <a:extLst>
                  <a:ext uri="{FF2B5EF4-FFF2-40B4-BE49-F238E27FC236}">
                    <a16:creationId xmlns:a16="http://schemas.microsoft.com/office/drawing/2014/main" id="{DE4229C7-590B-4DF4-9A05-DDC9137C4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1" y="817"/>
                <a:ext cx="68" cy="21"/>
              </a:xfrm>
              <a:custGeom>
                <a:avLst/>
                <a:gdLst>
                  <a:gd name="T0" fmla="*/ 0 w 29"/>
                  <a:gd name="T1" fmla="*/ 4 h 9"/>
                  <a:gd name="T2" fmla="*/ 14 w 29"/>
                  <a:gd name="T3" fmla="*/ 6 h 9"/>
                  <a:gd name="T4" fmla="*/ 28 w 29"/>
                  <a:gd name="T5" fmla="*/ 8 h 9"/>
                  <a:gd name="T6" fmla="*/ 25 w 29"/>
                  <a:gd name="T7" fmla="*/ 4 h 9"/>
                  <a:gd name="T8" fmla="*/ 15 w 29"/>
                  <a:gd name="T9" fmla="*/ 0 h 9"/>
                  <a:gd name="T10" fmla="*/ 4 w 29"/>
                  <a:gd name="T11" fmla="*/ 1 h 9"/>
                  <a:gd name="T12" fmla="*/ 0 w 29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9">
                    <a:moveTo>
                      <a:pt x="0" y="4"/>
                    </a:moveTo>
                    <a:cubicBezTo>
                      <a:pt x="1" y="6"/>
                      <a:pt x="7" y="5"/>
                      <a:pt x="14" y="6"/>
                    </a:cubicBezTo>
                    <a:cubicBezTo>
                      <a:pt x="21" y="7"/>
                      <a:pt x="27" y="9"/>
                      <a:pt x="28" y="8"/>
                    </a:cubicBezTo>
                    <a:cubicBezTo>
                      <a:pt x="29" y="7"/>
                      <a:pt x="28" y="6"/>
                      <a:pt x="25" y="4"/>
                    </a:cubicBezTo>
                    <a:cubicBezTo>
                      <a:pt x="23" y="2"/>
                      <a:pt x="19" y="1"/>
                      <a:pt x="15" y="0"/>
                    </a:cubicBezTo>
                    <a:cubicBezTo>
                      <a:pt x="11" y="0"/>
                      <a:pt x="7" y="0"/>
                      <a:pt x="4" y="1"/>
                    </a:cubicBezTo>
                    <a:cubicBezTo>
                      <a:pt x="1" y="2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314">
                <a:extLst>
                  <a:ext uri="{FF2B5EF4-FFF2-40B4-BE49-F238E27FC236}">
                    <a16:creationId xmlns:a16="http://schemas.microsoft.com/office/drawing/2014/main" id="{AA464851-3E90-4C98-A2F4-A3B9F79D4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9" y="810"/>
                <a:ext cx="51" cy="21"/>
              </a:xfrm>
              <a:custGeom>
                <a:avLst/>
                <a:gdLst>
                  <a:gd name="T0" fmla="*/ 1 w 22"/>
                  <a:gd name="T1" fmla="*/ 7 h 9"/>
                  <a:gd name="T2" fmla="*/ 11 w 22"/>
                  <a:gd name="T3" fmla="*/ 7 h 9"/>
                  <a:gd name="T4" fmla="*/ 22 w 22"/>
                  <a:gd name="T5" fmla="*/ 5 h 9"/>
                  <a:gd name="T6" fmla="*/ 19 w 22"/>
                  <a:gd name="T7" fmla="*/ 2 h 9"/>
                  <a:gd name="T8" fmla="*/ 11 w 22"/>
                  <a:gd name="T9" fmla="*/ 0 h 9"/>
                  <a:gd name="T10" fmla="*/ 2 w 22"/>
                  <a:gd name="T11" fmla="*/ 4 h 9"/>
                  <a:gd name="T12" fmla="*/ 1 w 22"/>
                  <a:gd name="T1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9">
                    <a:moveTo>
                      <a:pt x="1" y="7"/>
                    </a:moveTo>
                    <a:cubicBezTo>
                      <a:pt x="2" y="9"/>
                      <a:pt x="6" y="7"/>
                      <a:pt x="11" y="7"/>
                    </a:cubicBezTo>
                    <a:cubicBezTo>
                      <a:pt x="16" y="6"/>
                      <a:pt x="21" y="7"/>
                      <a:pt x="22" y="5"/>
                    </a:cubicBezTo>
                    <a:cubicBezTo>
                      <a:pt x="22" y="5"/>
                      <a:pt x="21" y="3"/>
                      <a:pt x="19" y="2"/>
                    </a:cubicBezTo>
                    <a:cubicBezTo>
                      <a:pt x="17" y="1"/>
                      <a:pt x="14" y="0"/>
                      <a:pt x="11" y="0"/>
                    </a:cubicBezTo>
                    <a:cubicBezTo>
                      <a:pt x="7" y="1"/>
                      <a:pt x="4" y="2"/>
                      <a:pt x="2" y="4"/>
                    </a:cubicBezTo>
                    <a:cubicBezTo>
                      <a:pt x="1" y="5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315">
                <a:extLst>
                  <a:ext uri="{FF2B5EF4-FFF2-40B4-BE49-F238E27FC236}">
                    <a16:creationId xmlns:a16="http://schemas.microsoft.com/office/drawing/2014/main" id="{69950116-0D9C-45CE-9980-528CB3767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9" y="635"/>
                <a:ext cx="253" cy="296"/>
              </a:xfrm>
              <a:custGeom>
                <a:avLst/>
                <a:gdLst>
                  <a:gd name="T0" fmla="*/ 8 w 109"/>
                  <a:gd name="T1" fmla="*/ 10 h 127"/>
                  <a:gd name="T2" fmla="*/ 25 w 109"/>
                  <a:gd name="T3" fmla="*/ 2 h 127"/>
                  <a:gd name="T4" fmla="*/ 96 w 109"/>
                  <a:gd name="T5" fmla="*/ 43 h 127"/>
                  <a:gd name="T6" fmla="*/ 95 w 109"/>
                  <a:gd name="T7" fmla="*/ 125 h 127"/>
                  <a:gd name="T8" fmla="*/ 84 w 109"/>
                  <a:gd name="T9" fmla="*/ 127 h 127"/>
                  <a:gd name="T10" fmla="*/ 4 w 109"/>
                  <a:gd name="T11" fmla="*/ 27 h 127"/>
                  <a:gd name="T12" fmla="*/ 8 w 109"/>
                  <a:gd name="T13" fmla="*/ 1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27">
                    <a:moveTo>
                      <a:pt x="8" y="10"/>
                    </a:moveTo>
                    <a:cubicBezTo>
                      <a:pt x="12" y="5"/>
                      <a:pt x="18" y="3"/>
                      <a:pt x="25" y="2"/>
                    </a:cubicBezTo>
                    <a:cubicBezTo>
                      <a:pt x="52" y="0"/>
                      <a:pt x="82" y="18"/>
                      <a:pt x="96" y="43"/>
                    </a:cubicBezTo>
                    <a:cubicBezTo>
                      <a:pt x="109" y="67"/>
                      <a:pt x="108" y="101"/>
                      <a:pt x="95" y="125"/>
                    </a:cubicBezTo>
                    <a:cubicBezTo>
                      <a:pt x="84" y="127"/>
                      <a:pt x="84" y="127"/>
                      <a:pt x="84" y="127"/>
                    </a:cubicBezTo>
                    <a:cubicBezTo>
                      <a:pt x="63" y="124"/>
                      <a:pt x="31" y="62"/>
                      <a:pt x="4" y="27"/>
                    </a:cubicBezTo>
                    <a:cubicBezTo>
                      <a:pt x="0" y="22"/>
                      <a:pt x="5" y="15"/>
                      <a:pt x="8" y="1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316">
                <a:extLst>
                  <a:ext uri="{FF2B5EF4-FFF2-40B4-BE49-F238E27FC236}">
                    <a16:creationId xmlns:a16="http://schemas.microsoft.com/office/drawing/2014/main" id="{5088A0ED-684A-47B3-8CF4-43CE813F3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" y="628"/>
                <a:ext cx="182" cy="219"/>
              </a:xfrm>
              <a:custGeom>
                <a:avLst/>
                <a:gdLst>
                  <a:gd name="T0" fmla="*/ 20 w 78"/>
                  <a:gd name="T1" fmla="*/ 27 h 94"/>
                  <a:gd name="T2" fmla="*/ 75 w 78"/>
                  <a:gd name="T3" fmla="*/ 11 h 94"/>
                  <a:gd name="T4" fmla="*/ 64 w 78"/>
                  <a:gd name="T5" fmla="*/ 31 h 94"/>
                  <a:gd name="T6" fmla="*/ 41 w 78"/>
                  <a:gd name="T7" fmla="*/ 47 h 94"/>
                  <a:gd name="T8" fmla="*/ 11 w 78"/>
                  <a:gd name="T9" fmla="*/ 93 h 94"/>
                  <a:gd name="T10" fmla="*/ 9 w 78"/>
                  <a:gd name="T11" fmla="*/ 94 h 94"/>
                  <a:gd name="T12" fmla="*/ 3 w 78"/>
                  <a:gd name="T13" fmla="*/ 75 h 94"/>
                  <a:gd name="T14" fmla="*/ 20 w 78"/>
                  <a:gd name="T15" fmla="*/ 2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94">
                    <a:moveTo>
                      <a:pt x="20" y="27"/>
                    </a:moveTo>
                    <a:cubicBezTo>
                      <a:pt x="32" y="15"/>
                      <a:pt x="52" y="0"/>
                      <a:pt x="75" y="11"/>
                    </a:cubicBezTo>
                    <a:cubicBezTo>
                      <a:pt x="78" y="18"/>
                      <a:pt x="70" y="26"/>
                      <a:pt x="64" y="31"/>
                    </a:cubicBezTo>
                    <a:cubicBezTo>
                      <a:pt x="55" y="38"/>
                      <a:pt x="47" y="42"/>
                      <a:pt x="41" y="47"/>
                    </a:cubicBezTo>
                    <a:cubicBezTo>
                      <a:pt x="29" y="57"/>
                      <a:pt x="13" y="73"/>
                      <a:pt x="11" y="93"/>
                    </a:cubicBezTo>
                    <a:cubicBezTo>
                      <a:pt x="11" y="94"/>
                      <a:pt x="10" y="94"/>
                      <a:pt x="9" y="94"/>
                    </a:cubicBezTo>
                    <a:cubicBezTo>
                      <a:pt x="7" y="94"/>
                      <a:pt x="4" y="85"/>
                      <a:pt x="3" y="75"/>
                    </a:cubicBezTo>
                    <a:cubicBezTo>
                      <a:pt x="0" y="52"/>
                      <a:pt x="7" y="39"/>
                      <a:pt x="20" y="2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317">
                <a:extLst>
                  <a:ext uri="{FF2B5EF4-FFF2-40B4-BE49-F238E27FC236}">
                    <a16:creationId xmlns:a16="http://schemas.microsoft.com/office/drawing/2014/main" id="{7C189E99-D1B2-4C65-B227-C6B1D2F9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" y="880"/>
                <a:ext cx="63" cy="123"/>
              </a:xfrm>
              <a:custGeom>
                <a:avLst/>
                <a:gdLst>
                  <a:gd name="T0" fmla="*/ 0 w 27"/>
                  <a:gd name="T1" fmla="*/ 9 h 53"/>
                  <a:gd name="T2" fmla="*/ 27 w 27"/>
                  <a:gd name="T3" fmla="*/ 27 h 53"/>
                  <a:gd name="T4" fmla="*/ 0 w 27"/>
                  <a:gd name="T5" fmla="*/ 47 h 53"/>
                  <a:gd name="T6" fmla="*/ 0 w 27"/>
                  <a:gd name="T7" fmla="*/ 9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53">
                    <a:moveTo>
                      <a:pt x="0" y="9"/>
                    </a:moveTo>
                    <a:cubicBezTo>
                      <a:pt x="1" y="8"/>
                      <a:pt x="27" y="0"/>
                      <a:pt x="27" y="27"/>
                    </a:cubicBezTo>
                    <a:cubicBezTo>
                      <a:pt x="26" y="53"/>
                      <a:pt x="0" y="48"/>
                      <a:pt x="0" y="47"/>
                    </a:cubicBezTo>
                    <a:cubicBezTo>
                      <a:pt x="0" y="46"/>
                      <a:pt x="0" y="9"/>
                      <a:pt x="0" y="9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318">
                <a:extLst>
                  <a:ext uri="{FF2B5EF4-FFF2-40B4-BE49-F238E27FC236}">
                    <a16:creationId xmlns:a16="http://schemas.microsoft.com/office/drawing/2014/main" id="{459A82F9-B525-4628-9C2F-7F67F4485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9" y="917"/>
                <a:ext cx="28" cy="53"/>
              </a:xfrm>
              <a:custGeom>
                <a:avLst/>
                <a:gdLst>
                  <a:gd name="T0" fmla="*/ 0 w 12"/>
                  <a:gd name="T1" fmla="*/ 21 h 23"/>
                  <a:gd name="T2" fmla="*/ 1 w 12"/>
                  <a:gd name="T3" fmla="*/ 22 h 23"/>
                  <a:gd name="T4" fmla="*/ 5 w 12"/>
                  <a:gd name="T5" fmla="*/ 22 h 23"/>
                  <a:gd name="T6" fmla="*/ 10 w 12"/>
                  <a:gd name="T7" fmla="*/ 11 h 23"/>
                  <a:gd name="T8" fmla="*/ 9 w 12"/>
                  <a:gd name="T9" fmla="*/ 5 h 23"/>
                  <a:gd name="T10" fmla="*/ 5 w 12"/>
                  <a:gd name="T11" fmla="*/ 1 h 23"/>
                  <a:gd name="T12" fmla="*/ 3 w 12"/>
                  <a:gd name="T13" fmla="*/ 2 h 23"/>
                  <a:gd name="T14" fmla="*/ 2 w 12"/>
                  <a:gd name="T15" fmla="*/ 4 h 23"/>
                  <a:gd name="T16" fmla="*/ 2 w 12"/>
                  <a:gd name="T17" fmla="*/ 2 h 23"/>
                  <a:gd name="T18" fmla="*/ 3 w 12"/>
                  <a:gd name="T19" fmla="*/ 1 h 23"/>
                  <a:gd name="T20" fmla="*/ 6 w 12"/>
                  <a:gd name="T21" fmla="*/ 0 h 23"/>
                  <a:gd name="T22" fmla="*/ 10 w 12"/>
                  <a:gd name="T23" fmla="*/ 4 h 23"/>
                  <a:gd name="T24" fmla="*/ 12 w 12"/>
                  <a:gd name="T25" fmla="*/ 11 h 23"/>
                  <a:gd name="T26" fmla="*/ 5 w 12"/>
                  <a:gd name="T27" fmla="*/ 23 h 23"/>
                  <a:gd name="T28" fmla="*/ 1 w 12"/>
                  <a:gd name="T29" fmla="*/ 22 h 23"/>
                  <a:gd name="T30" fmla="*/ 0 w 12"/>
                  <a:gd name="T31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" h="23">
                    <a:moveTo>
                      <a:pt x="0" y="21"/>
                    </a:moveTo>
                    <a:cubicBezTo>
                      <a:pt x="0" y="21"/>
                      <a:pt x="0" y="21"/>
                      <a:pt x="1" y="22"/>
                    </a:cubicBezTo>
                    <a:cubicBezTo>
                      <a:pt x="2" y="22"/>
                      <a:pt x="3" y="22"/>
                      <a:pt x="5" y="22"/>
                    </a:cubicBezTo>
                    <a:cubicBezTo>
                      <a:pt x="7" y="21"/>
                      <a:pt x="10" y="16"/>
                      <a:pt x="10" y="11"/>
                    </a:cubicBezTo>
                    <a:cubicBezTo>
                      <a:pt x="10" y="9"/>
                      <a:pt x="10" y="7"/>
                      <a:pt x="9" y="5"/>
                    </a:cubicBezTo>
                    <a:cubicBezTo>
                      <a:pt x="8" y="3"/>
                      <a:pt x="7" y="1"/>
                      <a:pt x="5" y="1"/>
                    </a:cubicBezTo>
                    <a:cubicBezTo>
                      <a:pt x="4" y="1"/>
                      <a:pt x="3" y="2"/>
                      <a:pt x="3" y="2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2" y="3"/>
                      <a:pt x="2" y="2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2"/>
                      <a:pt x="10" y="4"/>
                    </a:cubicBezTo>
                    <a:cubicBezTo>
                      <a:pt x="11" y="6"/>
                      <a:pt x="12" y="9"/>
                      <a:pt x="12" y="11"/>
                    </a:cubicBezTo>
                    <a:cubicBezTo>
                      <a:pt x="12" y="17"/>
                      <a:pt x="9" y="22"/>
                      <a:pt x="5" y="23"/>
                    </a:cubicBezTo>
                    <a:cubicBezTo>
                      <a:pt x="3" y="23"/>
                      <a:pt x="2" y="23"/>
                      <a:pt x="1" y="22"/>
                    </a:cubicBezTo>
                    <a:cubicBezTo>
                      <a:pt x="0" y="22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319">
                <a:extLst>
                  <a:ext uri="{FF2B5EF4-FFF2-40B4-BE49-F238E27FC236}">
                    <a16:creationId xmlns:a16="http://schemas.microsoft.com/office/drawing/2014/main" id="{E63C3CA6-4E70-4F53-98E3-DB9CEF18E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7" y="894"/>
                <a:ext cx="237" cy="360"/>
              </a:xfrm>
              <a:custGeom>
                <a:avLst/>
                <a:gdLst>
                  <a:gd name="T0" fmla="*/ 102 w 102"/>
                  <a:gd name="T1" fmla="*/ 135 h 155"/>
                  <a:gd name="T2" fmla="*/ 63 w 102"/>
                  <a:gd name="T3" fmla="*/ 155 h 155"/>
                  <a:gd name="T4" fmla="*/ 47 w 102"/>
                  <a:gd name="T5" fmla="*/ 128 h 155"/>
                  <a:gd name="T6" fmla="*/ 26 w 102"/>
                  <a:gd name="T7" fmla="*/ 114 h 155"/>
                  <a:gd name="T8" fmla="*/ 12 w 102"/>
                  <a:gd name="T9" fmla="*/ 98 h 155"/>
                  <a:gd name="T10" fmla="*/ 9 w 102"/>
                  <a:gd name="T11" fmla="*/ 85 h 155"/>
                  <a:gd name="T12" fmla="*/ 10 w 102"/>
                  <a:gd name="T13" fmla="*/ 83 h 155"/>
                  <a:gd name="T14" fmla="*/ 14 w 102"/>
                  <a:gd name="T15" fmla="*/ 76 h 155"/>
                  <a:gd name="T16" fmla="*/ 11 w 102"/>
                  <a:gd name="T17" fmla="*/ 60 h 155"/>
                  <a:gd name="T18" fmla="*/ 16 w 102"/>
                  <a:gd name="T19" fmla="*/ 42 h 155"/>
                  <a:gd name="T20" fmla="*/ 1 w 102"/>
                  <a:gd name="T21" fmla="*/ 11 h 155"/>
                  <a:gd name="T22" fmla="*/ 2 w 102"/>
                  <a:gd name="T23" fmla="*/ 2 h 155"/>
                  <a:gd name="T24" fmla="*/ 7 w 102"/>
                  <a:gd name="T25" fmla="*/ 2 h 155"/>
                  <a:gd name="T26" fmla="*/ 27 w 102"/>
                  <a:gd name="T27" fmla="*/ 30 h 155"/>
                  <a:gd name="T28" fmla="*/ 32 w 102"/>
                  <a:gd name="T29" fmla="*/ 36 h 155"/>
                  <a:gd name="T30" fmla="*/ 39 w 102"/>
                  <a:gd name="T31" fmla="*/ 37 h 155"/>
                  <a:gd name="T32" fmla="*/ 41 w 102"/>
                  <a:gd name="T33" fmla="*/ 25 h 155"/>
                  <a:gd name="T34" fmla="*/ 61 w 102"/>
                  <a:gd name="T35" fmla="*/ 39 h 155"/>
                  <a:gd name="T36" fmla="*/ 78 w 102"/>
                  <a:gd name="T37" fmla="*/ 62 h 155"/>
                  <a:gd name="T38" fmla="*/ 85 w 102"/>
                  <a:gd name="T39" fmla="*/ 104 h 155"/>
                  <a:gd name="T40" fmla="*/ 102 w 102"/>
                  <a:gd name="T41" fmla="*/ 13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2" h="155">
                    <a:moveTo>
                      <a:pt x="102" y="135"/>
                    </a:moveTo>
                    <a:cubicBezTo>
                      <a:pt x="63" y="155"/>
                      <a:pt x="63" y="155"/>
                      <a:pt x="63" y="155"/>
                    </a:cubicBezTo>
                    <a:cubicBezTo>
                      <a:pt x="47" y="128"/>
                      <a:pt x="47" y="128"/>
                      <a:pt x="47" y="128"/>
                    </a:cubicBezTo>
                    <a:cubicBezTo>
                      <a:pt x="38" y="123"/>
                      <a:pt x="29" y="117"/>
                      <a:pt x="26" y="114"/>
                    </a:cubicBezTo>
                    <a:cubicBezTo>
                      <a:pt x="12" y="98"/>
                      <a:pt x="12" y="98"/>
                      <a:pt x="12" y="98"/>
                    </a:cubicBezTo>
                    <a:cubicBezTo>
                      <a:pt x="9" y="94"/>
                      <a:pt x="8" y="90"/>
                      <a:pt x="9" y="85"/>
                    </a:cubicBezTo>
                    <a:cubicBezTo>
                      <a:pt x="9" y="84"/>
                      <a:pt x="9" y="83"/>
                      <a:pt x="10" y="83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2" y="66"/>
                      <a:pt x="11" y="60"/>
                    </a:cubicBezTo>
                    <a:cubicBezTo>
                      <a:pt x="11" y="54"/>
                      <a:pt x="16" y="42"/>
                      <a:pt x="16" y="4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12" y="5"/>
                      <a:pt x="27" y="30"/>
                      <a:pt x="27" y="3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9" y="37"/>
                      <a:pt x="37" y="27"/>
                      <a:pt x="41" y="25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78" y="62"/>
                      <a:pt x="78" y="62"/>
                      <a:pt x="78" y="62"/>
                    </a:cubicBezTo>
                    <a:cubicBezTo>
                      <a:pt x="78" y="62"/>
                      <a:pt x="81" y="96"/>
                      <a:pt x="85" y="104"/>
                    </a:cubicBezTo>
                    <a:cubicBezTo>
                      <a:pt x="90" y="113"/>
                      <a:pt x="102" y="135"/>
                      <a:pt x="102" y="135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320">
                <a:extLst>
                  <a:ext uri="{FF2B5EF4-FFF2-40B4-BE49-F238E27FC236}">
                    <a16:creationId xmlns:a16="http://schemas.microsoft.com/office/drawing/2014/main" id="{326491F6-9F73-479C-A3B1-43B7030D1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2" y="991"/>
                <a:ext cx="28" cy="59"/>
              </a:xfrm>
              <a:custGeom>
                <a:avLst/>
                <a:gdLst>
                  <a:gd name="T0" fmla="*/ 11 w 12"/>
                  <a:gd name="T1" fmla="*/ 25 h 25"/>
                  <a:gd name="T2" fmla="*/ 4 w 12"/>
                  <a:gd name="T3" fmla="*/ 13 h 25"/>
                  <a:gd name="T4" fmla="*/ 1 w 12"/>
                  <a:gd name="T5" fmla="*/ 0 h 25"/>
                  <a:gd name="T6" fmla="*/ 6 w 12"/>
                  <a:gd name="T7" fmla="*/ 13 h 25"/>
                  <a:gd name="T8" fmla="*/ 11 w 1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5">
                    <a:moveTo>
                      <a:pt x="11" y="25"/>
                    </a:moveTo>
                    <a:cubicBezTo>
                      <a:pt x="11" y="25"/>
                      <a:pt x="7" y="20"/>
                      <a:pt x="4" y="13"/>
                    </a:cubicBezTo>
                    <a:cubicBezTo>
                      <a:pt x="1" y="7"/>
                      <a:pt x="0" y="0"/>
                      <a:pt x="1" y="0"/>
                    </a:cubicBezTo>
                    <a:cubicBezTo>
                      <a:pt x="1" y="0"/>
                      <a:pt x="3" y="6"/>
                      <a:pt x="6" y="13"/>
                    </a:cubicBezTo>
                    <a:cubicBezTo>
                      <a:pt x="9" y="20"/>
                      <a:pt x="12" y="25"/>
                      <a:pt x="11" y="25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321">
                <a:extLst>
                  <a:ext uri="{FF2B5EF4-FFF2-40B4-BE49-F238E27FC236}">
                    <a16:creationId xmlns:a16="http://schemas.microsoft.com/office/drawing/2014/main" id="{F3B8B72C-F828-46E4-9336-DFCF97C7F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5" y="1054"/>
                <a:ext cx="11" cy="33"/>
              </a:xfrm>
              <a:custGeom>
                <a:avLst/>
                <a:gdLst>
                  <a:gd name="T0" fmla="*/ 5 w 5"/>
                  <a:gd name="T1" fmla="*/ 14 h 14"/>
                  <a:gd name="T2" fmla="*/ 2 w 5"/>
                  <a:gd name="T3" fmla="*/ 7 h 14"/>
                  <a:gd name="T4" fmla="*/ 0 w 5"/>
                  <a:gd name="T5" fmla="*/ 0 h 14"/>
                  <a:gd name="T6" fmla="*/ 3 w 5"/>
                  <a:gd name="T7" fmla="*/ 7 h 14"/>
                  <a:gd name="T8" fmla="*/ 5 w 5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4">
                    <a:moveTo>
                      <a:pt x="5" y="14"/>
                    </a:moveTo>
                    <a:cubicBezTo>
                      <a:pt x="5" y="14"/>
                      <a:pt x="3" y="11"/>
                      <a:pt x="2" y="7"/>
                    </a:cubicBezTo>
                    <a:cubicBezTo>
                      <a:pt x="1" y="3"/>
                      <a:pt x="0" y="0"/>
                      <a:pt x="0" y="0"/>
                    </a:cubicBezTo>
                    <a:cubicBezTo>
                      <a:pt x="1" y="0"/>
                      <a:pt x="2" y="3"/>
                      <a:pt x="3" y="7"/>
                    </a:cubicBezTo>
                    <a:cubicBezTo>
                      <a:pt x="4" y="11"/>
                      <a:pt x="5" y="14"/>
                      <a:pt x="5" y="14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322">
                <a:extLst>
                  <a:ext uri="{FF2B5EF4-FFF2-40B4-BE49-F238E27FC236}">
                    <a16:creationId xmlns:a16="http://schemas.microsoft.com/office/drawing/2014/main" id="{1DA6AF68-6EC6-4498-A54A-7C9A0536F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0" y="949"/>
                <a:ext cx="84" cy="89"/>
              </a:xfrm>
              <a:custGeom>
                <a:avLst/>
                <a:gdLst>
                  <a:gd name="T0" fmla="*/ 0 w 36"/>
                  <a:gd name="T1" fmla="*/ 1 h 38"/>
                  <a:gd name="T2" fmla="*/ 5 w 36"/>
                  <a:gd name="T3" fmla="*/ 7 h 38"/>
                  <a:gd name="T4" fmla="*/ 16 w 36"/>
                  <a:gd name="T5" fmla="*/ 22 h 38"/>
                  <a:gd name="T6" fmla="*/ 23 w 36"/>
                  <a:gd name="T7" fmla="*/ 30 h 38"/>
                  <a:gd name="T8" fmla="*/ 29 w 36"/>
                  <a:gd name="T9" fmla="*/ 36 h 38"/>
                  <a:gd name="T10" fmla="*/ 36 w 36"/>
                  <a:gd name="T11" fmla="*/ 38 h 38"/>
                  <a:gd name="T12" fmla="*/ 34 w 36"/>
                  <a:gd name="T13" fmla="*/ 38 h 38"/>
                  <a:gd name="T14" fmla="*/ 28 w 36"/>
                  <a:gd name="T15" fmla="*/ 36 h 38"/>
                  <a:gd name="T16" fmla="*/ 22 w 36"/>
                  <a:gd name="T17" fmla="*/ 31 h 38"/>
                  <a:gd name="T18" fmla="*/ 15 w 36"/>
                  <a:gd name="T19" fmla="*/ 23 h 38"/>
                  <a:gd name="T20" fmla="*/ 4 w 36"/>
                  <a:gd name="T21" fmla="*/ 7 h 38"/>
                  <a:gd name="T22" fmla="*/ 0 w 36"/>
                  <a:gd name="T23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38">
                    <a:moveTo>
                      <a:pt x="0" y="1"/>
                    </a:moveTo>
                    <a:cubicBezTo>
                      <a:pt x="0" y="0"/>
                      <a:pt x="2" y="3"/>
                      <a:pt x="5" y="7"/>
                    </a:cubicBezTo>
                    <a:cubicBezTo>
                      <a:pt x="8" y="11"/>
                      <a:pt x="12" y="16"/>
                      <a:pt x="16" y="22"/>
                    </a:cubicBezTo>
                    <a:cubicBezTo>
                      <a:pt x="18" y="25"/>
                      <a:pt x="21" y="28"/>
                      <a:pt x="23" y="30"/>
                    </a:cubicBezTo>
                    <a:cubicBezTo>
                      <a:pt x="25" y="32"/>
                      <a:pt x="27" y="34"/>
                      <a:pt x="29" y="36"/>
                    </a:cubicBezTo>
                    <a:cubicBezTo>
                      <a:pt x="33" y="38"/>
                      <a:pt x="36" y="37"/>
                      <a:pt x="36" y="38"/>
                    </a:cubicBezTo>
                    <a:cubicBezTo>
                      <a:pt x="36" y="38"/>
                      <a:pt x="35" y="38"/>
                      <a:pt x="34" y="38"/>
                    </a:cubicBezTo>
                    <a:cubicBezTo>
                      <a:pt x="32" y="38"/>
                      <a:pt x="30" y="38"/>
                      <a:pt x="28" y="36"/>
                    </a:cubicBezTo>
                    <a:cubicBezTo>
                      <a:pt x="26" y="35"/>
                      <a:pt x="24" y="33"/>
                      <a:pt x="22" y="31"/>
                    </a:cubicBezTo>
                    <a:cubicBezTo>
                      <a:pt x="20" y="28"/>
                      <a:pt x="17" y="26"/>
                      <a:pt x="15" y="23"/>
                    </a:cubicBezTo>
                    <a:cubicBezTo>
                      <a:pt x="11" y="17"/>
                      <a:pt x="7" y="11"/>
                      <a:pt x="4" y="7"/>
                    </a:cubicBezTo>
                    <a:cubicBezTo>
                      <a:pt x="2" y="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323">
                <a:extLst>
                  <a:ext uri="{FF2B5EF4-FFF2-40B4-BE49-F238E27FC236}">
                    <a16:creationId xmlns:a16="http://schemas.microsoft.com/office/drawing/2014/main" id="{CFB5A9E0-17DB-4F39-A316-D0D93E0E9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5" y="961"/>
                <a:ext cx="37" cy="70"/>
              </a:xfrm>
              <a:custGeom>
                <a:avLst/>
                <a:gdLst>
                  <a:gd name="T0" fmla="*/ 16 w 16"/>
                  <a:gd name="T1" fmla="*/ 30 h 30"/>
                  <a:gd name="T2" fmla="*/ 15 w 16"/>
                  <a:gd name="T3" fmla="*/ 25 h 30"/>
                  <a:gd name="T4" fmla="*/ 8 w 16"/>
                  <a:gd name="T5" fmla="*/ 16 h 30"/>
                  <a:gd name="T6" fmla="*/ 2 w 16"/>
                  <a:gd name="T7" fmla="*/ 11 h 30"/>
                  <a:gd name="T8" fmla="*/ 0 w 16"/>
                  <a:gd name="T9" fmla="*/ 6 h 30"/>
                  <a:gd name="T10" fmla="*/ 1 w 16"/>
                  <a:gd name="T11" fmla="*/ 0 h 30"/>
                  <a:gd name="T12" fmla="*/ 1 w 16"/>
                  <a:gd name="T13" fmla="*/ 5 h 30"/>
                  <a:gd name="T14" fmla="*/ 3 w 16"/>
                  <a:gd name="T15" fmla="*/ 10 h 30"/>
                  <a:gd name="T16" fmla="*/ 8 w 16"/>
                  <a:gd name="T17" fmla="*/ 15 h 30"/>
                  <a:gd name="T18" fmla="*/ 15 w 16"/>
                  <a:gd name="T19" fmla="*/ 25 h 30"/>
                  <a:gd name="T20" fmla="*/ 16 w 16"/>
                  <a:gd name="T2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30">
                    <a:moveTo>
                      <a:pt x="16" y="30"/>
                    </a:moveTo>
                    <a:cubicBezTo>
                      <a:pt x="16" y="30"/>
                      <a:pt x="16" y="28"/>
                      <a:pt x="15" y="25"/>
                    </a:cubicBezTo>
                    <a:cubicBezTo>
                      <a:pt x="13" y="22"/>
                      <a:pt x="11" y="19"/>
                      <a:pt x="8" y="16"/>
                    </a:cubicBezTo>
                    <a:cubicBezTo>
                      <a:pt x="6" y="14"/>
                      <a:pt x="4" y="13"/>
                      <a:pt x="2" y="11"/>
                    </a:cubicBezTo>
                    <a:cubicBezTo>
                      <a:pt x="1" y="9"/>
                      <a:pt x="0" y="7"/>
                      <a:pt x="0" y="6"/>
                    </a:cubicBez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2"/>
                      <a:pt x="1" y="5"/>
                    </a:cubicBezTo>
                    <a:cubicBezTo>
                      <a:pt x="1" y="7"/>
                      <a:pt x="2" y="9"/>
                      <a:pt x="3" y="10"/>
                    </a:cubicBezTo>
                    <a:cubicBezTo>
                      <a:pt x="5" y="12"/>
                      <a:pt x="6" y="13"/>
                      <a:pt x="8" y="15"/>
                    </a:cubicBezTo>
                    <a:cubicBezTo>
                      <a:pt x="12" y="18"/>
                      <a:pt x="14" y="22"/>
                      <a:pt x="15" y="25"/>
                    </a:cubicBezTo>
                    <a:cubicBezTo>
                      <a:pt x="16" y="28"/>
                      <a:pt x="16" y="30"/>
                      <a:pt x="16" y="3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324">
                <a:extLst>
                  <a:ext uri="{FF2B5EF4-FFF2-40B4-BE49-F238E27FC236}">
                    <a16:creationId xmlns:a16="http://schemas.microsoft.com/office/drawing/2014/main" id="{29F9FBFF-AFB0-46C8-BEDC-FBECFFA0C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9" y="1184"/>
                <a:ext cx="575" cy="789"/>
              </a:xfrm>
              <a:custGeom>
                <a:avLst/>
                <a:gdLst>
                  <a:gd name="T0" fmla="*/ 240 w 247"/>
                  <a:gd name="T1" fmla="*/ 318 h 339"/>
                  <a:gd name="T2" fmla="*/ 240 w 247"/>
                  <a:gd name="T3" fmla="*/ 249 h 339"/>
                  <a:gd name="T4" fmla="*/ 247 w 247"/>
                  <a:gd name="T5" fmla="*/ 107 h 339"/>
                  <a:gd name="T6" fmla="*/ 208 w 247"/>
                  <a:gd name="T7" fmla="*/ 0 h 339"/>
                  <a:gd name="T8" fmla="*/ 144 w 247"/>
                  <a:gd name="T9" fmla="*/ 2 h 339"/>
                  <a:gd name="T10" fmla="*/ 96 w 247"/>
                  <a:gd name="T11" fmla="*/ 3 h 339"/>
                  <a:gd name="T12" fmla="*/ 18 w 247"/>
                  <a:gd name="T13" fmla="*/ 79 h 339"/>
                  <a:gd name="T14" fmla="*/ 5 w 247"/>
                  <a:gd name="T15" fmla="*/ 176 h 339"/>
                  <a:gd name="T16" fmla="*/ 10 w 247"/>
                  <a:gd name="T17" fmla="*/ 203 h 339"/>
                  <a:gd name="T18" fmla="*/ 27 w 247"/>
                  <a:gd name="T19" fmla="*/ 268 h 339"/>
                  <a:gd name="T20" fmla="*/ 40 w 247"/>
                  <a:gd name="T21" fmla="*/ 327 h 339"/>
                  <a:gd name="T22" fmla="*/ 232 w 247"/>
                  <a:gd name="T23" fmla="*/ 332 h 339"/>
                  <a:gd name="T24" fmla="*/ 240 w 247"/>
                  <a:gd name="T25" fmla="*/ 318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7" h="339">
                    <a:moveTo>
                      <a:pt x="240" y="318"/>
                    </a:moveTo>
                    <a:cubicBezTo>
                      <a:pt x="240" y="249"/>
                      <a:pt x="240" y="249"/>
                      <a:pt x="240" y="249"/>
                    </a:cubicBezTo>
                    <a:cubicBezTo>
                      <a:pt x="240" y="249"/>
                      <a:pt x="247" y="141"/>
                      <a:pt x="247" y="107"/>
                    </a:cubicBezTo>
                    <a:cubicBezTo>
                      <a:pt x="247" y="74"/>
                      <a:pt x="208" y="0"/>
                      <a:pt x="208" y="0"/>
                    </a:cubicBezTo>
                    <a:cubicBezTo>
                      <a:pt x="144" y="2"/>
                      <a:pt x="144" y="2"/>
                      <a:pt x="144" y="2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3"/>
                      <a:pt x="18" y="79"/>
                      <a:pt x="18" y="79"/>
                    </a:cubicBezTo>
                    <a:cubicBezTo>
                      <a:pt x="18" y="79"/>
                      <a:pt x="0" y="123"/>
                      <a:pt x="5" y="176"/>
                    </a:cubicBezTo>
                    <a:cubicBezTo>
                      <a:pt x="6" y="185"/>
                      <a:pt x="8" y="194"/>
                      <a:pt x="10" y="203"/>
                    </a:cubicBezTo>
                    <a:cubicBezTo>
                      <a:pt x="27" y="268"/>
                      <a:pt x="27" y="268"/>
                      <a:pt x="27" y="268"/>
                    </a:cubicBezTo>
                    <a:cubicBezTo>
                      <a:pt x="27" y="268"/>
                      <a:pt x="36" y="312"/>
                      <a:pt x="40" y="327"/>
                    </a:cubicBezTo>
                    <a:cubicBezTo>
                      <a:pt x="42" y="339"/>
                      <a:pt x="174" y="333"/>
                      <a:pt x="232" y="332"/>
                    </a:cubicBezTo>
                    <a:cubicBezTo>
                      <a:pt x="245" y="332"/>
                      <a:pt x="240" y="318"/>
                      <a:pt x="240" y="318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325">
                <a:extLst>
                  <a:ext uri="{FF2B5EF4-FFF2-40B4-BE49-F238E27FC236}">
                    <a16:creationId xmlns:a16="http://schemas.microsoft.com/office/drawing/2014/main" id="{7C1226E0-CB1C-423E-AEF1-5317D8DA6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5" y="1138"/>
                <a:ext cx="740" cy="523"/>
              </a:xfrm>
              <a:custGeom>
                <a:avLst/>
                <a:gdLst>
                  <a:gd name="T0" fmla="*/ 41 w 318"/>
                  <a:gd name="T1" fmla="*/ 0 h 225"/>
                  <a:gd name="T2" fmla="*/ 126 w 318"/>
                  <a:gd name="T3" fmla="*/ 117 h 225"/>
                  <a:gd name="T4" fmla="*/ 225 w 318"/>
                  <a:gd name="T5" fmla="*/ 50 h 225"/>
                  <a:gd name="T6" fmla="*/ 293 w 318"/>
                  <a:gd name="T7" fmla="*/ 24 h 225"/>
                  <a:gd name="T8" fmla="*/ 285 w 318"/>
                  <a:gd name="T9" fmla="*/ 142 h 225"/>
                  <a:gd name="T10" fmla="*/ 109 w 318"/>
                  <a:gd name="T11" fmla="*/ 221 h 225"/>
                  <a:gd name="T12" fmla="*/ 7 w 318"/>
                  <a:gd name="T13" fmla="*/ 47 h 225"/>
                  <a:gd name="T14" fmla="*/ 0 w 318"/>
                  <a:gd name="T15" fmla="*/ 37 h 225"/>
                  <a:gd name="T16" fmla="*/ 41 w 318"/>
                  <a:gd name="T1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8" h="225">
                    <a:moveTo>
                      <a:pt x="41" y="0"/>
                    </a:moveTo>
                    <a:cubicBezTo>
                      <a:pt x="41" y="0"/>
                      <a:pt x="123" y="117"/>
                      <a:pt x="126" y="117"/>
                    </a:cubicBezTo>
                    <a:cubicBezTo>
                      <a:pt x="129" y="117"/>
                      <a:pt x="225" y="50"/>
                      <a:pt x="225" y="50"/>
                    </a:cubicBezTo>
                    <a:cubicBezTo>
                      <a:pt x="225" y="50"/>
                      <a:pt x="267" y="18"/>
                      <a:pt x="293" y="24"/>
                    </a:cubicBezTo>
                    <a:cubicBezTo>
                      <a:pt x="318" y="30"/>
                      <a:pt x="285" y="142"/>
                      <a:pt x="285" y="142"/>
                    </a:cubicBezTo>
                    <a:cubicBezTo>
                      <a:pt x="285" y="142"/>
                      <a:pt x="154" y="217"/>
                      <a:pt x="109" y="221"/>
                    </a:cubicBezTo>
                    <a:cubicBezTo>
                      <a:pt x="65" y="225"/>
                      <a:pt x="7" y="47"/>
                      <a:pt x="7" y="4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41" y="0"/>
                      <a:pt x="41" y="0"/>
                      <a:pt x="41" y="0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326">
                <a:extLst>
                  <a:ext uri="{FF2B5EF4-FFF2-40B4-BE49-F238E27FC236}">
                    <a16:creationId xmlns:a16="http://schemas.microsoft.com/office/drawing/2014/main" id="{2AFDB893-C145-4A9B-945D-57CABC0D8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6" y="1487"/>
                <a:ext cx="170" cy="465"/>
              </a:xfrm>
              <a:custGeom>
                <a:avLst/>
                <a:gdLst>
                  <a:gd name="T0" fmla="*/ 73 w 73"/>
                  <a:gd name="T1" fmla="*/ 0 h 200"/>
                  <a:gd name="T2" fmla="*/ 71 w 73"/>
                  <a:gd name="T3" fmla="*/ 1 h 200"/>
                  <a:gd name="T4" fmla="*/ 64 w 73"/>
                  <a:gd name="T5" fmla="*/ 5 h 200"/>
                  <a:gd name="T6" fmla="*/ 41 w 73"/>
                  <a:gd name="T7" fmla="*/ 17 h 200"/>
                  <a:gd name="T8" fmla="*/ 25 w 73"/>
                  <a:gd name="T9" fmla="*/ 26 h 200"/>
                  <a:gd name="T10" fmla="*/ 16 w 73"/>
                  <a:gd name="T11" fmla="*/ 31 h 200"/>
                  <a:gd name="T12" fmla="*/ 7 w 73"/>
                  <a:gd name="T13" fmla="*/ 36 h 200"/>
                  <a:gd name="T14" fmla="*/ 2 w 73"/>
                  <a:gd name="T15" fmla="*/ 44 h 200"/>
                  <a:gd name="T16" fmla="*/ 4 w 73"/>
                  <a:gd name="T17" fmla="*/ 56 h 200"/>
                  <a:gd name="T18" fmla="*/ 10 w 73"/>
                  <a:gd name="T19" fmla="*/ 80 h 200"/>
                  <a:gd name="T20" fmla="*/ 31 w 73"/>
                  <a:gd name="T21" fmla="*/ 164 h 200"/>
                  <a:gd name="T22" fmla="*/ 36 w 73"/>
                  <a:gd name="T23" fmla="*/ 190 h 200"/>
                  <a:gd name="T24" fmla="*/ 38 w 73"/>
                  <a:gd name="T25" fmla="*/ 197 h 200"/>
                  <a:gd name="T26" fmla="*/ 38 w 73"/>
                  <a:gd name="T27" fmla="*/ 200 h 200"/>
                  <a:gd name="T28" fmla="*/ 37 w 73"/>
                  <a:gd name="T29" fmla="*/ 197 h 200"/>
                  <a:gd name="T30" fmla="*/ 36 w 73"/>
                  <a:gd name="T31" fmla="*/ 190 h 200"/>
                  <a:gd name="T32" fmla="*/ 29 w 73"/>
                  <a:gd name="T33" fmla="*/ 165 h 200"/>
                  <a:gd name="T34" fmla="*/ 8 w 73"/>
                  <a:gd name="T35" fmla="*/ 80 h 200"/>
                  <a:gd name="T36" fmla="*/ 2 w 73"/>
                  <a:gd name="T37" fmla="*/ 56 h 200"/>
                  <a:gd name="T38" fmla="*/ 0 w 73"/>
                  <a:gd name="T39" fmla="*/ 44 h 200"/>
                  <a:gd name="T40" fmla="*/ 2 w 73"/>
                  <a:gd name="T41" fmla="*/ 38 h 200"/>
                  <a:gd name="T42" fmla="*/ 6 w 73"/>
                  <a:gd name="T43" fmla="*/ 34 h 200"/>
                  <a:gd name="T44" fmla="*/ 40 w 73"/>
                  <a:gd name="T45" fmla="*/ 16 h 200"/>
                  <a:gd name="T46" fmla="*/ 64 w 73"/>
                  <a:gd name="T47" fmla="*/ 4 h 200"/>
                  <a:gd name="T48" fmla="*/ 70 w 73"/>
                  <a:gd name="T49" fmla="*/ 1 h 200"/>
                  <a:gd name="T50" fmla="*/ 73 w 73"/>
                  <a:gd name="T51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3" h="200">
                    <a:moveTo>
                      <a:pt x="73" y="0"/>
                    </a:moveTo>
                    <a:cubicBezTo>
                      <a:pt x="73" y="0"/>
                      <a:pt x="72" y="0"/>
                      <a:pt x="71" y="1"/>
                    </a:cubicBezTo>
                    <a:cubicBezTo>
                      <a:pt x="69" y="2"/>
                      <a:pt x="67" y="3"/>
                      <a:pt x="64" y="5"/>
                    </a:cubicBezTo>
                    <a:cubicBezTo>
                      <a:pt x="59" y="8"/>
                      <a:pt x="51" y="12"/>
                      <a:pt x="41" y="17"/>
                    </a:cubicBezTo>
                    <a:cubicBezTo>
                      <a:pt x="36" y="20"/>
                      <a:pt x="31" y="23"/>
                      <a:pt x="25" y="26"/>
                    </a:cubicBezTo>
                    <a:cubicBezTo>
                      <a:pt x="22" y="27"/>
                      <a:pt x="19" y="29"/>
                      <a:pt x="16" y="31"/>
                    </a:cubicBezTo>
                    <a:cubicBezTo>
                      <a:pt x="13" y="32"/>
                      <a:pt x="9" y="33"/>
                      <a:pt x="7" y="36"/>
                    </a:cubicBezTo>
                    <a:cubicBezTo>
                      <a:pt x="4" y="38"/>
                      <a:pt x="2" y="41"/>
                      <a:pt x="2" y="44"/>
                    </a:cubicBezTo>
                    <a:cubicBezTo>
                      <a:pt x="2" y="48"/>
                      <a:pt x="3" y="52"/>
                      <a:pt x="4" y="56"/>
                    </a:cubicBezTo>
                    <a:cubicBezTo>
                      <a:pt x="6" y="64"/>
                      <a:pt x="8" y="72"/>
                      <a:pt x="10" y="80"/>
                    </a:cubicBezTo>
                    <a:cubicBezTo>
                      <a:pt x="17" y="113"/>
                      <a:pt x="25" y="143"/>
                      <a:pt x="31" y="164"/>
                    </a:cubicBezTo>
                    <a:cubicBezTo>
                      <a:pt x="33" y="175"/>
                      <a:pt x="35" y="184"/>
                      <a:pt x="36" y="190"/>
                    </a:cubicBezTo>
                    <a:cubicBezTo>
                      <a:pt x="37" y="193"/>
                      <a:pt x="38" y="195"/>
                      <a:pt x="38" y="197"/>
                    </a:cubicBezTo>
                    <a:cubicBezTo>
                      <a:pt x="38" y="199"/>
                      <a:pt x="38" y="200"/>
                      <a:pt x="38" y="200"/>
                    </a:cubicBezTo>
                    <a:cubicBezTo>
                      <a:pt x="38" y="200"/>
                      <a:pt x="38" y="199"/>
                      <a:pt x="37" y="197"/>
                    </a:cubicBezTo>
                    <a:cubicBezTo>
                      <a:pt x="37" y="195"/>
                      <a:pt x="36" y="193"/>
                      <a:pt x="36" y="190"/>
                    </a:cubicBezTo>
                    <a:cubicBezTo>
                      <a:pt x="34" y="184"/>
                      <a:pt x="32" y="175"/>
                      <a:pt x="29" y="165"/>
                    </a:cubicBezTo>
                    <a:cubicBezTo>
                      <a:pt x="23" y="143"/>
                      <a:pt x="15" y="114"/>
                      <a:pt x="8" y="80"/>
                    </a:cubicBezTo>
                    <a:cubicBezTo>
                      <a:pt x="6" y="72"/>
                      <a:pt x="3" y="64"/>
                      <a:pt x="2" y="56"/>
                    </a:cubicBezTo>
                    <a:cubicBezTo>
                      <a:pt x="1" y="52"/>
                      <a:pt x="0" y="48"/>
                      <a:pt x="0" y="44"/>
                    </a:cubicBezTo>
                    <a:cubicBezTo>
                      <a:pt x="0" y="42"/>
                      <a:pt x="1" y="40"/>
                      <a:pt x="2" y="38"/>
                    </a:cubicBezTo>
                    <a:cubicBezTo>
                      <a:pt x="2" y="37"/>
                      <a:pt x="4" y="35"/>
                      <a:pt x="6" y="34"/>
                    </a:cubicBezTo>
                    <a:cubicBezTo>
                      <a:pt x="19" y="27"/>
                      <a:pt x="30" y="21"/>
                      <a:pt x="40" y="16"/>
                    </a:cubicBezTo>
                    <a:cubicBezTo>
                      <a:pt x="50" y="11"/>
                      <a:pt x="58" y="7"/>
                      <a:pt x="64" y="4"/>
                    </a:cubicBezTo>
                    <a:cubicBezTo>
                      <a:pt x="67" y="3"/>
                      <a:pt x="69" y="2"/>
                      <a:pt x="70" y="1"/>
                    </a:cubicBezTo>
                    <a:cubicBezTo>
                      <a:pt x="72" y="0"/>
                      <a:pt x="73" y="0"/>
                      <a:pt x="73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327">
                <a:extLst>
                  <a:ext uri="{FF2B5EF4-FFF2-40B4-BE49-F238E27FC236}">
                    <a16:creationId xmlns:a16="http://schemas.microsoft.com/office/drawing/2014/main" id="{10286B3B-92F6-4930-B613-8EB29172D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5" y="1410"/>
                <a:ext cx="13" cy="102"/>
              </a:xfrm>
              <a:custGeom>
                <a:avLst/>
                <a:gdLst>
                  <a:gd name="T0" fmla="*/ 3 w 6"/>
                  <a:gd name="T1" fmla="*/ 44 h 44"/>
                  <a:gd name="T2" fmla="*/ 0 w 6"/>
                  <a:gd name="T3" fmla="*/ 22 h 44"/>
                  <a:gd name="T4" fmla="*/ 6 w 6"/>
                  <a:gd name="T5" fmla="*/ 0 h 44"/>
                  <a:gd name="T6" fmla="*/ 3 w 6"/>
                  <a:gd name="T7" fmla="*/ 22 h 44"/>
                  <a:gd name="T8" fmla="*/ 3 w 6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4">
                    <a:moveTo>
                      <a:pt x="3" y="44"/>
                    </a:moveTo>
                    <a:cubicBezTo>
                      <a:pt x="2" y="44"/>
                      <a:pt x="0" y="34"/>
                      <a:pt x="0" y="22"/>
                    </a:cubicBezTo>
                    <a:cubicBezTo>
                      <a:pt x="1" y="9"/>
                      <a:pt x="5" y="0"/>
                      <a:pt x="6" y="0"/>
                    </a:cubicBezTo>
                    <a:cubicBezTo>
                      <a:pt x="6" y="0"/>
                      <a:pt x="3" y="10"/>
                      <a:pt x="3" y="22"/>
                    </a:cubicBezTo>
                    <a:cubicBezTo>
                      <a:pt x="2" y="34"/>
                      <a:pt x="3" y="44"/>
                      <a:pt x="3" y="44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328">
                <a:extLst>
                  <a:ext uri="{FF2B5EF4-FFF2-40B4-BE49-F238E27FC236}">
                    <a16:creationId xmlns:a16="http://schemas.microsoft.com/office/drawing/2014/main" id="{FDDC626C-D61B-446B-B1D9-A7ABDB3F2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7" y="1410"/>
                <a:ext cx="51" cy="86"/>
              </a:xfrm>
              <a:custGeom>
                <a:avLst/>
                <a:gdLst>
                  <a:gd name="T0" fmla="*/ 1 w 22"/>
                  <a:gd name="T1" fmla="*/ 37 h 37"/>
                  <a:gd name="T2" fmla="*/ 7 w 22"/>
                  <a:gd name="T3" fmla="*/ 16 h 37"/>
                  <a:gd name="T4" fmla="*/ 22 w 22"/>
                  <a:gd name="T5" fmla="*/ 0 h 37"/>
                  <a:gd name="T6" fmla="*/ 9 w 22"/>
                  <a:gd name="T7" fmla="*/ 18 h 37"/>
                  <a:gd name="T8" fmla="*/ 1 w 22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7">
                    <a:moveTo>
                      <a:pt x="1" y="37"/>
                    </a:moveTo>
                    <a:cubicBezTo>
                      <a:pt x="0" y="37"/>
                      <a:pt x="1" y="27"/>
                      <a:pt x="7" y="16"/>
                    </a:cubicBezTo>
                    <a:cubicBezTo>
                      <a:pt x="13" y="6"/>
                      <a:pt x="22" y="0"/>
                      <a:pt x="22" y="0"/>
                    </a:cubicBezTo>
                    <a:cubicBezTo>
                      <a:pt x="22" y="1"/>
                      <a:pt x="15" y="7"/>
                      <a:pt x="9" y="18"/>
                    </a:cubicBezTo>
                    <a:cubicBezTo>
                      <a:pt x="3" y="28"/>
                      <a:pt x="1" y="37"/>
                      <a:pt x="1" y="37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329">
                <a:extLst>
                  <a:ext uri="{FF2B5EF4-FFF2-40B4-BE49-F238E27FC236}">
                    <a16:creationId xmlns:a16="http://schemas.microsoft.com/office/drawing/2014/main" id="{E2F57B3E-913F-4905-83D0-3F4A7121B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5" y="1224"/>
                <a:ext cx="56" cy="191"/>
              </a:xfrm>
              <a:custGeom>
                <a:avLst/>
                <a:gdLst>
                  <a:gd name="T0" fmla="*/ 20 w 24"/>
                  <a:gd name="T1" fmla="*/ 82 h 82"/>
                  <a:gd name="T2" fmla="*/ 22 w 24"/>
                  <a:gd name="T3" fmla="*/ 69 h 82"/>
                  <a:gd name="T4" fmla="*/ 19 w 24"/>
                  <a:gd name="T5" fmla="*/ 39 h 82"/>
                  <a:gd name="T6" fmla="*/ 7 w 24"/>
                  <a:gd name="T7" fmla="*/ 11 h 82"/>
                  <a:gd name="T8" fmla="*/ 0 w 24"/>
                  <a:gd name="T9" fmla="*/ 0 h 82"/>
                  <a:gd name="T10" fmla="*/ 2 w 24"/>
                  <a:gd name="T11" fmla="*/ 2 h 82"/>
                  <a:gd name="T12" fmla="*/ 8 w 24"/>
                  <a:gd name="T13" fmla="*/ 10 h 82"/>
                  <a:gd name="T14" fmla="*/ 21 w 24"/>
                  <a:gd name="T15" fmla="*/ 38 h 82"/>
                  <a:gd name="T16" fmla="*/ 23 w 24"/>
                  <a:gd name="T17" fmla="*/ 70 h 82"/>
                  <a:gd name="T18" fmla="*/ 21 w 24"/>
                  <a:gd name="T19" fmla="*/ 79 h 82"/>
                  <a:gd name="T20" fmla="*/ 20 w 24"/>
                  <a:gd name="T2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82">
                    <a:moveTo>
                      <a:pt x="20" y="82"/>
                    </a:moveTo>
                    <a:cubicBezTo>
                      <a:pt x="20" y="82"/>
                      <a:pt x="21" y="77"/>
                      <a:pt x="22" y="69"/>
                    </a:cubicBezTo>
                    <a:cubicBezTo>
                      <a:pt x="22" y="61"/>
                      <a:pt x="22" y="50"/>
                      <a:pt x="19" y="39"/>
                    </a:cubicBezTo>
                    <a:cubicBezTo>
                      <a:pt x="16" y="27"/>
                      <a:pt x="12" y="17"/>
                      <a:pt x="7" y="11"/>
                    </a:cubicBezTo>
                    <a:cubicBezTo>
                      <a:pt x="3" y="4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4" y="4"/>
                      <a:pt x="6" y="6"/>
                      <a:pt x="8" y="10"/>
                    </a:cubicBezTo>
                    <a:cubicBezTo>
                      <a:pt x="13" y="16"/>
                      <a:pt x="18" y="26"/>
                      <a:pt x="21" y="38"/>
                    </a:cubicBezTo>
                    <a:cubicBezTo>
                      <a:pt x="24" y="50"/>
                      <a:pt x="24" y="62"/>
                      <a:pt x="23" y="70"/>
                    </a:cubicBezTo>
                    <a:cubicBezTo>
                      <a:pt x="23" y="73"/>
                      <a:pt x="22" y="77"/>
                      <a:pt x="21" y="79"/>
                    </a:cubicBezTo>
                    <a:cubicBezTo>
                      <a:pt x="21" y="81"/>
                      <a:pt x="20" y="82"/>
                      <a:pt x="20" y="8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330">
                <a:extLst>
                  <a:ext uri="{FF2B5EF4-FFF2-40B4-BE49-F238E27FC236}">
                    <a16:creationId xmlns:a16="http://schemas.microsoft.com/office/drawing/2014/main" id="{1F1A64FD-9A4A-456D-AB65-153B34D2B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1" y="12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331">
                <a:extLst>
                  <a:ext uri="{FF2B5EF4-FFF2-40B4-BE49-F238E27FC236}">
                    <a16:creationId xmlns:a16="http://schemas.microsoft.com/office/drawing/2014/main" id="{F4DCAF67-0D5B-47A7-B799-5775070E6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5" y="1243"/>
                <a:ext cx="231" cy="153"/>
              </a:xfrm>
              <a:custGeom>
                <a:avLst/>
                <a:gdLst>
                  <a:gd name="T0" fmla="*/ 84 w 99"/>
                  <a:gd name="T1" fmla="*/ 0 h 66"/>
                  <a:gd name="T2" fmla="*/ 4 w 99"/>
                  <a:gd name="T3" fmla="*/ 18 h 66"/>
                  <a:gd name="T4" fmla="*/ 10 w 99"/>
                  <a:gd name="T5" fmla="*/ 44 h 66"/>
                  <a:gd name="T6" fmla="*/ 34 w 99"/>
                  <a:gd name="T7" fmla="*/ 58 h 66"/>
                  <a:gd name="T8" fmla="*/ 61 w 99"/>
                  <a:gd name="T9" fmla="*/ 66 h 66"/>
                  <a:gd name="T10" fmla="*/ 67 w 99"/>
                  <a:gd name="T11" fmla="*/ 65 h 66"/>
                  <a:gd name="T12" fmla="*/ 87 w 99"/>
                  <a:gd name="T13" fmla="*/ 54 h 66"/>
                  <a:gd name="T14" fmla="*/ 96 w 99"/>
                  <a:gd name="T15" fmla="*/ 43 h 66"/>
                  <a:gd name="T16" fmla="*/ 92 w 99"/>
                  <a:gd name="T17" fmla="*/ 21 h 66"/>
                  <a:gd name="T18" fmla="*/ 84 w 99"/>
                  <a:gd name="T19" fmla="*/ 0 h 66"/>
                  <a:gd name="T20" fmla="*/ 84 w 99"/>
                  <a:gd name="T2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66">
                    <a:moveTo>
                      <a:pt x="84" y="0"/>
                    </a:moveTo>
                    <a:cubicBezTo>
                      <a:pt x="4" y="18"/>
                      <a:pt x="4" y="18"/>
                      <a:pt x="4" y="18"/>
                    </a:cubicBezTo>
                    <a:cubicBezTo>
                      <a:pt x="0" y="27"/>
                      <a:pt x="4" y="37"/>
                      <a:pt x="10" y="44"/>
                    </a:cubicBezTo>
                    <a:cubicBezTo>
                      <a:pt x="16" y="50"/>
                      <a:pt x="25" y="54"/>
                      <a:pt x="34" y="58"/>
                    </a:cubicBezTo>
                    <a:cubicBezTo>
                      <a:pt x="42" y="62"/>
                      <a:pt x="51" y="66"/>
                      <a:pt x="61" y="66"/>
                    </a:cubicBezTo>
                    <a:cubicBezTo>
                      <a:pt x="63" y="66"/>
                      <a:pt x="65" y="66"/>
                      <a:pt x="67" y="65"/>
                    </a:cubicBezTo>
                    <a:cubicBezTo>
                      <a:pt x="74" y="64"/>
                      <a:pt x="81" y="59"/>
                      <a:pt x="87" y="54"/>
                    </a:cubicBezTo>
                    <a:cubicBezTo>
                      <a:pt x="91" y="51"/>
                      <a:pt x="95" y="47"/>
                      <a:pt x="96" y="43"/>
                    </a:cubicBezTo>
                    <a:cubicBezTo>
                      <a:pt x="99" y="35"/>
                      <a:pt x="95" y="28"/>
                      <a:pt x="92" y="21"/>
                    </a:cubicBezTo>
                    <a:cubicBezTo>
                      <a:pt x="88" y="14"/>
                      <a:pt x="84" y="8"/>
                      <a:pt x="84" y="0"/>
                    </a:cubicBezTo>
                    <a:cubicBezTo>
                      <a:pt x="84" y="0"/>
                      <a:pt x="84" y="0"/>
                      <a:pt x="84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332">
                <a:extLst>
                  <a:ext uri="{FF2B5EF4-FFF2-40B4-BE49-F238E27FC236}">
                    <a16:creationId xmlns:a16="http://schemas.microsoft.com/office/drawing/2014/main" id="{B825256F-B785-4F9F-A35F-D99C96A85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8" y="1475"/>
                <a:ext cx="183" cy="103"/>
              </a:xfrm>
              <a:custGeom>
                <a:avLst/>
                <a:gdLst>
                  <a:gd name="T0" fmla="*/ 79 w 79"/>
                  <a:gd name="T1" fmla="*/ 0 h 44"/>
                  <a:gd name="T2" fmla="*/ 29 w 79"/>
                  <a:gd name="T3" fmla="*/ 26 h 44"/>
                  <a:gd name="T4" fmla="*/ 27 w 79"/>
                  <a:gd name="T5" fmla="*/ 27 h 44"/>
                  <a:gd name="T6" fmla="*/ 20 w 79"/>
                  <a:gd name="T7" fmla="*/ 31 h 44"/>
                  <a:gd name="T8" fmla="*/ 11 w 79"/>
                  <a:gd name="T9" fmla="*/ 36 h 44"/>
                  <a:gd name="T10" fmla="*/ 2 w 79"/>
                  <a:gd name="T11" fmla="*/ 41 h 44"/>
                  <a:gd name="T12" fmla="*/ 0 w 79"/>
                  <a:gd name="T13" fmla="*/ 42 h 44"/>
                  <a:gd name="T14" fmla="*/ 14 w 79"/>
                  <a:gd name="T15" fmla="*/ 44 h 44"/>
                  <a:gd name="T16" fmla="*/ 50 w 79"/>
                  <a:gd name="T17" fmla="*/ 34 h 44"/>
                  <a:gd name="T18" fmla="*/ 79 w 79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9" h="44">
                    <a:moveTo>
                      <a:pt x="79" y="0"/>
                    </a:moveTo>
                    <a:cubicBezTo>
                      <a:pt x="71" y="4"/>
                      <a:pt x="52" y="14"/>
                      <a:pt x="29" y="26"/>
                    </a:cubicBezTo>
                    <a:cubicBezTo>
                      <a:pt x="29" y="26"/>
                      <a:pt x="28" y="27"/>
                      <a:pt x="27" y="27"/>
                    </a:cubicBezTo>
                    <a:cubicBezTo>
                      <a:pt x="25" y="28"/>
                      <a:pt x="23" y="30"/>
                      <a:pt x="20" y="31"/>
                    </a:cubicBezTo>
                    <a:cubicBezTo>
                      <a:pt x="17" y="32"/>
                      <a:pt x="14" y="34"/>
                      <a:pt x="11" y="36"/>
                    </a:cubicBezTo>
                    <a:cubicBezTo>
                      <a:pt x="8" y="37"/>
                      <a:pt x="4" y="38"/>
                      <a:pt x="2" y="41"/>
                    </a:cubicBezTo>
                    <a:cubicBezTo>
                      <a:pt x="1" y="41"/>
                      <a:pt x="0" y="42"/>
                      <a:pt x="0" y="42"/>
                    </a:cubicBezTo>
                    <a:cubicBezTo>
                      <a:pt x="4" y="43"/>
                      <a:pt x="9" y="44"/>
                      <a:pt x="14" y="44"/>
                    </a:cubicBezTo>
                    <a:cubicBezTo>
                      <a:pt x="26" y="44"/>
                      <a:pt x="39" y="40"/>
                      <a:pt x="50" y="34"/>
                    </a:cubicBezTo>
                    <a:cubicBezTo>
                      <a:pt x="63" y="26"/>
                      <a:pt x="73" y="14"/>
                      <a:pt x="79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333">
                <a:extLst>
                  <a:ext uri="{FF2B5EF4-FFF2-40B4-BE49-F238E27FC236}">
                    <a16:creationId xmlns:a16="http://schemas.microsoft.com/office/drawing/2014/main" id="{6EF280F5-539E-46DD-921B-0CDAE9ED0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" y="1457"/>
                <a:ext cx="121" cy="79"/>
              </a:xfrm>
              <a:custGeom>
                <a:avLst/>
                <a:gdLst>
                  <a:gd name="T0" fmla="*/ 52 w 52"/>
                  <a:gd name="T1" fmla="*/ 0 h 34"/>
                  <a:gd name="T2" fmla="*/ 22 w 52"/>
                  <a:gd name="T3" fmla="*/ 21 h 34"/>
                  <a:gd name="T4" fmla="*/ 30 w 52"/>
                  <a:gd name="T5" fmla="*/ 17 h 34"/>
                  <a:gd name="T6" fmla="*/ 36 w 52"/>
                  <a:gd name="T7" fmla="*/ 14 h 34"/>
                  <a:gd name="T8" fmla="*/ 39 w 52"/>
                  <a:gd name="T9" fmla="*/ 13 h 34"/>
                  <a:gd name="T10" fmla="*/ 39 w 52"/>
                  <a:gd name="T11" fmla="*/ 13 h 34"/>
                  <a:gd name="T12" fmla="*/ 37 w 52"/>
                  <a:gd name="T13" fmla="*/ 14 h 34"/>
                  <a:gd name="T14" fmla="*/ 30 w 52"/>
                  <a:gd name="T15" fmla="*/ 18 h 34"/>
                  <a:gd name="T16" fmla="*/ 7 w 52"/>
                  <a:gd name="T17" fmla="*/ 30 h 34"/>
                  <a:gd name="T18" fmla="*/ 1 w 52"/>
                  <a:gd name="T19" fmla="*/ 33 h 34"/>
                  <a:gd name="T20" fmla="*/ 0 w 52"/>
                  <a:gd name="T21" fmla="*/ 34 h 34"/>
                  <a:gd name="T22" fmla="*/ 50 w 52"/>
                  <a:gd name="T23" fmla="*/ 8 h 34"/>
                  <a:gd name="T24" fmla="*/ 52 w 52"/>
                  <a:gd name="T2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34">
                    <a:moveTo>
                      <a:pt x="52" y="0"/>
                    </a:moveTo>
                    <a:cubicBezTo>
                      <a:pt x="41" y="8"/>
                      <a:pt x="32" y="15"/>
                      <a:pt x="22" y="21"/>
                    </a:cubicBezTo>
                    <a:cubicBezTo>
                      <a:pt x="25" y="20"/>
                      <a:pt x="28" y="18"/>
                      <a:pt x="30" y="17"/>
                    </a:cubicBezTo>
                    <a:cubicBezTo>
                      <a:pt x="33" y="16"/>
                      <a:pt x="35" y="15"/>
                      <a:pt x="36" y="14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8" y="13"/>
                      <a:pt x="37" y="14"/>
                    </a:cubicBezTo>
                    <a:cubicBezTo>
                      <a:pt x="35" y="15"/>
                      <a:pt x="33" y="16"/>
                      <a:pt x="30" y="18"/>
                    </a:cubicBezTo>
                    <a:cubicBezTo>
                      <a:pt x="25" y="21"/>
                      <a:pt x="17" y="25"/>
                      <a:pt x="7" y="30"/>
                    </a:cubicBezTo>
                    <a:cubicBezTo>
                      <a:pt x="5" y="31"/>
                      <a:pt x="3" y="32"/>
                      <a:pt x="1" y="33"/>
                    </a:cubicBezTo>
                    <a:cubicBezTo>
                      <a:pt x="1" y="34"/>
                      <a:pt x="1" y="34"/>
                      <a:pt x="0" y="34"/>
                    </a:cubicBezTo>
                    <a:cubicBezTo>
                      <a:pt x="23" y="22"/>
                      <a:pt x="42" y="12"/>
                      <a:pt x="50" y="8"/>
                    </a:cubicBezTo>
                    <a:cubicBezTo>
                      <a:pt x="51" y="5"/>
                      <a:pt x="51" y="3"/>
                      <a:pt x="52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334">
                <a:extLst>
                  <a:ext uri="{FF2B5EF4-FFF2-40B4-BE49-F238E27FC236}">
                    <a16:creationId xmlns:a16="http://schemas.microsoft.com/office/drawing/2014/main" id="{E2710D7A-F352-40D6-A1D8-E004C3C017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05" y="1487"/>
                <a:ext cx="161" cy="86"/>
              </a:xfrm>
              <a:custGeom>
                <a:avLst/>
                <a:gdLst>
                  <a:gd name="T0" fmla="*/ 28 w 69"/>
                  <a:gd name="T1" fmla="*/ 22 h 37"/>
                  <a:gd name="T2" fmla="*/ 3 w 69"/>
                  <a:gd name="T3" fmla="*/ 34 h 37"/>
                  <a:gd name="T4" fmla="*/ 0 w 69"/>
                  <a:gd name="T5" fmla="*/ 37 h 37"/>
                  <a:gd name="T6" fmla="*/ 1 w 69"/>
                  <a:gd name="T7" fmla="*/ 37 h 37"/>
                  <a:gd name="T8" fmla="*/ 3 w 69"/>
                  <a:gd name="T9" fmla="*/ 36 h 37"/>
                  <a:gd name="T10" fmla="*/ 12 w 69"/>
                  <a:gd name="T11" fmla="*/ 31 h 37"/>
                  <a:gd name="T12" fmla="*/ 21 w 69"/>
                  <a:gd name="T13" fmla="*/ 26 h 37"/>
                  <a:gd name="T14" fmla="*/ 28 w 69"/>
                  <a:gd name="T15" fmla="*/ 22 h 37"/>
                  <a:gd name="T16" fmla="*/ 69 w 69"/>
                  <a:gd name="T17" fmla="*/ 0 h 37"/>
                  <a:gd name="T18" fmla="*/ 66 w 69"/>
                  <a:gd name="T19" fmla="*/ 1 h 37"/>
                  <a:gd name="T20" fmla="*/ 60 w 69"/>
                  <a:gd name="T21" fmla="*/ 4 h 37"/>
                  <a:gd name="T22" fmla="*/ 52 w 69"/>
                  <a:gd name="T23" fmla="*/ 8 h 37"/>
                  <a:gd name="T24" fmla="*/ 31 w 69"/>
                  <a:gd name="T25" fmla="*/ 20 h 37"/>
                  <a:gd name="T26" fmla="*/ 37 w 69"/>
                  <a:gd name="T27" fmla="*/ 17 h 37"/>
                  <a:gd name="T28" fmla="*/ 60 w 69"/>
                  <a:gd name="T29" fmla="*/ 5 h 37"/>
                  <a:gd name="T30" fmla="*/ 67 w 69"/>
                  <a:gd name="T31" fmla="*/ 1 h 37"/>
                  <a:gd name="T32" fmla="*/ 69 w 69"/>
                  <a:gd name="T33" fmla="*/ 0 h 37"/>
                  <a:gd name="T34" fmla="*/ 69 w 69"/>
                  <a:gd name="T3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37">
                    <a:moveTo>
                      <a:pt x="28" y="22"/>
                    </a:moveTo>
                    <a:cubicBezTo>
                      <a:pt x="20" y="26"/>
                      <a:pt x="12" y="30"/>
                      <a:pt x="3" y="3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5" y="33"/>
                      <a:pt x="9" y="32"/>
                      <a:pt x="12" y="31"/>
                    </a:cubicBezTo>
                    <a:cubicBezTo>
                      <a:pt x="15" y="29"/>
                      <a:pt x="18" y="27"/>
                      <a:pt x="21" y="26"/>
                    </a:cubicBezTo>
                    <a:cubicBezTo>
                      <a:pt x="24" y="25"/>
                      <a:pt x="26" y="23"/>
                      <a:pt x="28" y="22"/>
                    </a:cubicBezTo>
                    <a:moveTo>
                      <a:pt x="69" y="0"/>
                    </a:moveTo>
                    <a:cubicBezTo>
                      <a:pt x="68" y="0"/>
                      <a:pt x="68" y="0"/>
                      <a:pt x="66" y="1"/>
                    </a:cubicBezTo>
                    <a:cubicBezTo>
                      <a:pt x="65" y="2"/>
                      <a:pt x="63" y="3"/>
                      <a:pt x="60" y="4"/>
                    </a:cubicBezTo>
                    <a:cubicBezTo>
                      <a:pt x="58" y="5"/>
                      <a:pt x="55" y="7"/>
                      <a:pt x="52" y="8"/>
                    </a:cubicBezTo>
                    <a:cubicBezTo>
                      <a:pt x="45" y="13"/>
                      <a:pt x="38" y="17"/>
                      <a:pt x="31" y="20"/>
                    </a:cubicBezTo>
                    <a:cubicBezTo>
                      <a:pt x="33" y="19"/>
                      <a:pt x="35" y="18"/>
                      <a:pt x="37" y="17"/>
                    </a:cubicBezTo>
                    <a:cubicBezTo>
                      <a:pt x="47" y="12"/>
                      <a:pt x="55" y="8"/>
                      <a:pt x="60" y="5"/>
                    </a:cubicBezTo>
                    <a:cubicBezTo>
                      <a:pt x="63" y="3"/>
                      <a:pt x="65" y="2"/>
                      <a:pt x="67" y="1"/>
                    </a:cubicBezTo>
                    <a:cubicBezTo>
                      <a:pt x="68" y="0"/>
                      <a:pt x="69" y="0"/>
                      <a:pt x="69" y="0"/>
                    </a:cubicBezTo>
                    <a:cubicBezTo>
                      <a:pt x="69" y="0"/>
                      <a:pt x="69" y="0"/>
                      <a:pt x="6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335">
                <a:extLst>
                  <a:ext uri="{FF2B5EF4-FFF2-40B4-BE49-F238E27FC236}">
                    <a16:creationId xmlns:a16="http://schemas.microsoft.com/office/drawing/2014/main" id="{8F68C20F-3182-494D-9909-BF41384A5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7" y="1412"/>
                <a:ext cx="79" cy="114"/>
              </a:xfrm>
              <a:custGeom>
                <a:avLst/>
                <a:gdLst>
                  <a:gd name="T0" fmla="*/ 34 w 34"/>
                  <a:gd name="T1" fmla="*/ 0 h 49"/>
                  <a:gd name="T2" fmla="*/ 0 w 34"/>
                  <a:gd name="T3" fmla="*/ 41 h 49"/>
                  <a:gd name="T4" fmla="*/ 0 w 34"/>
                  <a:gd name="T5" fmla="*/ 46 h 49"/>
                  <a:gd name="T6" fmla="*/ 4 w 34"/>
                  <a:gd name="T7" fmla="*/ 49 h 49"/>
                  <a:gd name="T8" fmla="*/ 4 w 34"/>
                  <a:gd name="T9" fmla="*/ 49 h 49"/>
                  <a:gd name="T10" fmla="*/ 8 w 34"/>
                  <a:gd name="T11" fmla="*/ 43 h 49"/>
                  <a:gd name="T12" fmla="*/ 16 w 34"/>
                  <a:gd name="T13" fmla="*/ 26 h 49"/>
                  <a:gd name="T14" fmla="*/ 20 w 34"/>
                  <a:gd name="T15" fmla="*/ 15 h 49"/>
                  <a:gd name="T16" fmla="*/ 34 w 34"/>
                  <a:gd name="T1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49">
                    <a:moveTo>
                      <a:pt x="34" y="0"/>
                    </a:moveTo>
                    <a:cubicBezTo>
                      <a:pt x="18" y="6"/>
                      <a:pt x="2" y="24"/>
                      <a:pt x="0" y="41"/>
                    </a:cubicBezTo>
                    <a:cubicBezTo>
                      <a:pt x="0" y="43"/>
                      <a:pt x="0" y="44"/>
                      <a:pt x="0" y="46"/>
                    </a:cubicBezTo>
                    <a:cubicBezTo>
                      <a:pt x="1" y="47"/>
                      <a:pt x="2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7" y="48"/>
                      <a:pt x="8" y="45"/>
                      <a:pt x="8" y="43"/>
                    </a:cubicBezTo>
                    <a:cubicBezTo>
                      <a:pt x="10" y="37"/>
                      <a:pt x="12" y="31"/>
                      <a:pt x="16" y="26"/>
                    </a:cubicBezTo>
                    <a:cubicBezTo>
                      <a:pt x="17" y="23"/>
                      <a:pt x="18" y="19"/>
                      <a:pt x="20" y="15"/>
                    </a:cubicBezTo>
                    <a:cubicBezTo>
                      <a:pt x="25" y="7"/>
                      <a:pt x="32" y="1"/>
                      <a:pt x="34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336">
                <a:extLst>
                  <a:ext uri="{FF2B5EF4-FFF2-40B4-BE49-F238E27FC236}">
                    <a16:creationId xmlns:a16="http://schemas.microsoft.com/office/drawing/2014/main" id="{FEC60B5D-6A05-41E2-B134-535058A48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4" y="1410"/>
                <a:ext cx="44" cy="63"/>
              </a:xfrm>
              <a:custGeom>
                <a:avLst/>
                <a:gdLst>
                  <a:gd name="T0" fmla="*/ 19 w 19"/>
                  <a:gd name="T1" fmla="*/ 0 h 27"/>
                  <a:gd name="T2" fmla="*/ 18 w 19"/>
                  <a:gd name="T3" fmla="*/ 1 h 27"/>
                  <a:gd name="T4" fmla="*/ 4 w 19"/>
                  <a:gd name="T5" fmla="*/ 16 h 27"/>
                  <a:gd name="T6" fmla="*/ 0 w 19"/>
                  <a:gd name="T7" fmla="*/ 27 h 27"/>
                  <a:gd name="T8" fmla="*/ 19 w 19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7">
                    <a:moveTo>
                      <a:pt x="19" y="0"/>
                    </a:moveTo>
                    <a:cubicBezTo>
                      <a:pt x="19" y="1"/>
                      <a:pt x="18" y="1"/>
                      <a:pt x="18" y="1"/>
                    </a:cubicBezTo>
                    <a:cubicBezTo>
                      <a:pt x="16" y="2"/>
                      <a:pt x="9" y="8"/>
                      <a:pt x="4" y="16"/>
                    </a:cubicBezTo>
                    <a:cubicBezTo>
                      <a:pt x="2" y="20"/>
                      <a:pt x="1" y="24"/>
                      <a:pt x="0" y="27"/>
                    </a:cubicBezTo>
                    <a:cubicBezTo>
                      <a:pt x="5" y="17"/>
                      <a:pt x="12" y="7"/>
                      <a:pt x="1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337">
                <a:extLst>
                  <a:ext uri="{FF2B5EF4-FFF2-40B4-BE49-F238E27FC236}">
                    <a16:creationId xmlns:a16="http://schemas.microsoft.com/office/drawing/2014/main" id="{CE7E7A7A-26AD-411E-BC40-FF652F5B1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9" y="659"/>
                <a:ext cx="403" cy="684"/>
              </a:xfrm>
              <a:custGeom>
                <a:avLst/>
                <a:gdLst>
                  <a:gd name="T0" fmla="*/ 173 w 173"/>
                  <a:gd name="T1" fmla="*/ 244 h 294"/>
                  <a:gd name="T2" fmla="*/ 153 w 173"/>
                  <a:gd name="T3" fmla="*/ 201 h 294"/>
                  <a:gd name="T4" fmla="*/ 163 w 173"/>
                  <a:gd name="T5" fmla="*/ 174 h 294"/>
                  <a:gd name="T6" fmla="*/ 160 w 173"/>
                  <a:gd name="T7" fmla="*/ 145 h 294"/>
                  <a:gd name="T8" fmla="*/ 145 w 173"/>
                  <a:gd name="T9" fmla="*/ 135 h 294"/>
                  <a:gd name="T10" fmla="*/ 133 w 173"/>
                  <a:gd name="T11" fmla="*/ 115 h 294"/>
                  <a:gd name="T12" fmla="*/ 133 w 173"/>
                  <a:gd name="T13" fmla="*/ 92 h 294"/>
                  <a:gd name="T14" fmla="*/ 109 w 173"/>
                  <a:gd name="T15" fmla="*/ 32 h 294"/>
                  <a:gd name="T16" fmla="*/ 52 w 173"/>
                  <a:gd name="T17" fmla="*/ 0 h 294"/>
                  <a:gd name="T18" fmla="*/ 10 w 173"/>
                  <a:gd name="T19" fmla="*/ 15 h 294"/>
                  <a:gd name="T20" fmla="*/ 34 w 173"/>
                  <a:gd name="T21" fmla="*/ 67 h 294"/>
                  <a:gd name="T22" fmla="*/ 53 w 173"/>
                  <a:gd name="T23" fmla="*/ 89 h 294"/>
                  <a:gd name="T24" fmla="*/ 58 w 173"/>
                  <a:gd name="T25" fmla="*/ 116 h 294"/>
                  <a:gd name="T26" fmla="*/ 45 w 173"/>
                  <a:gd name="T27" fmla="*/ 138 h 294"/>
                  <a:gd name="T28" fmla="*/ 50 w 173"/>
                  <a:gd name="T29" fmla="*/ 187 h 294"/>
                  <a:gd name="T30" fmla="*/ 45 w 173"/>
                  <a:gd name="T31" fmla="*/ 201 h 294"/>
                  <a:gd name="T32" fmla="*/ 34 w 173"/>
                  <a:gd name="T33" fmla="*/ 204 h 294"/>
                  <a:gd name="T34" fmla="*/ 12 w 173"/>
                  <a:gd name="T35" fmla="*/ 212 h 294"/>
                  <a:gd name="T36" fmla="*/ 1 w 173"/>
                  <a:gd name="T37" fmla="*/ 230 h 294"/>
                  <a:gd name="T38" fmla="*/ 54 w 173"/>
                  <a:gd name="T39" fmla="*/ 230 h 294"/>
                  <a:gd name="T40" fmla="*/ 37 w 173"/>
                  <a:gd name="T41" fmla="*/ 279 h 294"/>
                  <a:gd name="T42" fmla="*/ 82 w 173"/>
                  <a:gd name="T43" fmla="*/ 292 h 294"/>
                  <a:gd name="T44" fmla="*/ 131 w 173"/>
                  <a:gd name="T45" fmla="*/ 272 h 294"/>
                  <a:gd name="T46" fmla="*/ 140 w 173"/>
                  <a:gd name="T47" fmla="*/ 270 h 294"/>
                  <a:gd name="T48" fmla="*/ 142 w 173"/>
                  <a:gd name="T49" fmla="*/ 258 h 294"/>
                  <a:gd name="T50" fmla="*/ 138 w 173"/>
                  <a:gd name="T51" fmla="*/ 234 h 294"/>
                  <a:gd name="T52" fmla="*/ 173 w 173"/>
                  <a:gd name="T53" fmla="*/ 24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73" h="294">
                    <a:moveTo>
                      <a:pt x="173" y="244"/>
                    </a:moveTo>
                    <a:cubicBezTo>
                      <a:pt x="159" y="236"/>
                      <a:pt x="150" y="218"/>
                      <a:pt x="153" y="201"/>
                    </a:cubicBezTo>
                    <a:cubicBezTo>
                      <a:pt x="155" y="192"/>
                      <a:pt x="160" y="183"/>
                      <a:pt x="163" y="174"/>
                    </a:cubicBezTo>
                    <a:cubicBezTo>
                      <a:pt x="166" y="164"/>
                      <a:pt x="167" y="153"/>
                      <a:pt x="160" y="145"/>
                    </a:cubicBezTo>
                    <a:cubicBezTo>
                      <a:pt x="156" y="141"/>
                      <a:pt x="150" y="139"/>
                      <a:pt x="145" y="135"/>
                    </a:cubicBezTo>
                    <a:cubicBezTo>
                      <a:pt x="139" y="130"/>
                      <a:pt x="135" y="123"/>
                      <a:pt x="133" y="115"/>
                    </a:cubicBezTo>
                    <a:cubicBezTo>
                      <a:pt x="132" y="107"/>
                      <a:pt x="133" y="100"/>
                      <a:pt x="133" y="92"/>
                    </a:cubicBezTo>
                    <a:cubicBezTo>
                      <a:pt x="132" y="70"/>
                      <a:pt x="123" y="48"/>
                      <a:pt x="109" y="32"/>
                    </a:cubicBezTo>
                    <a:cubicBezTo>
                      <a:pt x="94" y="15"/>
                      <a:pt x="74" y="4"/>
                      <a:pt x="52" y="0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3" y="34"/>
                      <a:pt x="21" y="52"/>
                      <a:pt x="34" y="67"/>
                    </a:cubicBezTo>
                    <a:cubicBezTo>
                      <a:pt x="40" y="74"/>
                      <a:pt x="47" y="81"/>
                      <a:pt x="53" y="89"/>
                    </a:cubicBezTo>
                    <a:cubicBezTo>
                      <a:pt x="58" y="97"/>
                      <a:pt x="61" y="107"/>
                      <a:pt x="58" y="116"/>
                    </a:cubicBezTo>
                    <a:cubicBezTo>
                      <a:pt x="55" y="124"/>
                      <a:pt x="47" y="130"/>
                      <a:pt x="45" y="138"/>
                    </a:cubicBezTo>
                    <a:cubicBezTo>
                      <a:pt x="39" y="154"/>
                      <a:pt x="53" y="171"/>
                      <a:pt x="50" y="187"/>
                    </a:cubicBezTo>
                    <a:cubicBezTo>
                      <a:pt x="50" y="192"/>
                      <a:pt x="47" y="197"/>
                      <a:pt x="45" y="201"/>
                    </a:cubicBezTo>
                    <a:cubicBezTo>
                      <a:pt x="41" y="203"/>
                      <a:pt x="38" y="204"/>
                      <a:pt x="34" y="204"/>
                    </a:cubicBezTo>
                    <a:cubicBezTo>
                      <a:pt x="27" y="206"/>
                      <a:pt x="19" y="208"/>
                      <a:pt x="12" y="212"/>
                    </a:cubicBezTo>
                    <a:cubicBezTo>
                      <a:pt x="6" y="216"/>
                      <a:pt x="0" y="223"/>
                      <a:pt x="1" y="230"/>
                    </a:cubicBezTo>
                    <a:cubicBezTo>
                      <a:pt x="19" y="229"/>
                      <a:pt x="37" y="229"/>
                      <a:pt x="54" y="230"/>
                    </a:cubicBezTo>
                    <a:cubicBezTo>
                      <a:pt x="42" y="246"/>
                      <a:pt x="33" y="276"/>
                      <a:pt x="37" y="279"/>
                    </a:cubicBezTo>
                    <a:cubicBezTo>
                      <a:pt x="41" y="284"/>
                      <a:pt x="75" y="292"/>
                      <a:pt x="82" y="292"/>
                    </a:cubicBezTo>
                    <a:cubicBezTo>
                      <a:pt x="109" y="294"/>
                      <a:pt x="104" y="276"/>
                      <a:pt x="131" y="272"/>
                    </a:cubicBezTo>
                    <a:cubicBezTo>
                      <a:pt x="134" y="272"/>
                      <a:pt x="138" y="272"/>
                      <a:pt x="140" y="270"/>
                    </a:cubicBezTo>
                    <a:cubicBezTo>
                      <a:pt x="143" y="267"/>
                      <a:pt x="143" y="262"/>
                      <a:pt x="142" y="258"/>
                    </a:cubicBezTo>
                    <a:cubicBezTo>
                      <a:pt x="141" y="250"/>
                      <a:pt x="139" y="242"/>
                      <a:pt x="138" y="234"/>
                    </a:cubicBezTo>
                    <a:cubicBezTo>
                      <a:pt x="147" y="242"/>
                      <a:pt x="161" y="246"/>
                      <a:pt x="173" y="24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338">
                <a:extLst>
                  <a:ext uri="{FF2B5EF4-FFF2-40B4-BE49-F238E27FC236}">
                    <a16:creationId xmlns:a16="http://schemas.microsoft.com/office/drawing/2014/main" id="{A5C78633-8B41-498E-A21D-9259285D1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" y="701"/>
                <a:ext cx="114" cy="583"/>
              </a:xfrm>
              <a:custGeom>
                <a:avLst/>
                <a:gdLst>
                  <a:gd name="T0" fmla="*/ 20 w 49"/>
                  <a:gd name="T1" fmla="*/ 251 h 251"/>
                  <a:gd name="T2" fmla="*/ 20 w 49"/>
                  <a:gd name="T3" fmla="*/ 250 h 251"/>
                  <a:gd name="T4" fmla="*/ 19 w 49"/>
                  <a:gd name="T5" fmla="*/ 248 h 251"/>
                  <a:gd name="T6" fmla="*/ 20 w 49"/>
                  <a:gd name="T7" fmla="*/ 240 h 251"/>
                  <a:gd name="T8" fmla="*/ 25 w 49"/>
                  <a:gd name="T9" fmla="*/ 228 h 251"/>
                  <a:gd name="T10" fmla="*/ 35 w 49"/>
                  <a:gd name="T11" fmla="*/ 214 h 251"/>
                  <a:gd name="T12" fmla="*/ 44 w 49"/>
                  <a:gd name="T13" fmla="*/ 196 h 251"/>
                  <a:gd name="T14" fmla="*/ 45 w 49"/>
                  <a:gd name="T15" fmla="*/ 185 h 251"/>
                  <a:gd name="T16" fmla="*/ 41 w 49"/>
                  <a:gd name="T17" fmla="*/ 174 h 251"/>
                  <a:gd name="T18" fmla="*/ 34 w 49"/>
                  <a:gd name="T19" fmla="*/ 164 h 251"/>
                  <a:gd name="T20" fmla="*/ 30 w 49"/>
                  <a:gd name="T21" fmla="*/ 151 h 251"/>
                  <a:gd name="T22" fmla="*/ 34 w 49"/>
                  <a:gd name="T23" fmla="*/ 137 h 251"/>
                  <a:gd name="T24" fmla="*/ 42 w 49"/>
                  <a:gd name="T25" fmla="*/ 125 h 251"/>
                  <a:gd name="T26" fmla="*/ 46 w 49"/>
                  <a:gd name="T27" fmla="*/ 112 h 251"/>
                  <a:gd name="T28" fmla="*/ 46 w 49"/>
                  <a:gd name="T29" fmla="*/ 98 h 251"/>
                  <a:gd name="T30" fmla="*/ 36 w 49"/>
                  <a:gd name="T31" fmla="*/ 75 h 251"/>
                  <a:gd name="T32" fmla="*/ 22 w 49"/>
                  <a:gd name="T33" fmla="*/ 56 h 251"/>
                  <a:gd name="T34" fmla="*/ 10 w 49"/>
                  <a:gd name="T35" fmla="*/ 40 h 251"/>
                  <a:gd name="T36" fmla="*/ 0 w 49"/>
                  <a:gd name="T37" fmla="*/ 11 h 251"/>
                  <a:gd name="T38" fmla="*/ 1 w 49"/>
                  <a:gd name="T39" fmla="*/ 3 h 251"/>
                  <a:gd name="T40" fmla="*/ 1 w 49"/>
                  <a:gd name="T41" fmla="*/ 1 h 251"/>
                  <a:gd name="T42" fmla="*/ 1 w 49"/>
                  <a:gd name="T43" fmla="*/ 11 h 251"/>
                  <a:gd name="T44" fmla="*/ 11 w 49"/>
                  <a:gd name="T45" fmla="*/ 39 h 251"/>
                  <a:gd name="T46" fmla="*/ 23 w 49"/>
                  <a:gd name="T47" fmla="*/ 55 h 251"/>
                  <a:gd name="T48" fmla="*/ 38 w 49"/>
                  <a:gd name="T49" fmla="*/ 74 h 251"/>
                  <a:gd name="T50" fmla="*/ 48 w 49"/>
                  <a:gd name="T51" fmla="*/ 98 h 251"/>
                  <a:gd name="T52" fmla="*/ 48 w 49"/>
                  <a:gd name="T53" fmla="*/ 112 h 251"/>
                  <a:gd name="T54" fmla="*/ 43 w 49"/>
                  <a:gd name="T55" fmla="*/ 126 h 251"/>
                  <a:gd name="T56" fmla="*/ 32 w 49"/>
                  <a:gd name="T57" fmla="*/ 151 h 251"/>
                  <a:gd name="T58" fmla="*/ 36 w 49"/>
                  <a:gd name="T59" fmla="*/ 163 h 251"/>
                  <a:gd name="T60" fmla="*/ 43 w 49"/>
                  <a:gd name="T61" fmla="*/ 173 h 251"/>
                  <a:gd name="T62" fmla="*/ 47 w 49"/>
                  <a:gd name="T63" fmla="*/ 185 h 251"/>
                  <a:gd name="T64" fmla="*/ 46 w 49"/>
                  <a:gd name="T65" fmla="*/ 197 h 251"/>
                  <a:gd name="T66" fmla="*/ 36 w 49"/>
                  <a:gd name="T67" fmla="*/ 215 h 251"/>
                  <a:gd name="T68" fmla="*/ 26 w 49"/>
                  <a:gd name="T69" fmla="*/ 228 h 251"/>
                  <a:gd name="T70" fmla="*/ 21 w 49"/>
                  <a:gd name="T71" fmla="*/ 240 h 251"/>
                  <a:gd name="T72" fmla="*/ 20 w 49"/>
                  <a:gd name="T73" fmla="*/ 25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9" h="251">
                    <a:moveTo>
                      <a:pt x="20" y="251"/>
                    </a:moveTo>
                    <a:cubicBezTo>
                      <a:pt x="20" y="251"/>
                      <a:pt x="20" y="250"/>
                      <a:pt x="20" y="250"/>
                    </a:cubicBezTo>
                    <a:cubicBezTo>
                      <a:pt x="20" y="249"/>
                      <a:pt x="19" y="249"/>
                      <a:pt x="19" y="248"/>
                    </a:cubicBezTo>
                    <a:cubicBezTo>
                      <a:pt x="19" y="246"/>
                      <a:pt x="19" y="243"/>
                      <a:pt x="20" y="240"/>
                    </a:cubicBezTo>
                    <a:cubicBezTo>
                      <a:pt x="21" y="236"/>
                      <a:pt x="22" y="232"/>
                      <a:pt x="25" y="228"/>
                    </a:cubicBezTo>
                    <a:cubicBezTo>
                      <a:pt x="27" y="223"/>
                      <a:pt x="31" y="219"/>
                      <a:pt x="35" y="214"/>
                    </a:cubicBezTo>
                    <a:cubicBezTo>
                      <a:pt x="38" y="209"/>
                      <a:pt x="42" y="203"/>
                      <a:pt x="44" y="196"/>
                    </a:cubicBezTo>
                    <a:cubicBezTo>
                      <a:pt x="45" y="193"/>
                      <a:pt x="46" y="189"/>
                      <a:pt x="45" y="185"/>
                    </a:cubicBezTo>
                    <a:cubicBezTo>
                      <a:pt x="45" y="181"/>
                      <a:pt x="43" y="178"/>
                      <a:pt x="41" y="174"/>
                    </a:cubicBezTo>
                    <a:cubicBezTo>
                      <a:pt x="39" y="171"/>
                      <a:pt x="36" y="168"/>
                      <a:pt x="34" y="164"/>
                    </a:cubicBezTo>
                    <a:cubicBezTo>
                      <a:pt x="32" y="160"/>
                      <a:pt x="30" y="155"/>
                      <a:pt x="30" y="151"/>
                    </a:cubicBezTo>
                    <a:cubicBezTo>
                      <a:pt x="30" y="146"/>
                      <a:pt x="32" y="141"/>
                      <a:pt x="34" y="137"/>
                    </a:cubicBezTo>
                    <a:cubicBezTo>
                      <a:pt x="37" y="133"/>
                      <a:pt x="39" y="129"/>
                      <a:pt x="42" y="125"/>
                    </a:cubicBezTo>
                    <a:cubicBezTo>
                      <a:pt x="44" y="121"/>
                      <a:pt x="46" y="116"/>
                      <a:pt x="46" y="112"/>
                    </a:cubicBezTo>
                    <a:cubicBezTo>
                      <a:pt x="47" y="107"/>
                      <a:pt x="47" y="103"/>
                      <a:pt x="46" y="98"/>
                    </a:cubicBezTo>
                    <a:cubicBezTo>
                      <a:pt x="44" y="90"/>
                      <a:pt x="41" y="82"/>
                      <a:pt x="36" y="75"/>
                    </a:cubicBezTo>
                    <a:cubicBezTo>
                      <a:pt x="32" y="68"/>
                      <a:pt x="27" y="62"/>
                      <a:pt x="22" y="56"/>
                    </a:cubicBezTo>
                    <a:cubicBezTo>
                      <a:pt x="17" y="50"/>
                      <a:pt x="13" y="45"/>
                      <a:pt x="10" y="40"/>
                    </a:cubicBezTo>
                    <a:cubicBezTo>
                      <a:pt x="3" y="29"/>
                      <a:pt x="0" y="18"/>
                      <a:pt x="0" y="11"/>
                    </a:cubicBezTo>
                    <a:cubicBezTo>
                      <a:pt x="0" y="8"/>
                      <a:pt x="0" y="5"/>
                      <a:pt x="1" y="3"/>
                    </a:cubicBezTo>
                    <a:cubicBezTo>
                      <a:pt x="1" y="1"/>
                      <a:pt x="1" y="0"/>
                      <a:pt x="1" y="1"/>
                    </a:cubicBezTo>
                    <a:cubicBezTo>
                      <a:pt x="2" y="1"/>
                      <a:pt x="0" y="4"/>
                      <a:pt x="1" y="11"/>
                    </a:cubicBezTo>
                    <a:cubicBezTo>
                      <a:pt x="1" y="18"/>
                      <a:pt x="4" y="28"/>
                      <a:pt x="11" y="39"/>
                    </a:cubicBezTo>
                    <a:cubicBezTo>
                      <a:pt x="14" y="44"/>
                      <a:pt x="19" y="49"/>
                      <a:pt x="23" y="55"/>
                    </a:cubicBezTo>
                    <a:cubicBezTo>
                      <a:pt x="28" y="61"/>
                      <a:pt x="33" y="67"/>
                      <a:pt x="38" y="74"/>
                    </a:cubicBezTo>
                    <a:cubicBezTo>
                      <a:pt x="42" y="81"/>
                      <a:pt x="46" y="89"/>
                      <a:pt x="48" y="98"/>
                    </a:cubicBezTo>
                    <a:cubicBezTo>
                      <a:pt x="49" y="103"/>
                      <a:pt x="49" y="107"/>
                      <a:pt x="48" y="112"/>
                    </a:cubicBezTo>
                    <a:cubicBezTo>
                      <a:pt x="48" y="117"/>
                      <a:pt x="46" y="121"/>
                      <a:pt x="43" y="126"/>
                    </a:cubicBezTo>
                    <a:cubicBezTo>
                      <a:pt x="39" y="134"/>
                      <a:pt x="33" y="142"/>
                      <a:pt x="32" y="151"/>
                    </a:cubicBezTo>
                    <a:cubicBezTo>
                      <a:pt x="32" y="155"/>
                      <a:pt x="34" y="159"/>
                      <a:pt x="36" y="163"/>
                    </a:cubicBezTo>
                    <a:cubicBezTo>
                      <a:pt x="38" y="166"/>
                      <a:pt x="40" y="170"/>
                      <a:pt x="43" y="173"/>
                    </a:cubicBezTo>
                    <a:cubicBezTo>
                      <a:pt x="45" y="177"/>
                      <a:pt x="47" y="181"/>
                      <a:pt x="47" y="185"/>
                    </a:cubicBezTo>
                    <a:cubicBezTo>
                      <a:pt x="48" y="189"/>
                      <a:pt x="47" y="193"/>
                      <a:pt x="46" y="197"/>
                    </a:cubicBezTo>
                    <a:cubicBezTo>
                      <a:pt x="44" y="204"/>
                      <a:pt x="39" y="210"/>
                      <a:pt x="36" y="215"/>
                    </a:cubicBezTo>
                    <a:cubicBezTo>
                      <a:pt x="32" y="220"/>
                      <a:pt x="28" y="224"/>
                      <a:pt x="26" y="228"/>
                    </a:cubicBezTo>
                    <a:cubicBezTo>
                      <a:pt x="23" y="233"/>
                      <a:pt x="21" y="236"/>
                      <a:pt x="21" y="240"/>
                    </a:cubicBezTo>
                    <a:cubicBezTo>
                      <a:pt x="19" y="247"/>
                      <a:pt x="20" y="251"/>
                      <a:pt x="20" y="25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339">
                <a:extLst>
                  <a:ext uri="{FF2B5EF4-FFF2-40B4-BE49-F238E27FC236}">
                    <a16:creationId xmlns:a16="http://schemas.microsoft.com/office/drawing/2014/main" id="{11657EB4-75B5-43BD-96E8-2190D0918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2" y="2031"/>
                <a:ext cx="239" cy="175"/>
              </a:xfrm>
              <a:custGeom>
                <a:avLst/>
                <a:gdLst>
                  <a:gd name="T0" fmla="*/ 100 w 103"/>
                  <a:gd name="T1" fmla="*/ 1 h 75"/>
                  <a:gd name="T2" fmla="*/ 83 w 103"/>
                  <a:gd name="T3" fmla="*/ 0 h 75"/>
                  <a:gd name="T4" fmla="*/ 64 w 103"/>
                  <a:gd name="T5" fmla="*/ 27 h 75"/>
                  <a:gd name="T6" fmla="*/ 35 w 103"/>
                  <a:gd name="T7" fmla="*/ 46 h 75"/>
                  <a:gd name="T8" fmla="*/ 0 w 103"/>
                  <a:gd name="T9" fmla="*/ 54 h 75"/>
                  <a:gd name="T10" fmla="*/ 2 w 103"/>
                  <a:gd name="T11" fmla="*/ 65 h 75"/>
                  <a:gd name="T12" fmla="*/ 9 w 103"/>
                  <a:gd name="T13" fmla="*/ 73 h 75"/>
                  <a:gd name="T14" fmla="*/ 19 w 103"/>
                  <a:gd name="T15" fmla="*/ 74 h 75"/>
                  <a:gd name="T16" fmla="*/ 71 w 103"/>
                  <a:gd name="T17" fmla="*/ 59 h 75"/>
                  <a:gd name="T18" fmla="*/ 95 w 103"/>
                  <a:gd name="T19" fmla="*/ 42 h 75"/>
                  <a:gd name="T20" fmla="*/ 100 w 103"/>
                  <a:gd name="T21" fmla="*/ 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3" h="75">
                    <a:moveTo>
                      <a:pt x="100" y="1"/>
                    </a:moveTo>
                    <a:cubicBezTo>
                      <a:pt x="83" y="0"/>
                      <a:pt x="83" y="0"/>
                      <a:pt x="83" y="0"/>
                    </a:cubicBezTo>
                    <a:cubicBezTo>
                      <a:pt x="76" y="9"/>
                      <a:pt x="71" y="19"/>
                      <a:pt x="64" y="27"/>
                    </a:cubicBezTo>
                    <a:cubicBezTo>
                      <a:pt x="57" y="36"/>
                      <a:pt x="46" y="42"/>
                      <a:pt x="35" y="46"/>
                    </a:cubicBezTo>
                    <a:cubicBezTo>
                      <a:pt x="24" y="50"/>
                      <a:pt x="12" y="52"/>
                      <a:pt x="0" y="54"/>
                    </a:cubicBezTo>
                    <a:cubicBezTo>
                      <a:pt x="1" y="58"/>
                      <a:pt x="1" y="61"/>
                      <a:pt x="2" y="65"/>
                    </a:cubicBezTo>
                    <a:cubicBezTo>
                      <a:pt x="3" y="68"/>
                      <a:pt x="5" y="72"/>
                      <a:pt x="9" y="73"/>
                    </a:cubicBezTo>
                    <a:cubicBezTo>
                      <a:pt x="12" y="75"/>
                      <a:pt x="15" y="74"/>
                      <a:pt x="19" y="74"/>
                    </a:cubicBezTo>
                    <a:cubicBezTo>
                      <a:pt x="37" y="72"/>
                      <a:pt x="55" y="67"/>
                      <a:pt x="71" y="59"/>
                    </a:cubicBezTo>
                    <a:cubicBezTo>
                      <a:pt x="81" y="55"/>
                      <a:pt x="90" y="50"/>
                      <a:pt x="95" y="42"/>
                    </a:cubicBezTo>
                    <a:cubicBezTo>
                      <a:pt x="103" y="30"/>
                      <a:pt x="102" y="15"/>
                      <a:pt x="100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340">
                <a:extLst>
                  <a:ext uri="{FF2B5EF4-FFF2-40B4-BE49-F238E27FC236}">
                    <a16:creationId xmlns:a16="http://schemas.microsoft.com/office/drawing/2014/main" id="{7BAEB66B-4D87-4441-A65F-EE27B8158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0" y="2534"/>
                <a:ext cx="570" cy="793"/>
              </a:xfrm>
              <a:custGeom>
                <a:avLst/>
                <a:gdLst>
                  <a:gd name="T0" fmla="*/ 0 w 245"/>
                  <a:gd name="T1" fmla="*/ 8 h 341"/>
                  <a:gd name="T2" fmla="*/ 147 w 245"/>
                  <a:gd name="T3" fmla="*/ 341 h 341"/>
                  <a:gd name="T4" fmla="*/ 242 w 245"/>
                  <a:gd name="T5" fmla="*/ 297 h 341"/>
                  <a:gd name="T6" fmla="*/ 126 w 245"/>
                  <a:gd name="T7" fmla="*/ 0 h 341"/>
                  <a:gd name="T8" fmla="*/ 0 w 245"/>
                  <a:gd name="T9" fmla="*/ 8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5" h="341">
                    <a:moveTo>
                      <a:pt x="0" y="8"/>
                    </a:moveTo>
                    <a:cubicBezTo>
                      <a:pt x="3" y="12"/>
                      <a:pt x="147" y="341"/>
                      <a:pt x="147" y="341"/>
                    </a:cubicBezTo>
                    <a:cubicBezTo>
                      <a:pt x="147" y="341"/>
                      <a:pt x="245" y="300"/>
                      <a:pt x="242" y="297"/>
                    </a:cubicBezTo>
                    <a:cubicBezTo>
                      <a:pt x="240" y="293"/>
                      <a:pt x="126" y="0"/>
                      <a:pt x="126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341">
                <a:extLst>
                  <a:ext uri="{FF2B5EF4-FFF2-40B4-BE49-F238E27FC236}">
                    <a16:creationId xmlns:a16="http://schemas.microsoft.com/office/drawing/2014/main" id="{879B7D90-1D54-4E4E-AA26-25F50B38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" y="1952"/>
                <a:ext cx="1263" cy="1487"/>
              </a:xfrm>
              <a:custGeom>
                <a:avLst/>
                <a:gdLst>
                  <a:gd name="T0" fmla="*/ 494 w 543"/>
                  <a:gd name="T1" fmla="*/ 1 h 639"/>
                  <a:gd name="T2" fmla="*/ 300 w 543"/>
                  <a:gd name="T3" fmla="*/ 0 h 639"/>
                  <a:gd name="T4" fmla="*/ 297 w 543"/>
                  <a:gd name="T5" fmla="*/ 43 h 639"/>
                  <a:gd name="T6" fmla="*/ 262 w 543"/>
                  <a:gd name="T7" fmla="*/ 85 h 639"/>
                  <a:gd name="T8" fmla="*/ 30 w 543"/>
                  <a:gd name="T9" fmla="*/ 167 h 639"/>
                  <a:gd name="T10" fmla="*/ 3 w 543"/>
                  <a:gd name="T11" fmla="*/ 254 h 639"/>
                  <a:gd name="T12" fmla="*/ 161 w 543"/>
                  <a:gd name="T13" fmla="*/ 639 h 639"/>
                  <a:gd name="T14" fmla="*/ 273 w 543"/>
                  <a:gd name="T15" fmla="*/ 592 h 639"/>
                  <a:gd name="T16" fmla="*/ 182 w 543"/>
                  <a:gd name="T17" fmla="*/ 301 h 639"/>
                  <a:gd name="T18" fmla="*/ 176 w 543"/>
                  <a:gd name="T19" fmla="*/ 264 h 639"/>
                  <a:gd name="T20" fmla="*/ 484 w 543"/>
                  <a:gd name="T21" fmla="*/ 260 h 639"/>
                  <a:gd name="T22" fmla="*/ 541 w 543"/>
                  <a:gd name="T23" fmla="*/ 163 h 639"/>
                  <a:gd name="T24" fmla="*/ 494 w 543"/>
                  <a:gd name="T25" fmla="*/ 1 h 6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3" h="639">
                    <a:moveTo>
                      <a:pt x="494" y="1"/>
                    </a:moveTo>
                    <a:cubicBezTo>
                      <a:pt x="300" y="0"/>
                      <a:pt x="300" y="0"/>
                      <a:pt x="300" y="0"/>
                    </a:cubicBezTo>
                    <a:cubicBezTo>
                      <a:pt x="297" y="43"/>
                      <a:pt x="297" y="43"/>
                      <a:pt x="297" y="43"/>
                    </a:cubicBezTo>
                    <a:cubicBezTo>
                      <a:pt x="287" y="68"/>
                      <a:pt x="276" y="80"/>
                      <a:pt x="262" y="85"/>
                    </a:cubicBezTo>
                    <a:cubicBezTo>
                      <a:pt x="203" y="104"/>
                      <a:pt x="52" y="154"/>
                      <a:pt x="30" y="167"/>
                    </a:cubicBezTo>
                    <a:cubicBezTo>
                      <a:pt x="3" y="183"/>
                      <a:pt x="7" y="225"/>
                      <a:pt x="3" y="254"/>
                    </a:cubicBezTo>
                    <a:cubicBezTo>
                      <a:pt x="0" y="282"/>
                      <a:pt x="161" y="639"/>
                      <a:pt x="161" y="639"/>
                    </a:cubicBezTo>
                    <a:cubicBezTo>
                      <a:pt x="273" y="592"/>
                      <a:pt x="273" y="592"/>
                      <a:pt x="273" y="592"/>
                    </a:cubicBezTo>
                    <a:cubicBezTo>
                      <a:pt x="182" y="301"/>
                      <a:pt x="182" y="301"/>
                      <a:pt x="182" y="301"/>
                    </a:cubicBezTo>
                    <a:cubicBezTo>
                      <a:pt x="176" y="264"/>
                      <a:pt x="176" y="264"/>
                      <a:pt x="176" y="264"/>
                    </a:cubicBezTo>
                    <a:cubicBezTo>
                      <a:pt x="484" y="260"/>
                      <a:pt x="484" y="260"/>
                      <a:pt x="484" y="260"/>
                    </a:cubicBezTo>
                    <a:cubicBezTo>
                      <a:pt x="484" y="260"/>
                      <a:pt x="543" y="245"/>
                      <a:pt x="541" y="163"/>
                    </a:cubicBezTo>
                    <a:cubicBezTo>
                      <a:pt x="540" y="82"/>
                      <a:pt x="494" y="1"/>
                      <a:pt x="494" y="1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342">
                <a:extLst>
                  <a:ext uri="{FF2B5EF4-FFF2-40B4-BE49-F238E27FC236}">
                    <a16:creationId xmlns:a16="http://schemas.microsoft.com/office/drawing/2014/main" id="{3566C8F5-08C6-4115-B366-D2AFCCEC7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" y="2285"/>
                <a:ext cx="168" cy="270"/>
              </a:xfrm>
              <a:custGeom>
                <a:avLst/>
                <a:gdLst>
                  <a:gd name="T0" fmla="*/ 69 w 72"/>
                  <a:gd name="T1" fmla="*/ 0 h 116"/>
                  <a:gd name="T2" fmla="*/ 71 w 72"/>
                  <a:gd name="T3" fmla="*/ 6 h 116"/>
                  <a:gd name="T4" fmla="*/ 72 w 72"/>
                  <a:gd name="T5" fmla="*/ 22 h 116"/>
                  <a:gd name="T6" fmla="*/ 58 w 72"/>
                  <a:gd name="T7" fmla="*/ 72 h 116"/>
                  <a:gd name="T8" fmla="*/ 20 w 72"/>
                  <a:gd name="T9" fmla="*/ 108 h 116"/>
                  <a:gd name="T10" fmla="*/ 6 w 72"/>
                  <a:gd name="T11" fmla="*/ 114 h 116"/>
                  <a:gd name="T12" fmla="*/ 0 w 72"/>
                  <a:gd name="T13" fmla="*/ 115 h 116"/>
                  <a:gd name="T14" fmla="*/ 19 w 72"/>
                  <a:gd name="T15" fmla="*/ 106 h 116"/>
                  <a:gd name="T16" fmla="*/ 56 w 72"/>
                  <a:gd name="T17" fmla="*/ 71 h 116"/>
                  <a:gd name="T18" fmla="*/ 70 w 72"/>
                  <a:gd name="T19" fmla="*/ 22 h 116"/>
                  <a:gd name="T20" fmla="*/ 69 w 72"/>
                  <a:gd name="T2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116">
                    <a:moveTo>
                      <a:pt x="69" y="0"/>
                    </a:moveTo>
                    <a:cubicBezTo>
                      <a:pt x="69" y="0"/>
                      <a:pt x="70" y="2"/>
                      <a:pt x="71" y="6"/>
                    </a:cubicBezTo>
                    <a:cubicBezTo>
                      <a:pt x="71" y="10"/>
                      <a:pt x="72" y="15"/>
                      <a:pt x="72" y="22"/>
                    </a:cubicBezTo>
                    <a:cubicBezTo>
                      <a:pt x="72" y="35"/>
                      <a:pt x="69" y="54"/>
                      <a:pt x="58" y="72"/>
                    </a:cubicBezTo>
                    <a:cubicBezTo>
                      <a:pt x="47" y="90"/>
                      <a:pt x="32" y="102"/>
                      <a:pt x="20" y="108"/>
                    </a:cubicBezTo>
                    <a:cubicBezTo>
                      <a:pt x="14" y="111"/>
                      <a:pt x="9" y="113"/>
                      <a:pt x="6" y="114"/>
                    </a:cubicBezTo>
                    <a:cubicBezTo>
                      <a:pt x="2" y="115"/>
                      <a:pt x="0" y="116"/>
                      <a:pt x="0" y="115"/>
                    </a:cubicBezTo>
                    <a:cubicBezTo>
                      <a:pt x="0" y="115"/>
                      <a:pt x="8" y="113"/>
                      <a:pt x="19" y="106"/>
                    </a:cubicBezTo>
                    <a:cubicBezTo>
                      <a:pt x="31" y="100"/>
                      <a:pt x="46" y="88"/>
                      <a:pt x="56" y="71"/>
                    </a:cubicBezTo>
                    <a:cubicBezTo>
                      <a:pt x="67" y="53"/>
                      <a:pt x="70" y="35"/>
                      <a:pt x="70" y="22"/>
                    </a:cubicBezTo>
                    <a:cubicBezTo>
                      <a:pt x="71" y="8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343">
                <a:extLst>
                  <a:ext uri="{FF2B5EF4-FFF2-40B4-BE49-F238E27FC236}">
                    <a16:creationId xmlns:a16="http://schemas.microsoft.com/office/drawing/2014/main" id="{6FAC83A1-147C-4047-B77F-9270B2FAE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" y="1959"/>
                <a:ext cx="75" cy="89"/>
              </a:xfrm>
              <a:custGeom>
                <a:avLst/>
                <a:gdLst>
                  <a:gd name="T0" fmla="*/ 27 w 32"/>
                  <a:gd name="T1" fmla="*/ 3 h 38"/>
                  <a:gd name="T2" fmla="*/ 7 w 32"/>
                  <a:gd name="T3" fmla="*/ 5 h 38"/>
                  <a:gd name="T4" fmla="*/ 1 w 32"/>
                  <a:gd name="T5" fmla="*/ 19 h 38"/>
                  <a:gd name="T6" fmla="*/ 10 w 32"/>
                  <a:gd name="T7" fmla="*/ 33 h 38"/>
                  <a:gd name="T8" fmla="*/ 27 w 32"/>
                  <a:gd name="T9" fmla="*/ 35 h 38"/>
                  <a:gd name="T10" fmla="*/ 32 w 32"/>
                  <a:gd name="T11" fmla="*/ 26 h 38"/>
                  <a:gd name="T12" fmla="*/ 31 w 32"/>
                  <a:gd name="T13" fmla="*/ 15 h 38"/>
                  <a:gd name="T14" fmla="*/ 29 w 32"/>
                  <a:gd name="T15" fmla="*/ 6 h 38"/>
                  <a:gd name="T16" fmla="*/ 20 w 32"/>
                  <a:gd name="T17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8">
                    <a:moveTo>
                      <a:pt x="27" y="3"/>
                    </a:moveTo>
                    <a:cubicBezTo>
                      <a:pt x="23" y="0"/>
                      <a:pt x="11" y="1"/>
                      <a:pt x="7" y="5"/>
                    </a:cubicBezTo>
                    <a:cubicBezTo>
                      <a:pt x="2" y="8"/>
                      <a:pt x="0" y="14"/>
                      <a:pt x="1" y="19"/>
                    </a:cubicBezTo>
                    <a:cubicBezTo>
                      <a:pt x="2" y="25"/>
                      <a:pt x="6" y="30"/>
                      <a:pt x="10" y="33"/>
                    </a:cubicBezTo>
                    <a:cubicBezTo>
                      <a:pt x="15" y="36"/>
                      <a:pt x="22" y="38"/>
                      <a:pt x="27" y="35"/>
                    </a:cubicBezTo>
                    <a:cubicBezTo>
                      <a:pt x="30" y="33"/>
                      <a:pt x="31" y="29"/>
                      <a:pt x="32" y="26"/>
                    </a:cubicBezTo>
                    <a:cubicBezTo>
                      <a:pt x="32" y="22"/>
                      <a:pt x="32" y="19"/>
                      <a:pt x="31" y="15"/>
                    </a:cubicBezTo>
                    <a:cubicBezTo>
                      <a:pt x="31" y="12"/>
                      <a:pt x="30" y="8"/>
                      <a:pt x="29" y="6"/>
                    </a:cubicBezTo>
                    <a:cubicBezTo>
                      <a:pt x="27" y="3"/>
                      <a:pt x="23" y="1"/>
                      <a:pt x="20" y="2"/>
                    </a:cubicBezTo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344">
                <a:extLst>
                  <a:ext uri="{FF2B5EF4-FFF2-40B4-BE49-F238E27FC236}">
                    <a16:creationId xmlns:a16="http://schemas.microsoft.com/office/drawing/2014/main" id="{BE1F81DA-EFB7-4CE8-B564-EE9A40671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1" y="1950"/>
                <a:ext cx="600" cy="614"/>
              </a:xfrm>
              <a:custGeom>
                <a:avLst/>
                <a:gdLst>
                  <a:gd name="T0" fmla="*/ 213 w 258"/>
                  <a:gd name="T1" fmla="*/ 0 h 264"/>
                  <a:gd name="T2" fmla="*/ 246 w 258"/>
                  <a:gd name="T3" fmla="*/ 93 h 264"/>
                  <a:gd name="T4" fmla="*/ 252 w 258"/>
                  <a:gd name="T5" fmla="*/ 192 h 264"/>
                  <a:gd name="T6" fmla="*/ 223 w 258"/>
                  <a:gd name="T7" fmla="*/ 253 h 264"/>
                  <a:gd name="T8" fmla="*/ 198 w 258"/>
                  <a:gd name="T9" fmla="*/ 262 h 264"/>
                  <a:gd name="T10" fmla="*/ 60 w 258"/>
                  <a:gd name="T11" fmla="*/ 261 h 264"/>
                  <a:gd name="T12" fmla="*/ 32 w 258"/>
                  <a:gd name="T13" fmla="*/ 262 h 264"/>
                  <a:gd name="T14" fmla="*/ 3 w 258"/>
                  <a:gd name="T15" fmla="*/ 262 h 264"/>
                  <a:gd name="T16" fmla="*/ 75 w 258"/>
                  <a:gd name="T17" fmla="*/ 69 h 264"/>
                  <a:gd name="T18" fmla="*/ 62 w 258"/>
                  <a:gd name="T19" fmla="*/ 41 h 264"/>
                  <a:gd name="T20" fmla="*/ 34 w 258"/>
                  <a:gd name="T21" fmla="*/ 34 h 264"/>
                  <a:gd name="T22" fmla="*/ 13 w 258"/>
                  <a:gd name="T23" fmla="*/ 36 h 264"/>
                  <a:gd name="T24" fmla="*/ 11 w 258"/>
                  <a:gd name="T25" fmla="*/ 1 h 264"/>
                  <a:gd name="T26" fmla="*/ 213 w 258"/>
                  <a:gd name="T27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8" h="264">
                    <a:moveTo>
                      <a:pt x="213" y="0"/>
                    </a:moveTo>
                    <a:cubicBezTo>
                      <a:pt x="226" y="30"/>
                      <a:pt x="238" y="61"/>
                      <a:pt x="246" y="93"/>
                    </a:cubicBezTo>
                    <a:cubicBezTo>
                      <a:pt x="254" y="126"/>
                      <a:pt x="258" y="159"/>
                      <a:pt x="252" y="192"/>
                    </a:cubicBezTo>
                    <a:cubicBezTo>
                      <a:pt x="248" y="215"/>
                      <a:pt x="242" y="241"/>
                      <a:pt x="223" y="253"/>
                    </a:cubicBezTo>
                    <a:cubicBezTo>
                      <a:pt x="223" y="253"/>
                      <a:pt x="215" y="261"/>
                      <a:pt x="198" y="262"/>
                    </a:cubicBezTo>
                    <a:cubicBezTo>
                      <a:pt x="162" y="264"/>
                      <a:pt x="97" y="263"/>
                      <a:pt x="60" y="261"/>
                    </a:cubicBezTo>
                    <a:cubicBezTo>
                      <a:pt x="52" y="261"/>
                      <a:pt x="42" y="261"/>
                      <a:pt x="32" y="262"/>
                    </a:cubicBezTo>
                    <a:cubicBezTo>
                      <a:pt x="22" y="262"/>
                      <a:pt x="12" y="263"/>
                      <a:pt x="3" y="262"/>
                    </a:cubicBezTo>
                    <a:cubicBezTo>
                      <a:pt x="56" y="216"/>
                      <a:pt x="87" y="138"/>
                      <a:pt x="75" y="69"/>
                    </a:cubicBezTo>
                    <a:cubicBezTo>
                      <a:pt x="74" y="58"/>
                      <a:pt x="70" y="47"/>
                      <a:pt x="62" y="41"/>
                    </a:cubicBezTo>
                    <a:cubicBezTo>
                      <a:pt x="54" y="35"/>
                      <a:pt x="44" y="34"/>
                      <a:pt x="34" y="34"/>
                    </a:cubicBezTo>
                    <a:cubicBezTo>
                      <a:pt x="24" y="33"/>
                      <a:pt x="22" y="36"/>
                      <a:pt x="13" y="36"/>
                    </a:cubicBezTo>
                    <a:cubicBezTo>
                      <a:pt x="0" y="36"/>
                      <a:pt x="2" y="4"/>
                      <a:pt x="11" y="1"/>
                    </a:cubicBezTo>
                    <a:cubicBezTo>
                      <a:pt x="213" y="0"/>
                      <a:pt x="213" y="0"/>
                      <a:pt x="213" y="0"/>
                    </a:cubicBezTo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345">
                <a:extLst>
                  <a:ext uri="{FF2B5EF4-FFF2-40B4-BE49-F238E27FC236}">
                    <a16:creationId xmlns:a16="http://schemas.microsoft.com/office/drawing/2014/main" id="{E7650F76-CA34-46A0-B646-D2CD3622A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0" y="2282"/>
                <a:ext cx="186" cy="277"/>
              </a:xfrm>
              <a:custGeom>
                <a:avLst/>
                <a:gdLst>
                  <a:gd name="T0" fmla="*/ 80 w 80"/>
                  <a:gd name="T1" fmla="*/ 0 h 119"/>
                  <a:gd name="T2" fmla="*/ 79 w 80"/>
                  <a:gd name="T3" fmla="*/ 5 h 119"/>
                  <a:gd name="T4" fmla="*/ 73 w 80"/>
                  <a:gd name="T5" fmla="*/ 20 h 119"/>
                  <a:gd name="T6" fmla="*/ 49 w 80"/>
                  <a:gd name="T7" fmla="*/ 65 h 119"/>
                  <a:gd name="T8" fmla="*/ 16 w 80"/>
                  <a:gd name="T9" fmla="*/ 105 h 119"/>
                  <a:gd name="T10" fmla="*/ 5 w 80"/>
                  <a:gd name="T11" fmla="*/ 115 h 119"/>
                  <a:gd name="T12" fmla="*/ 0 w 80"/>
                  <a:gd name="T13" fmla="*/ 119 h 119"/>
                  <a:gd name="T14" fmla="*/ 4 w 80"/>
                  <a:gd name="T15" fmla="*/ 115 h 119"/>
                  <a:gd name="T16" fmla="*/ 15 w 80"/>
                  <a:gd name="T17" fmla="*/ 104 h 119"/>
                  <a:gd name="T18" fmla="*/ 47 w 80"/>
                  <a:gd name="T19" fmla="*/ 64 h 119"/>
                  <a:gd name="T20" fmla="*/ 72 w 80"/>
                  <a:gd name="T21" fmla="*/ 19 h 119"/>
                  <a:gd name="T22" fmla="*/ 78 w 80"/>
                  <a:gd name="T23" fmla="*/ 5 h 119"/>
                  <a:gd name="T24" fmla="*/ 80 w 80"/>
                  <a:gd name="T25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119">
                    <a:moveTo>
                      <a:pt x="80" y="0"/>
                    </a:moveTo>
                    <a:cubicBezTo>
                      <a:pt x="80" y="0"/>
                      <a:pt x="80" y="2"/>
                      <a:pt x="79" y="5"/>
                    </a:cubicBezTo>
                    <a:cubicBezTo>
                      <a:pt x="77" y="9"/>
                      <a:pt x="76" y="14"/>
                      <a:pt x="73" y="20"/>
                    </a:cubicBezTo>
                    <a:cubicBezTo>
                      <a:pt x="68" y="32"/>
                      <a:pt x="60" y="48"/>
                      <a:pt x="49" y="65"/>
                    </a:cubicBezTo>
                    <a:cubicBezTo>
                      <a:pt x="38" y="82"/>
                      <a:pt x="26" y="95"/>
                      <a:pt x="16" y="105"/>
                    </a:cubicBezTo>
                    <a:cubicBezTo>
                      <a:pt x="12" y="109"/>
                      <a:pt x="8" y="113"/>
                      <a:pt x="5" y="115"/>
                    </a:cubicBezTo>
                    <a:cubicBezTo>
                      <a:pt x="2" y="118"/>
                      <a:pt x="0" y="119"/>
                      <a:pt x="0" y="119"/>
                    </a:cubicBezTo>
                    <a:cubicBezTo>
                      <a:pt x="0" y="119"/>
                      <a:pt x="2" y="117"/>
                      <a:pt x="4" y="115"/>
                    </a:cubicBezTo>
                    <a:cubicBezTo>
                      <a:pt x="7" y="112"/>
                      <a:pt x="11" y="108"/>
                      <a:pt x="15" y="104"/>
                    </a:cubicBezTo>
                    <a:cubicBezTo>
                      <a:pt x="24" y="94"/>
                      <a:pt x="36" y="80"/>
                      <a:pt x="47" y="64"/>
                    </a:cubicBezTo>
                    <a:cubicBezTo>
                      <a:pt x="58" y="47"/>
                      <a:pt x="66" y="31"/>
                      <a:pt x="72" y="19"/>
                    </a:cubicBezTo>
                    <a:cubicBezTo>
                      <a:pt x="74" y="13"/>
                      <a:pt x="76" y="8"/>
                      <a:pt x="78" y="5"/>
                    </a:cubicBezTo>
                    <a:cubicBezTo>
                      <a:pt x="79" y="2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346">
                <a:extLst>
                  <a:ext uri="{FF2B5EF4-FFF2-40B4-BE49-F238E27FC236}">
                    <a16:creationId xmlns:a16="http://schemas.microsoft.com/office/drawing/2014/main" id="{DCB6003F-D730-4D70-8E42-C617BCF08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6" y="2406"/>
                <a:ext cx="182" cy="151"/>
              </a:xfrm>
              <a:custGeom>
                <a:avLst/>
                <a:gdLst>
                  <a:gd name="T0" fmla="*/ 78 w 78"/>
                  <a:gd name="T1" fmla="*/ 0 h 65"/>
                  <a:gd name="T2" fmla="*/ 75 w 78"/>
                  <a:gd name="T3" fmla="*/ 3 h 65"/>
                  <a:gd name="T4" fmla="*/ 69 w 78"/>
                  <a:gd name="T5" fmla="*/ 12 h 65"/>
                  <a:gd name="T6" fmla="*/ 43 w 78"/>
                  <a:gd name="T7" fmla="*/ 38 h 65"/>
                  <a:gd name="T8" fmla="*/ 13 w 78"/>
                  <a:gd name="T9" fmla="*/ 58 h 65"/>
                  <a:gd name="T10" fmla="*/ 4 w 78"/>
                  <a:gd name="T11" fmla="*/ 63 h 65"/>
                  <a:gd name="T12" fmla="*/ 0 w 78"/>
                  <a:gd name="T13" fmla="*/ 65 h 65"/>
                  <a:gd name="T14" fmla="*/ 13 w 78"/>
                  <a:gd name="T15" fmla="*/ 57 h 65"/>
                  <a:gd name="T16" fmla="*/ 42 w 78"/>
                  <a:gd name="T17" fmla="*/ 36 h 65"/>
                  <a:gd name="T18" fmla="*/ 68 w 78"/>
                  <a:gd name="T19" fmla="*/ 11 h 65"/>
                  <a:gd name="T20" fmla="*/ 78 w 78"/>
                  <a:gd name="T2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" h="65">
                    <a:moveTo>
                      <a:pt x="78" y="0"/>
                    </a:moveTo>
                    <a:cubicBezTo>
                      <a:pt x="78" y="0"/>
                      <a:pt x="77" y="1"/>
                      <a:pt x="75" y="3"/>
                    </a:cubicBezTo>
                    <a:cubicBezTo>
                      <a:pt x="74" y="5"/>
                      <a:pt x="72" y="8"/>
                      <a:pt x="69" y="12"/>
                    </a:cubicBezTo>
                    <a:cubicBezTo>
                      <a:pt x="63" y="19"/>
                      <a:pt x="54" y="29"/>
                      <a:pt x="43" y="38"/>
                    </a:cubicBezTo>
                    <a:cubicBezTo>
                      <a:pt x="32" y="47"/>
                      <a:pt x="21" y="54"/>
                      <a:pt x="13" y="58"/>
                    </a:cubicBezTo>
                    <a:cubicBezTo>
                      <a:pt x="9" y="61"/>
                      <a:pt x="6" y="62"/>
                      <a:pt x="4" y="63"/>
                    </a:cubicBezTo>
                    <a:cubicBezTo>
                      <a:pt x="1" y="64"/>
                      <a:pt x="0" y="65"/>
                      <a:pt x="0" y="65"/>
                    </a:cubicBezTo>
                    <a:cubicBezTo>
                      <a:pt x="0" y="65"/>
                      <a:pt x="5" y="62"/>
                      <a:pt x="13" y="57"/>
                    </a:cubicBezTo>
                    <a:cubicBezTo>
                      <a:pt x="20" y="52"/>
                      <a:pt x="31" y="45"/>
                      <a:pt x="42" y="36"/>
                    </a:cubicBezTo>
                    <a:cubicBezTo>
                      <a:pt x="53" y="27"/>
                      <a:pt x="61" y="18"/>
                      <a:pt x="68" y="11"/>
                    </a:cubicBezTo>
                    <a:cubicBezTo>
                      <a:pt x="74" y="4"/>
                      <a:pt x="77" y="0"/>
                      <a:pt x="78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Oval 347">
                <a:extLst>
                  <a:ext uri="{FF2B5EF4-FFF2-40B4-BE49-F238E27FC236}">
                    <a16:creationId xmlns:a16="http://schemas.microsoft.com/office/drawing/2014/main" id="{8A55BD55-A32A-47C5-B4AD-070DD2966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1" y="2555"/>
                <a:ext cx="510" cy="4"/>
              </a:xfrm>
              <a:prstGeom prst="ellipse">
                <a:avLst/>
              </a:pr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348">
                <a:extLst>
                  <a:ext uri="{FF2B5EF4-FFF2-40B4-BE49-F238E27FC236}">
                    <a16:creationId xmlns:a16="http://schemas.microsoft.com/office/drawing/2014/main" id="{54635308-8699-4DB1-8861-690BB610A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2" y="2024"/>
                <a:ext cx="242" cy="79"/>
              </a:xfrm>
              <a:custGeom>
                <a:avLst/>
                <a:gdLst>
                  <a:gd name="T0" fmla="*/ 104 w 104"/>
                  <a:gd name="T1" fmla="*/ 34 h 34"/>
                  <a:gd name="T2" fmla="*/ 91 w 104"/>
                  <a:gd name="T3" fmla="*/ 24 h 34"/>
                  <a:gd name="T4" fmla="*/ 75 w 104"/>
                  <a:gd name="T5" fmla="*/ 16 h 34"/>
                  <a:gd name="T6" fmla="*/ 55 w 104"/>
                  <a:gd name="T7" fmla="*/ 8 h 34"/>
                  <a:gd name="T8" fmla="*/ 34 w 104"/>
                  <a:gd name="T9" fmla="*/ 3 h 34"/>
                  <a:gd name="T10" fmla="*/ 16 w 104"/>
                  <a:gd name="T11" fmla="*/ 2 h 34"/>
                  <a:gd name="T12" fmla="*/ 0 w 104"/>
                  <a:gd name="T13" fmla="*/ 3 h 34"/>
                  <a:gd name="T14" fmla="*/ 4 w 104"/>
                  <a:gd name="T15" fmla="*/ 2 h 34"/>
                  <a:gd name="T16" fmla="*/ 16 w 104"/>
                  <a:gd name="T17" fmla="*/ 1 h 34"/>
                  <a:gd name="T18" fmla="*/ 34 w 104"/>
                  <a:gd name="T19" fmla="*/ 1 h 34"/>
                  <a:gd name="T20" fmla="*/ 56 w 104"/>
                  <a:gd name="T21" fmla="*/ 6 h 34"/>
                  <a:gd name="T22" fmla="*/ 76 w 104"/>
                  <a:gd name="T23" fmla="*/ 14 h 34"/>
                  <a:gd name="T24" fmla="*/ 91 w 104"/>
                  <a:gd name="T25" fmla="*/ 23 h 34"/>
                  <a:gd name="T26" fmla="*/ 101 w 104"/>
                  <a:gd name="T27" fmla="*/ 31 h 34"/>
                  <a:gd name="T28" fmla="*/ 104 w 104"/>
                  <a:gd name="T2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34">
                    <a:moveTo>
                      <a:pt x="104" y="34"/>
                    </a:moveTo>
                    <a:cubicBezTo>
                      <a:pt x="104" y="34"/>
                      <a:pt x="99" y="30"/>
                      <a:pt x="91" y="24"/>
                    </a:cubicBezTo>
                    <a:cubicBezTo>
                      <a:pt x="86" y="21"/>
                      <a:pt x="81" y="18"/>
                      <a:pt x="75" y="16"/>
                    </a:cubicBezTo>
                    <a:cubicBezTo>
                      <a:pt x="69" y="13"/>
                      <a:pt x="62" y="10"/>
                      <a:pt x="55" y="8"/>
                    </a:cubicBezTo>
                    <a:cubicBezTo>
                      <a:pt x="48" y="6"/>
                      <a:pt x="40" y="4"/>
                      <a:pt x="34" y="3"/>
                    </a:cubicBezTo>
                    <a:cubicBezTo>
                      <a:pt x="27" y="2"/>
                      <a:pt x="21" y="2"/>
                      <a:pt x="16" y="2"/>
                    </a:cubicBezTo>
                    <a:cubicBezTo>
                      <a:pt x="6" y="2"/>
                      <a:pt x="0" y="3"/>
                      <a:pt x="0" y="3"/>
                    </a:cubicBezTo>
                    <a:cubicBezTo>
                      <a:pt x="0" y="3"/>
                      <a:pt x="1" y="2"/>
                      <a:pt x="4" y="2"/>
                    </a:cubicBezTo>
                    <a:cubicBezTo>
                      <a:pt x="7" y="1"/>
                      <a:pt x="11" y="1"/>
                      <a:pt x="16" y="1"/>
                    </a:cubicBezTo>
                    <a:cubicBezTo>
                      <a:pt x="21" y="0"/>
                      <a:pt x="27" y="1"/>
                      <a:pt x="34" y="1"/>
                    </a:cubicBezTo>
                    <a:cubicBezTo>
                      <a:pt x="41" y="2"/>
                      <a:pt x="48" y="3"/>
                      <a:pt x="56" y="6"/>
                    </a:cubicBezTo>
                    <a:cubicBezTo>
                      <a:pt x="63" y="8"/>
                      <a:pt x="70" y="11"/>
                      <a:pt x="76" y="14"/>
                    </a:cubicBezTo>
                    <a:cubicBezTo>
                      <a:pt x="82" y="17"/>
                      <a:pt x="87" y="20"/>
                      <a:pt x="91" y="23"/>
                    </a:cubicBezTo>
                    <a:cubicBezTo>
                      <a:pt x="96" y="26"/>
                      <a:pt x="99" y="29"/>
                      <a:pt x="101" y="31"/>
                    </a:cubicBezTo>
                    <a:cubicBezTo>
                      <a:pt x="103" y="33"/>
                      <a:pt x="104" y="34"/>
                      <a:pt x="104" y="34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349">
                <a:extLst>
                  <a:ext uri="{FF2B5EF4-FFF2-40B4-BE49-F238E27FC236}">
                    <a16:creationId xmlns:a16="http://schemas.microsoft.com/office/drawing/2014/main" id="{5DFFD451-0080-44F7-8B99-F3C9B0DC3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5" y="2034"/>
                <a:ext cx="147" cy="39"/>
              </a:xfrm>
              <a:custGeom>
                <a:avLst/>
                <a:gdLst>
                  <a:gd name="T0" fmla="*/ 63 w 63"/>
                  <a:gd name="T1" fmla="*/ 17 h 17"/>
                  <a:gd name="T2" fmla="*/ 53 w 63"/>
                  <a:gd name="T3" fmla="*/ 16 h 17"/>
                  <a:gd name="T4" fmla="*/ 31 w 63"/>
                  <a:gd name="T5" fmla="*/ 11 h 17"/>
                  <a:gd name="T6" fmla="*/ 9 w 63"/>
                  <a:gd name="T7" fmla="*/ 4 h 17"/>
                  <a:gd name="T8" fmla="*/ 0 w 63"/>
                  <a:gd name="T9" fmla="*/ 0 h 17"/>
                  <a:gd name="T10" fmla="*/ 9 w 63"/>
                  <a:gd name="T11" fmla="*/ 2 h 17"/>
                  <a:gd name="T12" fmla="*/ 31 w 63"/>
                  <a:gd name="T13" fmla="*/ 9 h 17"/>
                  <a:gd name="T14" fmla="*/ 53 w 63"/>
                  <a:gd name="T15" fmla="*/ 14 h 17"/>
                  <a:gd name="T16" fmla="*/ 63 w 63"/>
                  <a:gd name="T1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17">
                    <a:moveTo>
                      <a:pt x="63" y="17"/>
                    </a:moveTo>
                    <a:cubicBezTo>
                      <a:pt x="63" y="17"/>
                      <a:pt x="59" y="17"/>
                      <a:pt x="53" y="16"/>
                    </a:cubicBezTo>
                    <a:cubicBezTo>
                      <a:pt x="47" y="15"/>
                      <a:pt x="39" y="13"/>
                      <a:pt x="31" y="11"/>
                    </a:cubicBezTo>
                    <a:cubicBezTo>
                      <a:pt x="22" y="8"/>
                      <a:pt x="15" y="6"/>
                      <a:pt x="9" y="4"/>
                    </a:cubicBezTo>
                    <a:cubicBezTo>
                      <a:pt x="4" y="2"/>
                      <a:pt x="0" y="0"/>
                      <a:pt x="0" y="0"/>
                    </a:cubicBezTo>
                    <a:cubicBezTo>
                      <a:pt x="0" y="0"/>
                      <a:pt x="4" y="0"/>
                      <a:pt x="9" y="2"/>
                    </a:cubicBezTo>
                    <a:cubicBezTo>
                      <a:pt x="15" y="4"/>
                      <a:pt x="23" y="6"/>
                      <a:pt x="31" y="9"/>
                    </a:cubicBezTo>
                    <a:cubicBezTo>
                      <a:pt x="40" y="11"/>
                      <a:pt x="48" y="13"/>
                      <a:pt x="53" y="14"/>
                    </a:cubicBezTo>
                    <a:cubicBezTo>
                      <a:pt x="59" y="16"/>
                      <a:pt x="63" y="17"/>
                      <a:pt x="63" y="1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350">
                <a:extLst>
                  <a:ext uri="{FF2B5EF4-FFF2-40B4-BE49-F238E27FC236}">
                    <a16:creationId xmlns:a16="http://schemas.microsoft.com/office/drawing/2014/main" id="{D3D812B2-65DA-4ED3-BDAF-20CA6BE78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9" y="1950"/>
                <a:ext cx="35" cy="86"/>
              </a:xfrm>
              <a:custGeom>
                <a:avLst/>
                <a:gdLst>
                  <a:gd name="T0" fmla="*/ 15 w 15"/>
                  <a:gd name="T1" fmla="*/ 37 h 37"/>
                  <a:gd name="T2" fmla="*/ 9 w 15"/>
                  <a:gd name="T3" fmla="*/ 34 h 37"/>
                  <a:gd name="T4" fmla="*/ 1 w 15"/>
                  <a:gd name="T5" fmla="*/ 20 h 37"/>
                  <a:gd name="T6" fmla="*/ 6 w 15"/>
                  <a:gd name="T7" fmla="*/ 5 h 37"/>
                  <a:gd name="T8" fmla="*/ 11 w 15"/>
                  <a:gd name="T9" fmla="*/ 1 h 37"/>
                  <a:gd name="T10" fmla="*/ 7 w 15"/>
                  <a:gd name="T11" fmla="*/ 5 h 37"/>
                  <a:gd name="T12" fmla="*/ 3 w 15"/>
                  <a:gd name="T13" fmla="*/ 20 h 37"/>
                  <a:gd name="T14" fmla="*/ 10 w 15"/>
                  <a:gd name="T15" fmla="*/ 33 h 37"/>
                  <a:gd name="T16" fmla="*/ 15 w 15"/>
                  <a:gd name="T1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7">
                    <a:moveTo>
                      <a:pt x="15" y="37"/>
                    </a:moveTo>
                    <a:cubicBezTo>
                      <a:pt x="15" y="37"/>
                      <a:pt x="12" y="37"/>
                      <a:pt x="9" y="34"/>
                    </a:cubicBezTo>
                    <a:cubicBezTo>
                      <a:pt x="5" y="32"/>
                      <a:pt x="1" y="27"/>
                      <a:pt x="1" y="20"/>
                    </a:cubicBezTo>
                    <a:cubicBezTo>
                      <a:pt x="0" y="13"/>
                      <a:pt x="3" y="8"/>
                      <a:pt x="6" y="5"/>
                    </a:cubicBezTo>
                    <a:cubicBezTo>
                      <a:pt x="9" y="1"/>
                      <a:pt x="11" y="0"/>
                      <a:pt x="11" y="1"/>
                    </a:cubicBezTo>
                    <a:cubicBezTo>
                      <a:pt x="11" y="1"/>
                      <a:pt x="9" y="2"/>
                      <a:pt x="7" y="5"/>
                    </a:cubicBezTo>
                    <a:cubicBezTo>
                      <a:pt x="5" y="9"/>
                      <a:pt x="2" y="14"/>
                      <a:pt x="3" y="20"/>
                    </a:cubicBezTo>
                    <a:cubicBezTo>
                      <a:pt x="3" y="26"/>
                      <a:pt x="7" y="30"/>
                      <a:pt x="10" y="33"/>
                    </a:cubicBezTo>
                    <a:cubicBezTo>
                      <a:pt x="13" y="36"/>
                      <a:pt x="15" y="36"/>
                      <a:pt x="15" y="3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351">
                <a:extLst>
                  <a:ext uri="{FF2B5EF4-FFF2-40B4-BE49-F238E27FC236}">
                    <a16:creationId xmlns:a16="http://schemas.microsoft.com/office/drawing/2014/main" id="{CEDA4AF1-247F-459C-8809-B309975CF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5" y="1999"/>
                <a:ext cx="33" cy="18"/>
              </a:xfrm>
              <a:custGeom>
                <a:avLst/>
                <a:gdLst>
                  <a:gd name="T0" fmla="*/ 14 w 14"/>
                  <a:gd name="T1" fmla="*/ 2 h 8"/>
                  <a:gd name="T2" fmla="*/ 7 w 14"/>
                  <a:gd name="T3" fmla="*/ 4 h 8"/>
                  <a:gd name="T4" fmla="*/ 0 w 14"/>
                  <a:gd name="T5" fmla="*/ 8 h 8"/>
                  <a:gd name="T6" fmla="*/ 6 w 14"/>
                  <a:gd name="T7" fmla="*/ 2 h 8"/>
                  <a:gd name="T8" fmla="*/ 14 w 14"/>
                  <a:gd name="T9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14" y="2"/>
                    </a:moveTo>
                    <a:cubicBezTo>
                      <a:pt x="13" y="3"/>
                      <a:pt x="10" y="3"/>
                      <a:pt x="7" y="4"/>
                    </a:cubicBezTo>
                    <a:cubicBezTo>
                      <a:pt x="3" y="6"/>
                      <a:pt x="1" y="8"/>
                      <a:pt x="0" y="8"/>
                    </a:cubicBezTo>
                    <a:cubicBezTo>
                      <a:pt x="0" y="8"/>
                      <a:pt x="2" y="4"/>
                      <a:pt x="6" y="2"/>
                    </a:cubicBezTo>
                    <a:cubicBezTo>
                      <a:pt x="10" y="0"/>
                      <a:pt x="14" y="2"/>
                      <a:pt x="14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352">
                <a:extLst>
                  <a:ext uri="{FF2B5EF4-FFF2-40B4-BE49-F238E27FC236}">
                    <a16:creationId xmlns:a16="http://schemas.microsoft.com/office/drawing/2014/main" id="{2B6104BB-A795-4819-B979-FC5F1328A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" y="1961"/>
                <a:ext cx="68" cy="87"/>
              </a:xfrm>
              <a:custGeom>
                <a:avLst/>
                <a:gdLst>
                  <a:gd name="T0" fmla="*/ 29 w 29"/>
                  <a:gd name="T1" fmla="*/ 33 h 37"/>
                  <a:gd name="T2" fmla="*/ 28 w 29"/>
                  <a:gd name="T3" fmla="*/ 35 h 37"/>
                  <a:gd name="T4" fmla="*/ 20 w 29"/>
                  <a:gd name="T5" fmla="*/ 37 h 37"/>
                  <a:gd name="T6" fmla="*/ 10 w 29"/>
                  <a:gd name="T7" fmla="*/ 34 h 37"/>
                  <a:gd name="T8" fmla="*/ 2 w 29"/>
                  <a:gd name="T9" fmla="*/ 23 h 37"/>
                  <a:gd name="T10" fmla="*/ 2 w 29"/>
                  <a:gd name="T11" fmla="*/ 10 h 37"/>
                  <a:gd name="T12" fmla="*/ 10 w 29"/>
                  <a:gd name="T13" fmla="*/ 2 h 37"/>
                  <a:gd name="T14" fmla="*/ 17 w 29"/>
                  <a:gd name="T15" fmla="*/ 1 h 37"/>
                  <a:gd name="T16" fmla="*/ 20 w 29"/>
                  <a:gd name="T17" fmla="*/ 1 h 37"/>
                  <a:gd name="T18" fmla="*/ 11 w 29"/>
                  <a:gd name="T19" fmla="*/ 3 h 37"/>
                  <a:gd name="T20" fmla="*/ 4 w 29"/>
                  <a:gd name="T21" fmla="*/ 11 h 37"/>
                  <a:gd name="T22" fmla="*/ 4 w 29"/>
                  <a:gd name="T23" fmla="*/ 23 h 37"/>
                  <a:gd name="T24" fmla="*/ 11 w 29"/>
                  <a:gd name="T25" fmla="*/ 32 h 37"/>
                  <a:gd name="T26" fmla="*/ 21 w 29"/>
                  <a:gd name="T27" fmla="*/ 36 h 37"/>
                  <a:gd name="T28" fmla="*/ 27 w 29"/>
                  <a:gd name="T29" fmla="*/ 34 h 37"/>
                  <a:gd name="T30" fmla="*/ 29 w 29"/>
                  <a:gd name="T31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37">
                    <a:moveTo>
                      <a:pt x="29" y="33"/>
                    </a:moveTo>
                    <a:cubicBezTo>
                      <a:pt x="29" y="33"/>
                      <a:pt x="29" y="34"/>
                      <a:pt x="28" y="35"/>
                    </a:cubicBezTo>
                    <a:cubicBezTo>
                      <a:pt x="26" y="36"/>
                      <a:pt x="24" y="37"/>
                      <a:pt x="20" y="37"/>
                    </a:cubicBezTo>
                    <a:cubicBezTo>
                      <a:pt x="17" y="37"/>
                      <a:pt x="14" y="36"/>
                      <a:pt x="10" y="34"/>
                    </a:cubicBezTo>
                    <a:cubicBezTo>
                      <a:pt x="7" y="31"/>
                      <a:pt x="3" y="28"/>
                      <a:pt x="2" y="23"/>
                    </a:cubicBezTo>
                    <a:cubicBezTo>
                      <a:pt x="0" y="19"/>
                      <a:pt x="1" y="14"/>
                      <a:pt x="2" y="10"/>
                    </a:cubicBezTo>
                    <a:cubicBezTo>
                      <a:pt x="4" y="6"/>
                      <a:pt x="7" y="3"/>
                      <a:pt x="10" y="2"/>
                    </a:cubicBezTo>
                    <a:cubicBezTo>
                      <a:pt x="13" y="1"/>
                      <a:pt x="16" y="0"/>
                      <a:pt x="17" y="1"/>
                    </a:cubicBezTo>
                    <a:cubicBezTo>
                      <a:pt x="19" y="1"/>
                      <a:pt x="20" y="1"/>
                      <a:pt x="20" y="1"/>
                    </a:cubicBezTo>
                    <a:cubicBezTo>
                      <a:pt x="20" y="2"/>
                      <a:pt x="16" y="0"/>
                      <a:pt x="11" y="3"/>
                    </a:cubicBezTo>
                    <a:cubicBezTo>
                      <a:pt x="8" y="5"/>
                      <a:pt x="6" y="7"/>
                      <a:pt x="4" y="11"/>
                    </a:cubicBezTo>
                    <a:cubicBezTo>
                      <a:pt x="3" y="14"/>
                      <a:pt x="2" y="18"/>
                      <a:pt x="4" y="23"/>
                    </a:cubicBezTo>
                    <a:cubicBezTo>
                      <a:pt x="5" y="27"/>
                      <a:pt x="8" y="30"/>
                      <a:pt x="11" y="32"/>
                    </a:cubicBezTo>
                    <a:cubicBezTo>
                      <a:pt x="14" y="34"/>
                      <a:pt x="18" y="35"/>
                      <a:pt x="21" y="36"/>
                    </a:cubicBezTo>
                    <a:cubicBezTo>
                      <a:pt x="23" y="36"/>
                      <a:pt x="26" y="35"/>
                      <a:pt x="27" y="34"/>
                    </a:cubicBezTo>
                    <a:cubicBezTo>
                      <a:pt x="29" y="34"/>
                      <a:pt x="29" y="33"/>
                      <a:pt x="29" y="3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353">
                <a:extLst>
                  <a:ext uri="{FF2B5EF4-FFF2-40B4-BE49-F238E27FC236}">
                    <a16:creationId xmlns:a16="http://schemas.microsoft.com/office/drawing/2014/main" id="{D555E72E-5773-4066-A443-037849ECC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7" y="2029"/>
                <a:ext cx="37" cy="5"/>
              </a:xfrm>
              <a:custGeom>
                <a:avLst/>
                <a:gdLst>
                  <a:gd name="T0" fmla="*/ 1 w 16"/>
                  <a:gd name="T1" fmla="*/ 0 h 2"/>
                  <a:gd name="T2" fmla="*/ 0 w 16"/>
                  <a:gd name="T3" fmla="*/ 0 h 2"/>
                  <a:gd name="T4" fmla="*/ 16 w 16"/>
                  <a:gd name="T5" fmla="*/ 2 h 2"/>
                  <a:gd name="T6" fmla="*/ 1 w 1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5" y="0"/>
                      <a:pt x="11" y="1"/>
                      <a:pt x="16" y="2"/>
                    </a:cubicBezTo>
                    <a:cubicBezTo>
                      <a:pt x="11" y="1"/>
                      <a:pt x="6" y="0"/>
                      <a:pt x="1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354">
                <a:extLst>
                  <a:ext uri="{FF2B5EF4-FFF2-40B4-BE49-F238E27FC236}">
                    <a16:creationId xmlns:a16="http://schemas.microsoft.com/office/drawing/2014/main" id="{79774F4F-7F95-4A9C-B474-6237E1D6C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9" y="2029"/>
                <a:ext cx="242" cy="130"/>
              </a:xfrm>
              <a:custGeom>
                <a:avLst/>
                <a:gdLst>
                  <a:gd name="T0" fmla="*/ 1 w 104"/>
                  <a:gd name="T1" fmla="*/ 0 h 56"/>
                  <a:gd name="T2" fmla="*/ 0 w 104"/>
                  <a:gd name="T3" fmla="*/ 0 h 56"/>
                  <a:gd name="T4" fmla="*/ 0 w 104"/>
                  <a:gd name="T5" fmla="*/ 0 h 56"/>
                  <a:gd name="T6" fmla="*/ 0 w 104"/>
                  <a:gd name="T7" fmla="*/ 0 h 56"/>
                  <a:gd name="T8" fmla="*/ 15 w 104"/>
                  <a:gd name="T9" fmla="*/ 2 h 56"/>
                  <a:gd name="T10" fmla="*/ 61 w 104"/>
                  <a:gd name="T11" fmla="*/ 22 h 56"/>
                  <a:gd name="T12" fmla="*/ 91 w 104"/>
                  <a:gd name="T13" fmla="*/ 54 h 56"/>
                  <a:gd name="T14" fmla="*/ 96 w 104"/>
                  <a:gd name="T15" fmla="*/ 56 h 56"/>
                  <a:gd name="T16" fmla="*/ 103 w 104"/>
                  <a:gd name="T17" fmla="*/ 48 h 56"/>
                  <a:gd name="T18" fmla="*/ 103 w 104"/>
                  <a:gd name="T19" fmla="*/ 48 h 56"/>
                  <a:gd name="T20" fmla="*/ 93 w 104"/>
                  <a:gd name="T21" fmla="*/ 34 h 56"/>
                  <a:gd name="T22" fmla="*/ 74 w 104"/>
                  <a:gd name="T23" fmla="*/ 20 h 56"/>
                  <a:gd name="T24" fmla="*/ 75 w 104"/>
                  <a:gd name="T25" fmla="*/ 21 h 56"/>
                  <a:gd name="T26" fmla="*/ 85 w 104"/>
                  <a:gd name="T27" fmla="*/ 29 h 56"/>
                  <a:gd name="T28" fmla="*/ 88 w 104"/>
                  <a:gd name="T29" fmla="*/ 32 h 56"/>
                  <a:gd name="T30" fmla="*/ 88 w 104"/>
                  <a:gd name="T31" fmla="*/ 32 h 56"/>
                  <a:gd name="T32" fmla="*/ 75 w 104"/>
                  <a:gd name="T33" fmla="*/ 22 h 56"/>
                  <a:gd name="T34" fmla="*/ 59 w 104"/>
                  <a:gd name="T35" fmla="*/ 14 h 56"/>
                  <a:gd name="T36" fmla="*/ 39 w 104"/>
                  <a:gd name="T37" fmla="*/ 6 h 56"/>
                  <a:gd name="T38" fmla="*/ 18 w 104"/>
                  <a:gd name="T39" fmla="*/ 1 h 56"/>
                  <a:gd name="T40" fmla="*/ 1 w 104"/>
                  <a:gd name="T4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4" h="5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1"/>
                      <a:pt x="15" y="2"/>
                    </a:cubicBezTo>
                    <a:cubicBezTo>
                      <a:pt x="32" y="6"/>
                      <a:pt x="50" y="14"/>
                      <a:pt x="61" y="22"/>
                    </a:cubicBezTo>
                    <a:cubicBezTo>
                      <a:pt x="72" y="31"/>
                      <a:pt x="82" y="42"/>
                      <a:pt x="91" y="54"/>
                    </a:cubicBezTo>
                    <a:cubicBezTo>
                      <a:pt x="93" y="55"/>
                      <a:pt x="94" y="56"/>
                      <a:pt x="96" y="56"/>
                    </a:cubicBezTo>
                    <a:cubicBezTo>
                      <a:pt x="100" y="56"/>
                      <a:pt x="104" y="52"/>
                      <a:pt x="103" y="48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101" y="42"/>
                      <a:pt x="97" y="38"/>
                      <a:pt x="93" y="34"/>
                    </a:cubicBezTo>
                    <a:cubicBezTo>
                      <a:pt x="87" y="29"/>
                      <a:pt x="81" y="25"/>
                      <a:pt x="74" y="20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80" y="24"/>
                      <a:pt x="83" y="27"/>
                      <a:pt x="85" y="29"/>
                    </a:cubicBezTo>
                    <a:cubicBezTo>
                      <a:pt x="87" y="31"/>
                      <a:pt x="88" y="32"/>
                      <a:pt x="88" y="32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87" y="32"/>
                      <a:pt x="83" y="28"/>
                      <a:pt x="75" y="22"/>
                    </a:cubicBezTo>
                    <a:cubicBezTo>
                      <a:pt x="70" y="19"/>
                      <a:pt x="65" y="16"/>
                      <a:pt x="59" y="14"/>
                    </a:cubicBezTo>
                    <a:cubicBezTo>
                      <a:pt x="53" y="11"/>
                      <a:pt x="46" y="8"/>
                      <a:pt x="39" y="6"/>
                    </a:cubicBezTo>
                    <a:cubicBezTo>
                      <a:pt x="32" y="4"/>
                      <a:pt x="24" y="2"/>
                      <a:pt x="18" y="1"/>
                    </a:cubicBezTo>
                    <a:cubicBezTo>
                      <a:pt x="12" y="0"/>
                      <a:pt x="6" y="0"/>
                      <a:pt x="1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355">
                <a:extLst>
                  <a:ext uri="{FF2B5EF4-FFF2-40B4-BE49-F238E27FC236}">
                    <a16:creationId xmlns:a16="http://schemas.microsoft.com/office/drawing/2014/main" id="{EA1983B5-0DA7-4377-AE90-825D71736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9" y="2029"/>
                <a:ext cx="205" cy="74"/>
              </a:xfrm>
              <a:custGeom>
                <a:avLst/>
                <a:gdLst>
                  <a:gd name="T0" fmla="*/ 9 w 88"/>
                  <a:gd name="T1" fmla="*/ 0 h 32"/>
                  <a:gd name="T2" fmla="*/ 0 w 88"/>
                  <a:gd name="T3" fmla="*/ 0 h 32"/>
                  <a:gd name="T4" fmla="*/ 0 w 88"/>
                  <a:gd name="T5" fmla="*/ 0 h 32"/>
                  <a:gd name="T6" fmla="*/ 1 w 88"/>
                  <a:gd name="T7" fmla="*/ 0 h 32"/>
                  <a:gd name="T8" fmla="*/ 18 w 88"/>
                  <a:gd name="T9" fmla="*/ 1 h 32"/>
                  <a:gd name="T10" fmla="*/ 39 w 88"/>
                  <a:gd name="T11" fmla="*/ 6 h 32"/>
                  <a:gd name="T12" fmla="*/ 59 w 88"/>
                  <a:gd name="T13" fmla="*/ 14 h 32"/>
                  <a:gd name="T14" fmla="*/ 75 w 88"/>
                  <a:gd name="T15" fmla="*/ 22 h 32"/>
                  <a:gd name="T16" fmla="*/ 88 w 88"/>
                  <a:gd name="T17" fmla="*/ 32 h 32"/>
                  <a:gd name="T18" fmla="*/ 88 w 88"/>
                  <a:gd name="T19" fmla="*/ 32 h 32"/>
                  <a:gd name="T20" fmla="*/ 85 w 88"/>
                  <a:gd name="T21" fmla="*/ 29 h 32"/>
                  <a:gd name="T22" fmla="*/ 75 w 88"/>
                  <a:gd name="T23" fmla="*/ 21 h 32"/>
                  <a:gd name="T24" fmla="*/ 74 w 88"/>
                  <a:gd name="T25" fmla="*/ 20 h 32"/>
                  <a:gd name="T26" fmla="*/ 9 w 88"/>
                  <a:gd name="T2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2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6" y="0"/>
                      <a:pt x="12" y="0"/>
                      <a:pt x="18" y="1"/>
                    </a:cubicBezTo>
                    <a:cubicBezTo>
                      <a:pt x="24" y="2"/>
                      <a:pt x="32" y="4"/>
                      <a:pt x="39" y="6"/>
                    </a:cubicBezTo>
                    <a:cubicBezTo>
                      <a:pt x="46" y="8"/>
                      <a:pt x="53" y="11"/>
                      <a:pt x="59" y="14"/>
                    </a:cubicBezTo>
                    <a:cubicBezTo>
                      <a:pt x="65" y="16"/>
                      <a:pt x="70" y="19"/>
                      <a:pt x="75" y="22"/>
                    </a:cubicBezTo>
                    <a:cubicBezTo>
                      <a:pt x="83" y="28"/>
                      <a:pt x="87" y="32"/>
                      <a:pt x="88" y="32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88" y="32"/>
                      <a:pt x="87" y="31"/>
                      <a:pt x="85" y="29"/>
                    </a:cubicBezTo>
                    <a:cubicBezTo>
                      <a:pt x="83" y="27"/>
                      <a:pt x="80" y="24"/>
                      <a:pt x="75" y="21"/>
                    </a:cubicBezTo>
                    <a:cubicBezTo>
                      <a:pt x="75" y="21"/>
                      <a:pt x="75" y="21"/>
                      <a:pt x="74" y="20"/>
                    </a:cubicBezTo>
                    <a:cubicBezTo>
                      <a:pt x="55" y="8"/>
                      <a:pt x="31" y="0"/>
                      <a:pt x="9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356">
                <a:extLst>
                  <a:ext uri="{FF2B5EF4-FFF2-40B4-BE49-F238E27FC236}">
                    <a16:creationId xmlns:a16="http://schemas.microsoft.com/office/drawing/2014/main" id="{E4B9EB7C-1D29-4749-8CD3-56D10008D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1" y="2413"/>
                <a:ext cx="174" cy="142"/>
              </a:xfrm>
              <a:custGeom>
                <a:avLst/>
                <a:gdLst>
                  <a:gd name="T0" fmla="*/ 74 w 75"/>
                  <a:gd name="T1" fmla="*/ 0 h 61"/>
                  <a:gd name="T2" fmla="*/ 73 w 75"/>
                  <a:gd name="T3" fmla="*/ 0 h 61"/>
                  <a:gd name="T4" fmla="*/ 67 w 75"/>
                  <a:gd name="T5" fmla="*/ 9 h 61"/>
                  <a:gd name="T6" fmla="*/ 41 w 75"/>
                  <a:gd name="T7" fmla="*/ 35 h 61"/>
                  <a:gd name="T8" fmla="*/ 11 w 75"/>
                  <a:gd name="T9" fmla="*/ 55 h 61"/>
                  <a:gd name="T10" fmla="*/ 2 w 75"/>
                  <a:gd name="T11" fmla="*/ 60 h 61"/>
                  <a:gd name="T12" fmla="*/ 0 w 75"/>
                  <a:gd name="T13" fmla="*/ 61 h 61"/>
                  <a:gd name="T14" fmla="*/ 49 w 75"/>
                  <a:gd name="T15" fmla="*/ 45 h 61"/>
                  <a:gd name="T16" fmla="*/ 74 w 75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61">
                    <a:moveTo>
                      <a:pt x="74" y="0"/>
                    </a:moveTo>
                    <a:cubicBezTo>
                      <a:pt x="74" y="0"/>
                      <a:pt x="74" y="0"/>
                      <a:pt x="73" y="0"/>
                    </a:cubicBezTo>
                    <a:cubicBezTo>
                      <a:pt x="72" y="2"/>
                      <a:pt x="70" y="5"/>
                      <a:pt x="67" y="9"/>
                    </a:cubicBezTo>
                    <a:cubicBezTo>
                      <a:pt x="61" y="16"/>
                      <a:pt x="52" y="26"/>
                      <a:pt x="41" y="35"/>
                    </a:cubicBezTo>
                    <a:cubicBezTo>
                      <a:pt x="30" y="44"/>
                      <a:pt x="19" y="51"/>
                      <a:pt x="11" y="55"/>
                    </a:cubicBezTo>
                    <a:cubicBezTo>
                      <a:pt x="7" y="58"/>
                      <a:pt x="4" y="59"/>
                      <a:pt x="2" y="60"/>
                    </a:cubicBezTo>
                    <a:cubicBezTo>
                      <a:pt x="1" y="61"/>
                      <a:pt x="0" y="61"/>
                      <a:pt x="0" y="61"/>
                    </a:cubicBezTo>
                    <a:cubicBezTo>
                      <a:pt x="16" y="58"/>
                      <a:pt x="36" y="54"/>
                      <a:pt x="49" y="45"/>
                    </a:cubicBezTo>
                    <a:cubicBezTo>
                      <a:pt x="63" y="35"/>
                      <a:pt x="75" y="17"/>
                      <a:pt x="74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357">
                <a:extLst>
                  <a:ext uri="{FF2B5EF4-FFF2-40B4-BE49-F238E27FC236}">
                    <a16:creationId xmlns:a16="http://schemas.microsoft.com/office/drawing/2014/main" id="{EE7C6CBB-DE41-4389-B194-25E696FCD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9" y="2413"/>
                <a:ext cx="174" cy="142"/>
              </a:xfrm>
              <a:custGeom>
                <a:avLst/>
                <a:gdLst>
                  <a:gd name="T0" fmla="*/ 75 w 75"/>
                  <a:gd name="T1" fmla="*/ 0 h 61"/>
                  <a:gd name="T2" fmla="*/ 0 w 75"/>
                  <a:gd name="T3" fmla="*/ 61 h 61"/>
                  <a:gd name="T4" fmla="*/ 0 w 75"/>
                  <a:gd name="T5" fmla="*/ 61 h 61"/>
                  <a:gd name="T6" fmla="*/ 1 w 75"/>
                  <a:gd name="T7" fmla="*/ 61 h 61"/>
                  <a:gd name="T8" fmla="*/ 3 w 75"/>
                  <a:gd name="T9" fmla="*/ 60 h 61"/>
                  <a:gd name="T10" fmla="*/ 12 w 75"/>
                  <a:gd name="T11" fmla="*/ 55 h 61"/>
                  <a:gd name="T12" fmla="*/ 42 w 75"/>
                  <a:gd name="T13" fmla="*/ 35 h 61"/>
                  <a:gd name="T14" fmla="*/ 68 w 75"/>
                  <a:gd name="T15" fmla="*/ 9 h 61"/>
                  <a:gd name="T16" fmla="*/ 74 w 75"/>
                  <a:gd name="T17" fmla="*/ 0 h 61"/>
                  <a:gd name="T18" fmla="*/ 75 w 75"/>
                  <a:gd name="T19" fmla="*/ 0 h 61"/>
                  <a:gd name="T20" fmla="*/ 75 w 75"/>
                  <a:gd name="T21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61">
                    <a:moveTo>
                      <a:pt x="75" y="0"/>
                    </a:moveTo>
                    <a:cubicBezTo>
                      <a:pt x="56" y="25"/>
                      <a:pt x="28" y="47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1" y="61"/>
                    </a:cubicBezTo>
                    <a:cubicBezTo>
                      <a:pt x="1" y="61"/>
                      <a:pt x="2" y="61"/>
                      <a:pt x="3" y="60"/>
                    </a:cubicBezTo>
                    <a:cubicBezTo>
                      <a:pt x="5" y="59"/>
                      <a:pt x="8" y="58"/>
                      <a:pt x="12" y="55"/>
                    </a:cubicBezTo>
                    <a:cubicBezTo>
                      <a:pt x="20" y="51"/>
                      <a:pt x="31" y="44"/>
                      <a:pt x="42" y="35"/>
                    </a:cubicBezTo>
                    <a:cubicBezTo>
                      <a:pt x="53" y="26"/>
                      <a:pt x="62" y="16"/>
                      <a:pt x="68" y="9"/>
                    </a:cubicBezTo>
                    <a:cubicBezTo>
                      <a:pt x="71" y="5"/>
                      <a:pt x="73" y="2"/>
                      <a:pt x="74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358">
                <a:extLst>
                  <a:ext uri="{FF2B5EF4-FFF2-40B4-BE49-F238E27FC236}">
                    <a16:creationId xmlns:a16="http://schemas.microsoft.com/office/drawing/2014/main" id="{A8166363-00FE-4260-91D1-F17DEDF2F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9" y="255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359">
                <a:extLst>
                  <a:ext uri="{FF2B5EF4-FFF2-40B4-BE49-F238E27FC236}">
                    <a16:creationId xmlns:a16="http://schemas.microsoft.com/office/drawing/2014/main" id="{4B7CB881-3B29-4055-BA31-95AF1ABD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3" y="2985"/>
                <a:ext cx="176" cy="1079"/>
              </a:xfrm>
              <a:custGeom>
                <a:avLst/>
                <a:gdLst>
                  <a:gd name="T0" fmla="*/ 0 w 176"/>
                  <a:gd name="T1" fmla="*/ 1079 h 1079"/>
                  <a:gd name="T2" fmla="*/ 53 w 176"/>
                  <a:gd name="T3" fmla="*/ 1079 h 1079"/>
                  <a:gd name="T4" fmla="*/ 176 w 176"/>
                  <a:gd name="T5" fmla="*/ 7 h 1079"/>
                  <a:gd name="T6" fmla="*/ 120 w 176"/>
                  <a:gd name="T7" fmla="*/ 0 h 1079"/>
                  <a:gd name="T8" fmla="*/ 0 w 176"/>
                  <a:gd name="T9" fmla="*/ 1079 h 1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1079">
                    <a:moveTo>
                      <a:pt x="0" y="1079"/>
                    </a:moveTo>
                    <a:lnTo>
                      <a:pt x="53" y="1079"/>
                    </a:lnTo>
                    <a:lnTo>
                      <a:pt x="176" y="7"/>
                    </a:lnTo>
                    <a:lnTo>
                      <a:pt x="120" y="0"/>
                    </a:lnTo>
                    <a:lnTo>
                      <a:pt x="0" y="107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360">
                <a:extLst>
                  <a:ext uri="{FF2B5EF4-FFF2-40B4-BE49-F238E27FC236}">
                    <a16:creationId xmlns:a16="http://schemas.microsoft.com/office/drawing/2014/main" id="{D53C4381-B94D-4FC6-8BBD-CFF3820B2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6" y="2985"/>
                <a:ext cx="177" cy="1079"/>
              </a:xfrm>
              <a:custGeom>
                <a:avLst/>
                <a:gdLst>
                  <a:gd name="T0" fmla="*/ 0 w 177"/>
                  <a:gd name="T1" fmla="*/ 1079 h 1079"/>
                  <a:gd name="T2" fmla="*/ 56 w 177"/>
                  <a:gd name="T3" fmla="*/ 1079 h 1079"/>
                  <a:gd name="T4" fmla="*/ 177 w 177"/>
                  <a:gd name="T5" fmla="*/ 7 h 1079"/>
                  <a:gd name="T6" fmla="*/ 123 w 177"/>
                  <a:gd name="T7" fmla="*/ 0 h 1079"/>
                  <a:gd name="T8" fmla="*/ 0 w 177"/>
                  <a:gd name="T9" fmla="*/ 1079 h 1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1079">
                    <a:moveTo>
                      <a:pt x="0" y="1079"/>
                    </a:moveTo>
                    <a:lnTo>
                      <a:pt x="56" y="1079"/>
                    </a:lnTo>
                    <a:lnTo>
                      <a:pt x="177" y="7"/>
                    </a:lnTo>
                    <a:lnTo>
                      <a:pt x="123" y="0"/>
                    </a:lnTo>
                    <a:lnTo>
                      <a:pt x="0" y="1079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361">
                <a:extLst>
                  <a:ext uri="{FF2B5EF4-FFF2-40B4-BE49-F238E27FC236}">
                    <a16:creationId xmlns:a16="http://schemas.microsoft.com/office/drawing/2014/main" id="{D3842A40-081D-4560-B430-446475417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4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362">
                <a:extLst>
                  <a:ext uri="{FF2B5EF4-FFF2-40B4-BE49-F238E27FC236}">
                    <a16:creationId xmlns:a16="http://schemas.microsoft.com/office/drawing/2014/main" id="{6EEFB233-C7D3-4B96-85D7-F67CEDED4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8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363">
                <a:extLst>
                  <a:ext uri="{FF2B5EF4-FFF2-40B4-BE49-F238E27FC236}">
                    <a16:creationId xmlns:a16="http://schemas.microsoft.com/office/drawing/2014/main" id="{00C70565-D3D2-4587-8366-04D4FD8A8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8" y="2997"/>
                <a:ext cx="179" cy="1070"/>
              </a:xfrm>
              <a:custGeom>
                <a:avLst/>
                <a:gdLst>
                  <a:gd name="T0" fmla="*/ 179 w 179"/>
                  <a:gd name="T1" fmla="*/ 1070 h 1070"/>
                  <a:gd name="T2" fmla="*/ 123 w 179"/>
                  <a:gd name="T3" fmla="*/ 1070 h 1070"/>
                  <a:gd name="T4" fmla="*/ 0 w 179"/>
                  <a:gd name="T5" fmla="*/ 7 h 1070"/>
                  <a:gd name="T6" fmla="*/ 56 w 179"/>
                  <a:gd name="T7" fmla="*/ 0 h 1070"/>
                  <a:gd name="T8" fmla="*/ 179 w 179"/>
                  <a:gd name="T9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70">
                    <a:moveTo>
                      <a:pt x="179" y="1070"/>
                    </a:moveTo>
                    <a:lnTo>
                      <a:pt x="123" y="1070"/>
                    </a:lnTo>
                    <a:lnTo>
                      <a:pt x="0" y="7"/>
                    </a:lnTo>
                    <a:lnTo>
                      <a:pt x="56" y="0"/>
                    </a:lnTo>
                    <a:lnTo>
                      <a:pt x="179" y="107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Rectangle 364">
                <a:extLst>
                  <a:ext uri="{FF2B5EF4-FFF2-40B4-BE49-F238E27FC236}">
                    <a16:creationId xmlns:a16="http://schemas.microsoft.com/office/drawing/2014/main" id="{C9410D75-7D69-463B-8BB7-8789D6D4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3055"/>
                <a:ext cx="1114" cy="114"/>
              </a:xfrm>
              <a:prstGeom prst="rect">
                <a:avLst/>
              </a:pr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365">
                <a:extLst>
                  <a:ext uri="{FF2B5EF4-FFF2-40B4-BE49-F238E27FC236}">
                    <a16:creationId xmlns:a16="http://schemas.microsoft.com/office/drawing/2014/main" id="{E7474E34-2E12-49A2-9F89-2D2DFDB7B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1766"/>
                <a:ext cx="809" cy="1300"/>
              </a:xfrm>
              <a:custGeom>
                <a:avLst/>
                <a:gdLst>
                  <a:gd name="T0" fmla="*/ 714 w 809"/>
                  <a:gd name="T1" fmla="*/ 0 h 1300"/>
                  <a:gd name="T2" fmla="*/ 7 w 809"/>
                  <a:gd name="T3" fmla="*/ 9 h 1300"/>
                  <a:gd name="T4" fmla="*/ 0 w 809"/>
                  <a:gd name="T5" fmla="*/ 1289 h 1300"/>
                  <a:gd name="T6" fmla="*/ 809 w 809"/>
                  <a:gd name="T7" fmla="*/ 1300 h 1300"/>
                  <a:gd name="T8" fmla="*/ 714 w 809"/>
                  <a:gd name="T9" fmla="*/ 0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9" h="1300">
                    <a:moveTo>
                      <a:pt x="714" y="0"/>
                    </a:moveTo>
                    <a:lnTo>
                      <a:pt x="7" y="9"/>
                    </a:lnTo>
                    <a:lnTo>
                      <a:pt x="0" y="1289"/>
                    </a:lnTo>
                    <a:lnTo>
                      <a:pt x="809" y="1300"/>
                    </a:lnTo>
                    <a:lnTo>
                      <a:pt x="714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366">
                <a:extLst>
                  <a:ext uri="{FF2B5EF4-FFF2-40B4-BE49-F238E27FC236}">
                    <a16:creationId xmlns:a16="http://schemas.microsoft.com/office/drawing/2014/main" id="{E69E04FD-9E68-4FB0-B8F2-C205F687A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1766"/>
                <a:ext cx="809" cy="1300"/>
              </a:xfrm>
              <a:custGeom>
                <a:avLst/>
                <a:gdLst>
                  <a:gd name="T0" fmla="*/ 714 w 809"/>
                  <a:gd name="T1" fmla="*/ 0 h 1300"/>
                  <a:gd name="T2" fmla="*/ 7 w 809"/>
                  <a:gd name="T3" fmla="*/ 9 h 1300"/>
                  <a:gd name="T4" fmla="*/ 0 w 809"/>
                  <a:gd name="T5" fmla="*/ 1289 h 1300"/>
                  <a:gd name="T6" fmla="*/ 809 w 809"/>
                  <a:gd name="T7" fmla="*/ 1300 h 1300"/>
                  <a:gd name="T8" fmla="*/ 714 w 809"/>
                  <a:gd name="T9" fmla="*/ 0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9" h="1300">
                    <a:moveTo>
                      <a:pt x="714" y="0"/>
                    </a:moveTo>
                    <a:lnTo>
                      <a:pt x="7" y="9"/>
                    </a:lnTo>
                    <a:lnTo>
                      <a:pt x="0" y="1289"/>
                    </a:lnTo>
                    <a:lnTo>
                      <a:pt x="809" y="1300"/>
                    </a:lnTo>
                    <a:lnTo>
                      <a:pt x="7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367">
                <a:extLst>
                  <a:ext uri="{FF2B5EF4-FFF2-40B4-BE49-F238E27FC236}">
                    <a16:creationId xmlns:a16="http://schemas.microsoft.com/office/drawing/2014/main" id="{8CC40FBF-D342-49C7-AA28-BA1869FB0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1" y="1668"/>
                <a:ext cx="1293" cy="1140"/>
              </a:xfrm>
              <a:custGeom>
                <a:avLst/>
                <a:gdLst>
                  <a:gd name="T0" fmla="*/ 412 w 556"/>
                  <a:gd name="T1" fmla="*/ 257 h 490"/>
                  <a:gd name="T2" fmla="*/ 379 w 556"/>
                  <a:gd name="T3" fmla="*/ 211 h 490"/>
                  <a:gd name="T4" fmla="*/ 358 w 556"/>
                  <a:gd name="T5" fmla="*/ 129 h 490"/>
                  <a:gd name="T6" fmla="*/ 351 w 556"/>
                  <a:gd name="T7" fmla="*/ 113 h 490"/>
                  <a:gd name="T8" fmla="*/ 305 w 556"/>
                  <a:gd name="T9" fmla="*/ 69 h 490"/>
                  <a:gd name="T10" fmla="*/ 261 w 556"/>
                  <a:gd name="T11" fmla="*/ 44 h 490"/>
                  <a:gd name="T12" fmla="*/ 250 w 556"/>
                  <a:gd name="T13" fmla="*/ 21 h 490"/>
                  <a:gd name="T14" fmla="*/ 137 w 556"/>
                  <a:gd name="T15" fmla="*/ 0 h 490"/>
                  <a:gd name="T16" fmla="*/ 115 w 556"/>
                  <a:gd name="T17" fmla="*/ 27 h 490"/>
                  <a:gd name="T18" fmla="*/ 18 w 556"/>
                  <a:gd name="T19" fmla="*/ 69 h 490"/>
                  <a:gd name="T20" fmla="*/ 42 w 556"/>
                  <a:gd name="T21" fmla="*/ 282 h 490"/>
                  <a:gd name="T22" fmla="*/ 7 w 556"/>
                  <a:gd name="T23" fmla="*/ 430 h 490"/>
                  <a:gd name="T24" fmla="*/ 9 w 556"/>
                  <a:gd name="T25" fmla="*/ 490 h 490"/>
                  <a:gd name="T26" fmla="*/ 67 w 556"/>
                  <a:gd name="T27" fmla="*/ 435 h 490"/>
                  <a:gd name="T28" fmla="*/ 137 w 556"/>
                  <a:gd name="T29" fmla="*/ 391 h 490"/>
                  <a:gd name="T30" fmla="*/ 354 w 556"/>
                  <a:gd name="T31" fmla="*/ 392 h 490"/>
                  <a:gd name="T32" fmla="*/ 346 w 556"/>
                  <a:gd name="T33" fmla="*/ 331 h 490"/>
                  <a:gd name="T34" fmla="*/ 521 w 556"/>
                  <a:gd name="T35" fmla="*/ 365 h 490"/>
                  <a:gd name="T36" fmla="*/ 554 w 556"/>
                  <a:gd name="T37" fmla="*/ 305 h 490"/>
                  <a:gd name="T38" fmla="*/ 412 w 556"/>
                  <a:gd name="T39" fmla="*/ 257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56" h="490">
                    <a:moveTo>
                      <a:pt x="412" y="257"/>
                    </a:moveTo>
                    <a:cubicBezTo>
                      <a:pt x="411" y="247"/>
                      <a:pt x="379" y="211"/>
                      <a:pt x="379" y="211"/>
                    </a:cubicBezTo>
                    <a:cubicBezTo>
                      <a:pt x="379" y="211"/>
                      <a:pt x="363" y="148"/>
                      <a:pt x="358" y="129"/>
                    </a:cubicBezTo>
                    <a:cubicBezTo>
                      <a:pt x="357" y="124"/>
                      <a:pt x="354" y="119"/>
                      <a:pt x="351" y="113"/>
                    </a:cubicBezTo>
                    <a:cubicBezTo>
                      <a:pt x="340" y="95"/>
                      <a:pt x="324" y="79"/>
                      <a:pt x="305" y="69"/>
                    </a:cubicBezTo>
                    <a:cubicBezTo>
                      <a:pt x="261" y="44"/>
                      <a:pt x="261" y="44"/>
                      <a:pt x="261" y="44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15" y="27"/>
                      <a:pt x="29" y="59"/>
                      <a:pt x="18" y="69"/>
                    </a:cubicBezTo>
                    <a:cubicBezTo>
                      <a:pt x="4" y="81"/>
                      <a:pt x="42" y="282"/>
                      <a:pt x="42" y="282"/>
                    </a:cubicBezTo>
                    <a:cubicBezTo>
                      <a:pt x="42" y="282"/>
                      <a:pt x="13" y="404"/>
                      <a:pt x="7" y="430"/>
                    </a:cubicBezTo>
                    <a:cubicBezTo>
                      <a:pt x="0" y="455"/>
                      <a:pt x="9" y="490"/>
                      <a:pt x="9" y="490"/>
                    </a:cubicBezTo>
                    <a:cubicBezTo>
                      <a:pt x="67" y="435"/>
                      <a:pt x="67" y="435"/>
                      <a:pt x="67" y="435"/>
                    </a:cubicBezTo>
                    <a:cubicBezTo>
                      <a:pt x="83" y="415"/>
                      <a:pt x="112" y="391"/>
                      <a:pt x="137" y="391"/>
                    </a:cubicBezTo>
                    <a:cubicBezTo>
                      <a:pt x="354" y="392"/>
                      <a:pt x="354" y="392"/>
                      <a:pt x="354" y="392"/>
                    </a:cubicBezTo>
                    <a:cubicBezTo>
                      <a:pt x="346" y="331"/>
                      <a:pt x="346" y="331"/>
                      <a:pt x="346" y="331"/>
                    </a:cubicBezTo>
                    <a:cubicBezTo>
                      <a:pt x="521" y="365"/>
                      <a:pt x="521" y="365"/>
                      <a:pt x="521" y="365"/>
                    </a:cubicBezTo>
                    <a:cubicBezTo>
                      <a:pt x="521" y="365"/>
                      <a:pt x="551" y="306"/>
                      <a:pt x="554" y="305"/>
                    </a:cubicBezTo>
                    <a:cubicBezTo>
                      <a:pt x="556" y="304"/>
                      <a:pt x="412" y="257"/>
                      <a:pt x="412" y="257"/>
                    </a:cubicBezTo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368">
                <a:extLst>
                  <a:ext uri="{FF2B5EF4-FFF2-40B4-BE49-F238E27FC236}">
                    <a16:creationId xmlns:a16="http://schemas.microsoft.com/office/drawing/2014/main" id="{35C7E721-1E53-4A9C-8CCC-4F166BC32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9" y="1738"/>
                <a:ext cx="352" cy="817"/>
              </a:xfrm>
              <a:custGeom>
                <a:avLst/>
                <a:gdLst>
                  <a:gd name="T0" fmla="*/ 2 w 151"/>
                  <a:gd name="T1" fmla="*/ 2 h 351"/>
                  <a:gd name="T2" fmla="*/ 33 w 151"/>
                  <a:gd name="T3" fmla="*/ 99 h 351"/>
                  <a:gd name="T4" fmla="*/ 47 w 151"/>
                  <a:gd name="T5" fmla="*/ 179 h 351"/>
                  <a:gd name="T6" fmla="*/ 47 w 151"/>
                  <a:gd name="T7" fmla="*/ 283 h 351"/>
                  <a:gd name="T8" fmla="*/ 47 w 151"/>
                  <a:gd name="T9" fmla="*/ 351 h 351"/>
                  <a:gd name="T10" fmla="*/ 151 w 151"/>
                  <a:gd name="T11" fmla="*/ 344 h 351"/>
                  <a:gd name="T12" fmla="*/ 135 w 151"/>
                  <a:gd name="T13" fmla="*/ 231 h 351"/>
                  <a:gd name="T14" fmla="*/ 119 w 151"/>
                  <a:gd name="T15" fmla="*/ 130 h 351"/>
                  <a:gd name="T16" fmla="*/ 104 w 151"/>
                  <a:gd name="T17" fmla="*/ 27 h 351"/>
                  <a:gd name="T18" fmla="*/ 2 w 151"/>
                  <a:gd name="T19" fmla="*/ 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351">
                    <a:moveTo>
                      <a:pt x="2" y="2"/>
                    </a:moveTo>
                    <a:cubicBezTo>
                      <a:pt x="0" y="0"/>
                      <a:pt x="15" y="52"/>
                      <a:pt x="33" y="99"/>
                    </a:cubicBezTo>
                    <a:cubicBezTo>
                      <a:pt x="42" y="125"/>
                      <a:pt x="47" y="152"/>
                      <a:pt x="47" y="179"/>
                    </a:cubicBezTo>
                    <a:cubicBezTo>
                      <a:pt x="47" y="283"/>
                      <a:pt x="47" y="283"/>
                      <a:pt x="47" y="283"/>
                    </a:cubicBezTo>
                    <a:cubicBezTo>
                      <a:pt x="47" y="351"/>
                      <a:pt x="47" y="351"/>
                      <a:pt x="47" y="351"/>
                    </a:cubicBezTo>
                    <a:cubicBezTo>
                      <a:pt x="151" y="344"/>
                      <a:pt x="151" y="344"/>
                      <a:pt x="151" y="344"/>
                    </a:cubicBezTo>
                    <a:cubicBezTo>
                      <a:pt x="135" y="231"/>
                      <a:pt x="135" y="231"/>
                      <a:pt x="135" y="231"/>
                    </a:cubicBezTo>
                    <a:cubicBezTo>
                      <a:pt x="135" y="231"/>
                      <a:pt x="122" y="158"/>
                      <a:pt x="119" y="130"/>
                    </a:cubicBezTo>
                    <a:cubicBezTo>
                      <a:pt x="116" y="105"/>
                      <a:pt x="104" y="27"/>
                      <a:pt x="104" y="27"/>
                    </a:cubicBezTo>
                    <a:cubicBezTo>
                      <a:pt x="104" y="27"/>
                      <a:pt x="45" y="4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369">
                <a:extLst>
                  <a:ext uri="{FF2B5EF4-FFF2-40B4-BE49-F238E27FC236}">
                    <a16:creationId xmlns:a16="http://schemas.microsoft.com/office/drawing/2014/main" id="{F0464075-FEF5-44DC-A5F0-D5844C6DF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4" y="2266"/>
                <a:ext cx="100" cy="100"/>
              </a:xfrm>
              <a:custGeom>
                <a:avLst/>
                <a:gdLst>
                  <a:gd name="T0" fmla="*/ 0 w 43"/>
                  <a:gd name="T1" fmla="*/ 43 h 43"/>
                  <a:gd name="T2" fmla="*/ 0 w 43"/>
                  <a:gd name="T3" fmla="*/ 40 h 43"/>
                  <a:gd name="T4" fmla="*/ 1 w 43"/>
                  <a:gd name="T5" fmla="*/ 33 h 43"/>
                  <a:gd name="T6" fmla="*/ 13 w 43"/>
                  <a:gd name="T7" fmla="*/ 13 h 43"/>
                  <a:gd name="T8" fmla="*/ 33 w 43"/>
                  <a:gd name="T9" fmla="*/ 1 h 43"/>
                  <a:gd name="T10" fmla="*/ 40 w 43"/>
                  <a:gd name="T11" fmla="*/ 0 h 43"/>
                  <a:gd name="T12" fmla="*/ 43 w 43"/>
                  <a:gd name="T13" fmla="*/ 0 h 43"/>
                  <a:gd name="T14" fmla="*/ 34 w 43"/>
                  <a:gd name="T15" fmla="*/ 2 h 43"/>
                  <a:gd name="T16" fmla="*/ 15 w 43"/>
                  <a:gd name="T17" fmla="*/ 14 h 43"/>
                  <a:gd name="T18" fmla="*/ 3 w 43"/>
                  <a:gd name="T19" fmla="*/ 34 h 43"/>
                  <a:gd name="T20" fmla="*/ 0 w 43"/>
                  <a:gd name="T2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43">
                    <a:moveTo>
                      <a:pt x="0" y="43"/>
                    </a:moveTo>
                    <a:cubicBezTo>
                      <a:pt x="0" y="43"/>
                      <a:pt x="0" y="42"/>
                      <a:pt x="0" y="40"/>
                    </a:cubicBezTo>
                    <a:cubicBezTo>
                      <a:pt x="0" y="39"/>
                      <a:pt x="1" y="36"/>
                      <a:pt x="1" y="33"/>
                    </a:cubicBezTo>
                    <a:cubicBezTo>
                      <a:pt x="3" y="28"/>
                      <a:pt x="7" y="20"/>
                      <a:pt x="13" y="13"/>
                    </a:cubicBezTo>
                    <a:cubicBezTo>
                      <a:pt x="20" y="7"/>
                      <a:pt x="28" y="3"/>
                      <a:pt x="33" y="1"/>
                    </a:cubicBezTo>
                    <a:cubicBezTo>
                      <a:pt x="36" y="0"/>
                      <a:pt x="39" y="0"/>
                      <a:pt x="40" y="0"/>
                    </a:cubicBezTo>
                    <a:cubicBezTo>
                      <a:pt x="42" y="0"/>
                      <a:pt x="43" y="0"/>
                      <a:pt x="43" y="0"/>
                    </a:cubicBezTo>
                    <a:cubicBezTo>
                      <a:pt x="43" y="0"/>
                      <a:pt x="39" y="1"/>
                      <a:pt x="34" y="2"/>
                    </a:cubicBezTo>
                    <a:cubicBezTo>
                      <a:pt x="28" y="4"/>
                      <a:pt x="21" y="8"/>
                      <a:pt x="15" y="14"/>
                    </a:cubicBezTo>
                    <a:cubicBezTo>
                      <a:pt x="8" y="21"/>
                      <a:pt x="5" y="28"/>
                      <a:pt x="3" y="34"/>
                    </a:cubicBezTo>
                    <a:cubicBezTo>
                      <a:pt x="1" y="39"/>
                      <a:pt x="0" y="43"/>
                      <a:pt x="0" y="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370">
                <a:extLst>
                  <a:ext uri="{FF2B5EF4-FFF2-40B4-BE49-F238E27FC236}">
                    <a16:creationId xmlns:a16="http://schemas.microsoft.com/office/drawing/2014/main" id="{73AF59A9-FC5F-429E-B1A9-FA25E4CAB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5" y="2257"/>
                <a:ext cx="77" cy="14"/>
              </a:xfrm>
              <a:custGeom>
                <a:avLst/>
                <a:gdLst>
                  <a:gd name="T0" fmla="*/ 0 w 33"/>
                  <a:gd name="T1" fmla="*/ 6 h 6"/>
                  <a:gd name="T2" fmla="*/ 16 w 33"/>
                  <a:gd name="T3" fmla="*/ 1 h 6"/>
                  <a:gd name="T4" fmla="*/ 33 w 33"/>
                  <a:gd name="T5" fmla="*/ 3 h 6"/>
                  <a:gd name="T6" fmla="*/ 16 w 33"/>
                  <a:gd name="T7" fmla="*/ 3 h 6"/>
                  <a:gd name="T8" fmla="*/ 0 w 33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6">
                    <a:moveTo>
                      <a:pt x="0" y="6"/>
                    </a:moveTo>
                    <a:cubicBezTo>
                      <a:pt x="0" y="5"/>
                      <a:pt x="7" y="2"/>
                      <a:pt x="16" y="1"/>
                    </a:cubicBezTo>
                    <a:cubicBezTo>
                      <a:pt x="26" y="0"/>
                      <a:pt x="33" y="3"/>
                      <a:pt x="33" y="3"/>
                    </a:cubicBezTo>
                    <a:cubicBezTo>
                      <a:pt x="33" y="4"/>
                      <a:pt x="25" y="2"/>
                      <a:pt x="16" y="3"/>
                    </a:cubicBezTo>
                    <a:cubicBezTo>
                      <a:pt x="7" y="4"/>
                      <a:pt x="1" y="6"/>
                      <a:pt x="0" y="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371">
                <a:extLst>
                  <a:ext uri="{FF2B5EF4-FFF2-40B4-BE49-F238E27FC236}">
                    <a16:creationId xmlns:a16="http://schemas.microsoft.com/office/drawing/2014/main" id="{6B61DD5A-D233-4B5D-B72B-A52F9C623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2" y="2510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303F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372">
                <a:extLst>
                  <a:ext uri="{FF2B5EF4-FFF2-40B4-BE49-F238E27FC236}">
                    <a16:creationId xmlns:a16="http://schemas.microsoft.com/office/drawing/2014/main" id="{36242000-B75F-4213-9DCB-AA537C6CC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4" y="2487"/>
                <a:ext cx="342" cy="91"/>
              </a:xfrm>
              <a:custGeom>
                <a:avLst/>
                <a:gdLst>
                  <a:gd name="T0" fmla="*/ 8 w 147"/>
                  <a:gd name="T1" fmla="*/ 0 h 39"/>
                  <a:gd name="T2" fmla="*/ 0 w 147"/>
                  <a:gd name="T3" fmla="*/ 10 h 39"/>
                  <a:gd name="T4" fmla="*/ 0 w 147"/>
                  <a:gd name="T5" fmla="*/ 11 h 39"/>
                  <a:gd name="T6" fmla="*/ 36 w 147"/>
                  <a:gd name="T7" fmla="*/ 35 h 39"/>
                  <a:gd name="T8" fmla="*/ 80 w 147"/>
                  <a:gd name="T9" fmla="*/ 39 h 39"/>
                  <a:gd name="T10" fmla="*/ 81 w 147"/>
                  <a:gd name="T11" fmla="*/ 39 h 39"/>
                  <a:gd name="T12" fmla="*/ 98 w 147"/>
                  <a:gd name="T13" fmla="*/ 37 h 39"/>
                  <a:gd name="T14" fmla="*/ 116 w 147"/>
                  <a:gd name="T15" fmla="*/ 32 h 39"/>
                  <a:gd name="T16" fmla="*/ 117 w 147"/>
                  <a:gd name="T17" fmla="*/ 32 h 39"/>
                  <a:gd name="T18" fmla="*/ 128 w 147"/>
                  <a:gd name="T19" fmla="*/ 34 h 39"/>
                  <a:gd name="T20" fmla="*/ 135 w 147"/>
                  <a:gd name="T21" fmla="*/ 34 h 39"/>
                  <a:gd name="T22" fmla="*/ 140 w 147"/>
                  <a:gd name="T23" fmla="*/ 34 h 39"/>
                  <a:gd name="T24" fmla="*/ 147 w 147"/>
                  <a:gd name="T25" fmla="*/ 25 h 39"/>
                  <a:gd name="T26" fmla="*/ 8 w 147"/>
                  <a:gd name="T2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39">
                    <a:moveTo>
                      <a:pt x="8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9" y="22"/>
                      <a:pt x="22" y="31"/>
                      <a:pt x="36" y="35"/>
                    </a:cubicBezTo>
                    <a:cubicBezTo>
                      <a:pt x="50" y="38"/>
                      <a:pt x="65" y="39"/>
                      <a:pt x="80" y="39"/>
                    </a:cubicBezTo>
                    <a:cubicBezTo>
                      <a:pt x="81" y="39"/>
                      <a:pt x="81" y="39"/>
                      <a:pt x="81" y="39"/>
                    </a:cubicBezTo>
                    <a:cubicBezTo>
                      <a:pt x="87" y="39"/>
                      <a:pt x="93" y="39"/>
                      <a:pt x="98" y="37"/>
                    </a:cubicBezTo>
                    <a:cubicBezTo>
                      <a:pt x="104" y="35"/>
                      <a:pt x="109" y="32"/>
                      <a:pt x="116" y="32"/>
                    </a:cubicBezTo>
                    <a:cubicBezTo>
                      <a:pt x="116" y="32"/>
                      <a:pt x="116" y="32"/>
                      <a:pt x="117" y="32"/>
                    </a:cubicBezTo>
                    <a:cubicBezTo>
                      <a:pt x="120" y="32"/>
                      <a:pt x="124" y="33"/>
                      <a:pt x="128" y="34"/>
                    </a:cubicBezTo>
                    <a:cubicBezTo>
                      <a:pt x="130" y="34"/>
                      <a:pt x="132" y="34"/>
                      <a:pt x="135" y="34"/>
                    </a:cubicBezTo>
                    <a:cubicBezTo>
                      <a:pt x="137" y="34"/>
                      <a:pt x="138" y="34"/>
                      <a:pt x="140" y="34"/>
                    </a:cubicBezTo>
                    <a:cubicBezTo>
                      <a:pt x="144" y="32"/>
                      <a:pt x="147" y="29"/>
                      <a:pt x="147" y="25"/>
                    </a:cubicBezTo>
                    <a:cubicBezTo>
                      <a:pt x="102" y="12"/>
                      <a:pt x="55" y="3"/>
                      <a:pt x="8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373">
                <a:extLst>
                  <a:ext uri="{FF2B5EF4-FFF2-40B4-BE49-F238E27FC236}">
                    <a16:creationId xmlns:a16="http://schemas.microsoft.com/office/drawing/2014/main" id="{3892DACD-9021-4C87-B4F6-11B70AE5D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2424"/>
                <a:ext cx="435" cy="142"/>
              </a:xfrm>
              <a:custGeom>
                <a:avLst/>
                <a:gdLst>
                  <a:gd name="T0" fmla="*/ 183 w 187"/>
                  <a:gd name="T1" fmla="*/ 41 h 61"/>
                  <a:gd name="T2" fmla="*/ 158 w 187"/>
                  <a:gd name="T3" fmla="*/ 13 h 61"/>
                  <a:gd name="T4" fmla="*/ 105 w 187"/>
                  <a:gd name="T5" fmla="*/ 0 h 61"/>
                  <a:gd name="T6" fmla="*/ 56 w 187"/>
                  <a:gd name="T7" fmla="*/ 15 h 61"/>
                  <a:gd name="T8" fmla="*/ 14 w 187"/>
                  <a:gd name="T9" fmla="*/ 3 h 61"/>
                  <a:gd name="T10" fmla="*/ 0 w 187"/>
                  <a:gd name="T11" fmla="*/ 56 h 61"/>
                  <a:gd name="T12" fmla="*/ 73 w 187"/>
                  <a:gd name="T13" fmla="*/ 61 h 61"/>
                  <a:gd name="T14" fmla="*/ 157 w 187"/>
                  <a:gd name="T15" fmla="*/ 57 h 61"/>
                  <a:gd name="T16" fmla="*/ 159 w 187"/>
                  <a:gd name="T17" fmla="*/ 50 h 61"/>
                  <a:gd name="T18" fmla="*/ 175 w 187"/>
                  <a:gd name="T19" fmla="*/ 55 h 61"/>
                  <a:gd name="T20" fmla="*/ 183 w 187"/>
                  <a:gd name="T21" fmla="*/ 54 h 61"/>
                  <a:gd name="T22" fmla="*/ 183 w 187"/>
                  <a:gd name="T23" fmla="*/ 4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7" h="61">
                    <a:moveTo>
                      <a:pt x="183" y="41"/>
                    </a:moveTo>
                    <a:cubicBezTo>
                      <a:pt x="158" y="13"/>
                      <a:pt x="158" y="13"/>
                      <a:pt x="158" y="13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5" y="0"/>
                      <a:pt x="57" y="15"/>
                      <a:pt x="56" y="15"/>
                    </a:cubicBezTo>
                    <a:cubicBezTo>
                      <a:pt x="55" y="14"/>
                      <a:pt x="14" y="3"/>
                      <a:pt x="14" y="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73" y="61"/>
                      <a:pt x="73" y="61"/>
                      <a:pt x="73" y="61"/>
                    </a:cubicBezTo>
                    <a:cubicBezTo>
                      <a:pt x="157" y="57"/>
                      <a:pt x="157" y="57"/>
                      <a:pt x="157" y="57"/>
                    </a:cubicBezTo>
                    <a:cubicBezTo>
                      <a:pt x="157" y="57"/>
                      <a:pt x="161" y="53"/>
                      <a:pt x="159" y="50"/>
                    </a:cubicBezTo>
                    <a:cubicBezTo>
                      <a:pt x="156" y="48"/>
                      <a:pt x="173" y="55"/>
                      <a:pt x="175" y="55"/>
                    </a:cubicBezTo>
                    <a:cubicBezTo>
                      <a:pt x="177" y="55"/>
                      <a:pt x="180" y="57"/>
                      <a:pt x="183" y="54"/>
                    </a:cubicBezTo>
                    <a:cubicBezTo>
                      <a:pt x="185" y="52"/>
                      <a:pt x="187" y="45"/>
                      <a:pt x="183" y="41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374">
                <a:extLst>
                  <a:ext uri="{FF2B5EF4-FFF2-40B4-BE49-F238E27FC236}">
                    <a16:creationId xmlns:a16="http://schemas.microsoft.com/office/drawing/2014/main" id="{054EE836-03AD-4A7E-9366-CAD69D17D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5" y="2506"/>
                <a:ext cx="133" cy="37"/>
              </a:xfrm>
              <a:custGeom>
                <a:avLst/>
                <a:gdLst>
                  <a:gd name="T0" fmla="*/ 57 w 57"/>
                  <a:gd name="T1" fmla="*/ 15 h 16"/>
                  <a:gd name="T2" fmla="*/ 48 w 57"/>
                  <a:gd name="T3" fmla="*/ 13 h 16"/>
                  <a:gd name="T4" fmla="*/ 28 w 57"/>
                  <a:gd name="T5" fmla="*/ 7 h 16"/>
                  <a:gd name="T6" fmla="*/ 8 w 57"/>
                  <a:gd name="T7" fmla="*/ 3 h 16"/>
                  <a:gd name="T8" fmla="*/ 0 w 57"/>
                  <a:gd name="T9" fmla="*/ 1 h 16"/>
                  <a:gd name="T10" fmla="*/ 8 w 57"/>
                  <a:gd name="T11" fmla="*/ 1 h 16"/>
                  <a:gd name="T12" fmla="*/ 29 w 57"/>
                  <a:gd name="T13" fmla="*/ 5 h 16"/>
                  <a:gd name="T14" fmla="*/ 49 w 57"/>
                  <a:gd name="T15" fmla="*/ 12 h 16"/>
                  <a:gd name="T16" fmla="*/ 57 w 57"/>
                  <a:gd name="T17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16">
                    <a:moveTo>
                      <a:pt x="57" y="15"/>
                    </a:moveTo>
                    <a:cubicBezTo>
                      <a:pt x="57" y="16"/>
                      <a:pt x="53" y="15"/>
                      <a:pt x="48" y="13"/>
                    </a:cubicBezTo>
                    <a:cubicBezTo>
                      <a:pt x="43" y="11"/>
                      <a:pt x="36" y="9"/>
                      <a:pt x="28" y="7"/>
                    </a:cubicBezTo>
                    <a:cubicBezTo>
                      <a:pt x="21" y="5"/>
                      <a:pt x="13" y="4"/>
                      <a:pt x="8" y="3"/>
                    </a:cubicBezTo>
                    <a:cubicBezTo>
                      <a:pt x="3" y="2"/>
                      <a:pt x="0" y="1"/>
                      <a:pt x="0" y="1"/>
                    </a:cubicBezTo>
                    <a:cubicBezTo>
                      <a:pt x="0" y="0"/>
                      <a:pt x="3" y="1"/>
                      <a:pt x="8" y="1"/>
                    </a:cubicBezTo>
                    <a:cubicBezTo>
                      <a:pt x="14" y="2"/>
                      <a:pt x="21" y="3"/>
                      <a:pt x="29" y="5"/>
                    </a:cubicBezTo>
                    <a:cubicBezTo>
                      <a:pt x="37" y="7"/>
                      <a:pt x="44" y="10"/>
                      <a:pt x="49" y="12"/>
                    </a:cubicBezTo>
                    <a:cubicBezTo>
                      <a:pt x="54" y="14"/>
                      <a:pt x="57" y="15"/>
                      <a:pt x="57" y="15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375">
                <a:extLst>
                  <a:ext uri="{FF2B5EF4-FFF2-40B4-BE49-F238E27FC236}">
                    <a16:creationId xmlns:a16="http://schemas.microsoft.com/office/drawing/2014/main" id="{9B638E3F-9DE8-4F34-8804-5F759B07E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8" y="2471"/>
                <a:ext cx="186" cy="49"/>
              </a:xfrm>
              <a:custGeom>
                <a:avLst/>
                <a:gdLst>
                  <a:gd name="T0" fmla="*/ 80 w 80"/>
                  <a:gd name="T1" fmla="*/ 21 h 21"/>
                  <a:gd name="T2" fmla="*/ 69 w 80"/>
                  <a:gd name="T3" fmla="*/ 17 h 21"/>
                  <a:gd name="T4" fmla="*/ 40 w 80"/>
                  <a:gd name="T5" fmla="*/ 8 h 21"/>
                  <a:gd name="T6" fmla="*/ 12 w 80"/>
                  <a:gd name="T7" fmla="*/ 1 h 21"/>
                  <a:gd name="T8" fmla="*/ 0 w 80"/>
                  <a:gd name="T9" fmla="*/ 2 h 21"/>
                  <a:gd name="T10" fmla="*/ 3 w 80"/>
                  <a:gd name="T11" fmla="*/ 1 h 21"/>
                  <a:gd name="T12" fmla="*/ 12 w 80"/>
                  <a:gd name="T13" fmla="*/ 0 h 21"/>
                  <a:gd name="T14" fmla="*/ 41 w 80"/>
                  <a:gd name="T15" fmla="*/ 7 h 21"/>
                  <a:gd name="T16" fmla="*/ 69 w 80"/>
                  <a:gd name="T17" fmla="*/ 16 h 21"/>
                  <a:gd name="T18" fmla="*/ 77 w 80"/>
                  <a:gd name="T19" fmla="*/ 19 h 21"/>
                  <a:gd name="T20" fmla="*/ 80 w 80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21">
                    <a:moveTo>
                      <a:pt x="80" y="21"/>
                    </a:moveTo>
                    <a:cubicBezTo>
                      <a:pt x="80" y="21"/>
                      <a:pt x="76" y="19"/>
                      <a:pt x="69" y="17"/>
                    </a:cubicBezTo>
                    <a:cubicBezTo>
                      <a:pt x="61" y="14"/>
                      <a:pt x="52" y="11"/>
                      <a:pt x="40" y="8"/>
                    </a:cubicBezTo>
                    <a:cubicBezTo>
                      <a:pt x="29" y="5"/>
                      <a:pt x="19" y="2"/>
                      <a:pt x="12" y="1"/>
                    </a:cubicBezTo>
                    <a:cubicBezTo>
                      <a:pt x="4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3" y="1"/>
                    </a:cubicBezTo>
                    <a:cubicBezTo>
                      <a:pt x="5" y="0"/>
                      <a:pt x="8" y="0"/>
                      <a:pt x="12" y="0"/>
                    </a:cubicBezTo>
                    <a:cubicBezTo>
                      <a:pt x="20" y="0"/>
                      <a:pt x="30" y="3"/>
                      <a:pt x="41" y="7"/>
                    </a:cubicBezTo>
                    <a:cubicBezTo>
                      <a:pt x="52" y="10"/>
                      <a:pt x="62" y="13"/>
                      <a:pt x="69" y="16"/>
                    </a:cubicBezTo>
                    <a:cubicBezTo>
                      <a:pt x="73" y="17"/>
                      <a:pt x="75" y="18"/>
                      <a:pt x="77" y="19"/>
                    </a:cubicBezTo>
                    <a:cubicBezTo>
                      <a:pt x="79" y="20"/>
                      <a:pt x="80" y="20"/>
                      <a:pt x="80" y="2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376">
                <a:extLst>
                  <a:ext uri="{FF2B5EF4-FFF2-40B4-BE49-F238E27FC236}">
                    <a16:creationId xmlns:a16="http://schemas.microsoft.com/office/drawing/2014/main" id="{B8077128-A1D5-48D1-9474-EE0415C70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3" y="1829"/>
                <a:ext cx="452" cy="726"/>
              </a:xfrm>
              <a:custGeom>
                <a:avLst/>
                <a:gdLst>
                  <a:gd name="T0" fmla="*/ 77 w 194"/>
                  <a:gd name="T1" fmla="*/ 0 h 312"/>
                  <a:gd name="T2" fmla="*/ 49 w 194"/>
                  <a:gd name="T3" fmla="*/ 50 h 312"/>
                  <a:gd name="T4" fmla="*/ 8 w 194"/>
                  <a:gd name="T5" fmla="*/ 266 h 312"/>
                  <a:gd name="T6" fmla="*/ 176 w 194"/>
                  <a:gd name="T7" fmla="*/ 312 h 312"/>
                  <a:gd name="T8" fmla="*/ 194 w 194"/>
                  <a:gd name="T9" fmla="*/ 232 h 312"/>
                  <a:gd name="T10" fmla="*/ 114 w 194"/>
                  <a:gd name="T11" fmla="*/ 210 h 312"/>
                  <a:gd name="T12" fmla="*/ 116 w 194"/>
                  <a:gd name="T13" fmla="*/ 106 h 312"/>
                  <a:gd name="T14" fmla="*/ 77 w 194"/>
                  <a:gd name="T15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312">
                    <a:moveTo>
                      <a:pt x="77" y="0"/>
                    </a:moveTo>
                    <a:cubicBezTo>
                      <a:pt x="77" y="0"/>
                      <a:pt x="58" y="12"/>
                      <a:pt x="49" y="50"/>
                    </a:cubicBezTo>
                    <a:cubicBezTo>
                      <a:pt x="40" y="88"/>
                      <a:pt x="0" y="243"/>
                      <a:pt x="8" y="266"/>
                    </a:cubicBezTo>
                    <a:cubicBezTo>
                      <a:pt x="16" y="289"/>
                      <a:pt x="176" y="312"/>
                      <a:pt x="176" y="312"/>
                    </a:cubicBezTo>
                    <a:cubicBezTo>
                      <a:pt x="194" y="232"/>
                      <a:pt x="194" y="232"/>
                      <a:pt x="194" y="232"/>
                    </a:cubicBezTo>
                    <a:cubicBezTo>
                      <a:pt x="114" y="210"/>
                      <a:pt x="114" y="210"/>
                      <a:pt x="114" y="210"/>
                    </a:cubicBezTo>
                    <a:cubicBezTo>
                      <a:pt x="114" y="210"/>
                      <a:pt x="115" y="136"/>
                      <a:pt x="116" y="106"/>
                    </a:cubicBezTo>
                    <a:cubicBezTo>
                      <a:pt x="117" y="75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377">
                <a:extLst>
                  <a:ext uri="{FF2B5EF4-FFF2-40B4-BE49-F238E27FC236}">
                    <a16:creationId xmlns:a16="http://schemas.microsoft.com/office/drawing/2014/main" id="{3467C468-90AF-4C8B-94F7-A35EF09D1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8" y="2396"/>
                <a:ext cx="95" cy="156"/>
              </a:xfrm>
              <a:custGeom>
                <a:avLst/>
                <a:gdLst>
                  <a:gd name="T0" fmla="*/ 34 w 95"/>
                  <a:gd name="T1" fmla="*/ 0 h 156"/>
                  <a:gd name="T2" fmla="*/ 95 w 95"/>
                  <a:gd name="T3" fmla="*/ 14 h 156"/>
                  <a:gd name="T4" fmla="*/ 60 w 95"/>
                  <a:gd name="T5" fmla="*/ 156 h 156"/>
                  <a:gd name="T6" fmla="*/ 0 w 95"/>
                  <a:gd name="T7" fmla="*/ 145 h 156"/>
                  <a:gd name="T8" fmla="*/ 34 w 95"/>
                  <a:gd name="T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56">
                    <a:moveTo>
                      <a:pt x="34" y="0"/>
                    </a:moveTo>
                    <a:lnTo>
                      <a:pt x="95" y="14"/>
                    </a:lnTo>
                    <a:lnTo>
                      <a:pt x="60" y="156"/>
                    </a:lnTo>
                    <a:lnTo>
                      <a:pt x="0" y="14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378">
                <a:extLst>
                  <a:ext uri="{FF2B5EF4-FFF2-40B4-BE49-F238E27FC236}">
                    <a16:creationId xmlns:a16="http://schemas.microsoft.com/office/drawing/2014/main" id="{4C9034C0-27FF-41F2-95ED-03C33BD91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" y="2317"/>
                <a:ext cx="437" cy="242"/>
              </a:xfrm>
              <a:custGeom>
                <a:avLst/>
                <a:gdLst>
                  <a:gd name="T0" fmla="*/ 1 w 188"/>
                  <a:gd name="T1" fmla="*/ 48 h 104"/>
                  <a:gd name="T2" fmla="*/ 1 w 188"/>
                  <a:gd name="T3" fmla="*/ 51 h 104"/>
                  <a:gd name="T4" fmla="*/ 7 w 188"/>
                  <a:gd name="T5" fmla="*/ 60 h 104"/>
                  <a:gd name="T6" fmla="*/ 43 w 188"/>
                  <a:gd name="T7" fmla="*/ 75 h 104"/>
                  <a:gd name="T8" fmla="*/ 43 w 188"/>
                  <a:gd name="T9" fmla="*/ 75 h 104"/>
                  <a:gd name="T10" fmla="*/ 44 w 188"/>
                  <a:gd name="T11" fmla="*/ 75 h 104"/>
                  <a:gd name="T12" fmla="*/ 69 w 188"/>
                  <a:gd name="T13" fmla="*/ 82 h 104"/>
                  <a:gd name="T14" fmla="*/ 99 w 188"/>
                  <a:gd name="T15" fmla="*/ 88 h 104"/>
                  <a:gd name="T16" fmla="*/ 169 w 188"/>
                  <a:gd name="T17" fmla="*/ 102 h 104"/>
                  <a:gd name="T18" fmla="*/ 168 w 188"/>
                  <a:gd name="T19" fmla="*/ 103 h 104"/>
                  <a:gd name="T20" fmla="*/ 173 w 188"/>
                  <a:gd name="T21" fmla="*/ 79 h 104"/>
                  <a:gd name="T22" fmla="*/ 186 w 188"/>
                  <a:gd name="T23" fmla="*/ 27 h 104"/>
                  <a:gd name="T24" fmla="*/ 187 w 188"/>
                  <a:gd name="T25" fmla="*/ 28 h 104"/>
                  <a:gd name="T26" fmla="*/ 115 w 188"/>
                  <a:gd name="T27" fmla="*/ 7 h 104"/>
                  <a:gd name="T28" fmla="*/ 115 w 188"/>
                  <a:gd name="T29" fmla="*/ 7 h 104"/>
                  <a:gd name="T30" fmla="*/ 115 w 188"/>
                  <a:gd name="T31" fmla="*/ 7 h 104"/>
                  <a:gd name="T32" fmla="*/ 83 w 188"/>
                  <a:gd name="T33" fmla="*/ 2 h 104"/>
                  <a:gd name="T34" fmla="*/ 60 w 188"/>
                  <a:gd name="T35" fmla="*/ 7 h 104"/>
                  <a:gd name="T36" fmla="*/ 46 w 188"/>
                  <a:gd name="T37" fmla="*/ 15 h 104"/>
                  <a:gd name="T38" fmla="*/ 43 w 188"/>
                  <a:gd name="T39" fmla="*/ 17 h 104"/>
                  <a:gd name="T40" fmla="*/ 42 w 188"/>
                  <a:gd name="T41" fmla="*/ 18 h 104"/>
                  <a:gd name="T42" fmla="*/ 43 w 188"/>
                  <a:gd name="T43" fmla="*/ 17 h 104"/>
                  <a:gd name="T44" fmla="*/ 46 w 188"/>
                  <a:gd name="T45" fmla="*/ 15 h 104"/>
                  <a:gd name="T46" fmla="*/ 59 w 188"/>
                  <a:gd name="T47" fmla="*/ 7 h 104"/>
                  <a:gd name="T48" fmla="*/ 83 w 188"/>
                  <a:gd name="T49" fmla="*/ 1 h 104"/>
                  <a:gd name="T50" fmla="*/ 115 w 188"/>
                  <a:gd name="T51" fmla="*/ 6 h 104"/>
                  <a:gd name="T52" fmla="*/ 115 w 188"/>
                  <a:gd name="T53" fmla="*/ 6 h 104"/>
                  <a:gd name="T54" fmla="*/ 187 w 188"/>
                  <a:gd name="T55" fmla="*/ 26 h 104"/>
                  <a:gd name="T56" fmla="*/ 188 w 188"/>
                  <a:gd name="T57" fmla="*/ 26 h 104"/>
                  <a:gd name="T58" fmla="*/ 188 w 188"/>
                  <a:gd name="T59" fmla="*/ 27 h 104"/>
                  <a:gd name="T60" fmla="*/ 175 w 188"/>
                  <a:gd name="T61" fmla="*/ 80 h 104"/>
                  <a:gd name="T62" fmla="*/ 169 w 188"/>
                  <a:gd name="T63" fmla="*/ 103 h 104"/>
                  <a:gd name="T64" fmla="*/ 169 w 188"/>
                  <a:gd name="T65" fmla="*/ 104 h 104"/>
                  <a:gd name="T66" fmla="*/ 168 w 188"/>
                  <a:gd name="T67" fmla="*/ 104 h 104"/>
                  <a:gd name="T68" fmla="*/ 99 w 188"/>
                  <a:gd name="T69" fmla="*/ 90 h 104"/>
                  <a:gd name="T70" fmla="*/ 69 w 188"/>
                  <a:gd name="T71" fmla="*/ 83 h 104"/>
                  <a:gd name="T72" fmla="*/ 43 w 188"/>
                  <a:gd name="T73" fmla="*/ 77 h 104"/>
                  <a:gd name="T74" fmla="*/ 43 w 188"/>
                  <a:gd name="T75" fmla="*/ 77 h 104"/>
                  <a:gd name="T76" fmla="*/ 6 w 188"/>
                  <a:gd name="T77" fmla="*/ 61 h 104"/>
                  <a:gd name="T78" fmla="*/ 1 w 188"/>
                  <a:gd name="T79" fmla="*/ 51 h 104"/>
                  <a:gd name="T80" fmla="*/ 1 w 188"/>
                  <a:gd name="T81" fmla="*/ 4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88" h="104">
                    <a:moveTo>
                      <a:pt x="1" y="48"/>
                    </a:moveTo>
                    <a:cubicBezTo>
                      <a:pt x="1" y="48"/>
                      <a:pt x="1" y="49"/>
                      <a:pt x="1" y="51"/>
                    </a:cubicBezTo>
                    <a:cubicBezTo>
                      <a:pt x="2" y="54"/>
                      <a:pt x="3" y="57"/>
                      <a:pt x="7" y="60"/>
                    </a:cubicBezTo>
                    <a:cubicBezTo>
                      <a:pt x="13" y="67"/>
                      <a:pt x="27" y="72"/>
                      <a:pt x="43" y="75"/>
                    </a:cubicBezTo>
                    <a:cubicBezTo>
                      <a:pt x="43" y="75"/>
                      <a:pt x="43" y="75"/>
                      <a:pt x="43" y="75"/>
                    </a:cubicBezTo>
                    <a:cubicBezTo>
                      <a:pt x="44" y="75"/>
                      <a:pt x="44" y="75"/>
                      <a:pt x="44" y="75"/>
                    </a:cubicBezTo>
                    <a:cubicBezTo>
                      <a:pt x="51" y="78"/>
                      <a:pt x="60" y="80"/>
                      <a:pt x="69" y="82"/>
                    </a:cubicBezTo>
                    <a:cubicBezTo>
                      <a:pt x="79" y="84"/>
                      <a:pt x="89" y="86"/>
                      <a:pt x="99" y="88"/>
                    </a:cubicBezTo>
                    <a:cubicBezTo>
                      <a:pt x="120" y="93"/>
                      <a:pt x="144" y="97"/>
                      <a:pt x="169" y="102"/>
                    </a:cubicBezTo>
                    <a:cubicBezTo>
                      <a:pt x="168" y="103"/>
                      <a:pt x="168" y="103"/>
                      <a:pt x="168" y="103"/>
                    </a:cubicBezTo>
                    <a:cubicBezTo>
                      <a:pt x="169" y="95"/>
                      <a:pt x="171" y="87"/>
                      <a:pt x="173" y="79"/>
                    </a:cubicBezTo>
                    <a:cubicBezTo>
                      <a:pt x="178" y="61"/>
                      <a:pt x="182" y="44"/>
                      <a:pt x="186" y="27"/>
                    </a:cubicBezTo>
                    <a:cubicBezTo>
                      <a:pt x="187" y="28"/>
                      <a:pt x="187" y="28"/>
                      <a:pt x="187" y="28"/>
                    </a:cubicBezTo>
                    <a:cubicBezTo>
                      <a:pt x="160" y="20"/>
                      <a:pt x="136" y="13"/>
                      <a:pt x="115" y="7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4" y="3"/>
                      <a:pt x="93" y="1"/>
                      <a:pt x="83" y="2"/>
                    </a:cubicBezTo>
                    <a:cubicBezTo>
                      <a:pt x="74" y="2"/>
                      <a:pt x="66" y="5"/>
                      <a:pt x="60" y="7"/>
                    </a:cubicBezTo>
                    <a:cubicBezTo>
                      <a:pt x="54" y="10"/>
                      <a:pt x="49" y="13"/>
                      <a:pt x="46" y="15"/>
                    </a:cubicBezTo>
                    <a:cubicBezTo>
                      <a:pt x="45" y="16"/>
                      <a:pt x="44" y="17"/>
                      <a:pt x="43" y="17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2" y="18"/>
                      <a:pt x="42" y="18"/>
                      <a:pt x="43" y="17"/>
                    </a:cubicBezTo>
                    <a:cubicBezTo>
                      <a:pt x="44" y="17"/>
                      <a:pt x="45" y="16"/>
                      <a:pt x="46" y="15"/>
                    </a:cubicBezTo>
                    <a:cubicBezTo>
                      <a:pt x="49" y="12"/>
                      <a:pt x="53" y="9"/>
                      <a:pt x="59" y="7"/>
                    </a:cubicBezTo>
                    <a:cubicBezTo>
                      <a:pt x="66" y="4"/>
                      <a:pt x="74" y="1"/>
                      <a:pt x="83" y="1"/>
                    </a:cubicBezTo>
                    <a:cubicBezTo>
                      <a:pt x="93" y="0"/>
                      <a:pt x="104" y="1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36" y="12"/>
                      <a:pt x="160" y="19"/>
                      <a:pt x="187" y="26"/>
                    </a:cubicBezTo>
                    <a:cubicBezTo>
                      <a:pt x="188" y="26"/>
                      <a:pt x="188" y="26"/>
                      <a:pt x="188" y="26"/>
                    </a:cubicBezTo>
                    <a:cubicBezTo>
                      <a:pt x="188" y="27"/>
                      <a:pt x="188" y="27"/>
                      <a:pt x="188" y="27"/>
                    </a:cubicBezTo>
                    <a:cubicBezTo>
                      <a:pt x="184" y="44"/>
                      <a:pt x="179" y="62"/>
                      <a:pt x="175" y="80"/>
                    </a:cubicBezTo>
                    <a:cubicBezTo>
                      <a:pt x="173" y="88"/>
                      <a:pt x="171" y="96"/>
                      <a:pt x="169" y="103"/>
                    </a:cubicBezTo>
                    <a:cubicBezTo>
                      <a:pt x="169" y="104"/>
                      <a:pt x="169" y="104"/>
                      <a:pt x="169" y="104"/>
                    </a:cubicBezTo>
                    <a:cubicBezTo>
                      <a:pt x="168" y="104"/>
                      <a:pt x="168" y="104"/>
                      <a:pt x="168" y="104"/>
                    </a:cubicBezTo>
                    <a:cubicBezTo>
                      <a:pt x="143" y="99"/>
                      <a:pt x="120" y="94"/>
                      <a:pt x="99" y="90"/>
                    </a:cubicBezTo>
                    <a:cubicBezTo>
                      <a:pt x="88" y="88"/>
                      <a:pt x="78" y="86"/>
                      <a:pt x="69" y="83"/>
                    </a:cubicBezTo>
                    <a:cubicBezTo>
                      <a:pt x="60" y="81"/>
                      <a:pt x="51" y="79"/>
                      <a:pt x="43" y="77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26" y="73"/>
                      <a:pt x="13" y="68"/>
                      <a:pt x="6" y="61"/>
                    </a:cubicBezTo>
                    <a:cubicBezTo>
                      <a:pt x="3" y="58"/>
                      <a:pt x="1" y="54"/>
                      <a:pt x="1" y="51"/>
                    </a:cubicBezTo>
                    <a:cubicBezTo>
                      <a:pt x="0" y="49"/>
                      <a:pt x="1" y="48"/>
                      <a:pt x="1" y="4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379">
                <a:extLst>
                  <a:ext uri="{FF2B5EF4-FFF2-40B4-BE49-F238E27FC236}">
                    <a16:creationId xmlns:a16="http://schemas.microsoft.com/office/drawing/2014/main" id="{091801A7-5297-4B27-A90C-792E8519A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2282"/>
                <a:ext cx="140" cy="49"/>
              </a:xfrm>
              <a:custGeom>
                <a:avLst/>
                <a:gdLst>
                  <a:gd name="T0" fmla="*/ 60 w 60"/>
                  <a:gd name="T1" fmla="*/ 20 h 21"/>
                  <a:gd name="T2" fmla="*/ 52 w 60"/>
                  <a:gd name="T3" fmla="*/ 15 h 21"/>
                  <a:gd name="T4" fmla="*/ 32 w 60"/>
                  <a:gd name="T5" fmla="*/ 5 h 21"/>
                  <a:gd name="T6" fmla="*/ 9 w 60"/>
                  <a:gd name="T7" fmla="*/ 2 h 21"/>
                  <a:gd name="T8" fmla="*/ 0 w 60"/>
                  <a:gd name="T9" fmla="*/ 3 h 21"/>
                  <a:gd name="T10" fmla="*/ 9 w 60"/>
                  <a:gd name="T11" fmla="*/ 1 h 21"/>
                  <a:gd name="T12" fmla="*/ 32 w 60"/>
                  <a:gd name="T13" fmla="*/ 3 h 21"/>
                  <a:gd name="T14" fmla="*/ 53 w 60"/>
                  <a:gd name="T15" fmla="*/ 14 h 21"/>
                  <a:gd name="T16" fmla="*/ 60 w 60"/>
                  <a:gd name="T17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1">
                    <a:moveTo>
                      <a:pt x="60" y="20"/>
                    </a:moveTo>
                    <a:cubicBezTo>
                      <a:pt x="60" y="21"/>
                      <a:pt x="57" y="18"/>
                      <a:pt x="52" y="15"/>
                    </a:cubicBezTo>
                    <a:cubicBezTo>
                      <a:pt x="47" y="12"/>
                      <a:pt x="40" y="8"/>
                      <a:pt x="32" y="5"/>
                    </a:cubicBezTo>
                    <a:cubicBezTo>
                      <a:pt x="23" y="3"/>
                      <a:pt x="15" y="2"/>
                      <a:pt x="9" y="2"/>
                    </a:cubicBezTo>
                    <a:cubicBezTo>
                      <a:pt x="3" y="2"/>
                      <a:pt x="0" y="3"/>
                      <a:pt x="0" y="3"/>
                    </a:cubicBezTo>
                    <a:cubicBezTo>
                      <a:pt x="0" y="3"/>
                      <a:pt x="3" y="1"/>
                      <a:pt x="9" y="1"/>
                    </a:cubicBezTo>
                    <a:cubicBezTo>
                      <a:pt x="15" y="0"/>
                      <a:pt x="23" y="1"/>
                      <a:pt x="32" y="3"/>
                    </a:cubicBezTo>
                    <a:cubicBezTo>
                      <a:pt x="41" y="6"/>
                      <a:pt x="48" y="10"/>
                      <a:pt x="53" y="14"/>
                    </a:cubicBezTo>
                    <a:cubicBezTo>
                      <a:pt x="58" y="17"/>
                      <a:pt x="60" y="20"/>
                      <a:pt x="60" y="2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380">
                <a:extLst>
                  <a:ext uri="{FF2B5EF4-FFF2-40B4-BE49-F238E27FC236}">
                    <a16:creationId xmlns:a16="http://schemas.microsoft.com/office/drawing/2014/main" id="{0AD5B25F-58A2-4A57-B112-5637FDC59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2029"/>
                <a:ext cx="56" cy="279"/>
              </a:xfrm>
              <a:custGeom>
                <a:avLst/>
                <a:gdLst>
                  <a:gd name="T0" fmla="*/ 24 w 24"/>
                  <a:gd name="T1" fmla="*/ 0 h 120"/>
                  <a:gd name="T2" fmla="*/ 24 w 24"/>
                  <a:gd name="T3" fmla="*/ 5 h 120"/>
                  <a:gd name="T4" fmla="*/ 23 w 24"/>
                  <a:gd name="T5" fmla="*/ 18 h 120"/>
                  <a:gd name="T6" fmla="*/ 17 w 24"/>
                  <a:gd name="T7" fmla="*/ 61 h 120"/>
                  <a:gd name="T8" fmla="*/ 7 w 24"/>
                  <a:gd name="T9" fmla="*/ 103 h 120"/>
                  <a:gd name="T10" fmla="*/ 5 w 24"/>
                  <a:gd name="T11" fmla="*/ 111 h 120"/>
                  <a:gd name="T12" fmla="*/ 2 w 24"/>
                  <a:gd name="T13" fmla="*/ 116 h 120"/>
                  <a:gd name="T14" fmla="*/ 0 w 24"/>
                  <a:gd name="T15" fmla="*/ 120 h 120"/>
                  <a:gd name="T16" fmla="*/ 2 w 24"/>
                  <a:gd name="T17" fmla="*/ 115 h 120"/>
                  <a:gd name="T18" fmla="*/ 4 w 24"/>
                  <a:gd name="T19" fmla="*/ 110 h 120"/>
                  <a:gd name="T20" fmla="*/ 6 w 24"/>
                  <a:gd name="T21" fmla="*/ 103 h 120"/>
                  <a:gd name="T22" fmla="*/ 16 w 24"/>
                  <a:gd name="T23" fmla="*/ 61 h 120"/>
                  <a:gd name="T24" fmla="*/ 22 w 24"/>
                  <a:gd name="T25" fmla="*/ 18 h 120"/>
                  <a:gd name="T26" fmla="*/ 23 w 24"/>
                  <a:gd name="T27" fmla="*/ 4 h 120"/>
                  <a:gd name="T28" fmla="*/ 24 w 24"/>
                  <a:gd name="T29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120">
                    <a:moveTo>
                      <a:pt x="24" y="0"/>
                    </a:moveTo>
                    <a:cubicBezTo>
                      <a:pt x="24" y="0"/>
                      <a:pt x="24" y="1"/>
                      <a:pt x="24" y="5"/>
                    </a:cubicBezTo>
                    <a:cubicBezTo>
                      <a:pt x="24" y="8"/>
                      <a:pt x="23" y="12"/>
                      <a:pt x="23" y="18"/>
                    </a:cubicBezTo>
                    <a:cubicBezTo>
                      <a:pt x="22" y="29"/>
                      <a:pt x="20" y="44"/>
                      <a:pt x="17" y="61"/>
                    </a:cubicBezTo>
                    <a:cubicBezTo>
                      <a:pt x="15" y="78"/>
                      <a:pt x="11" y="93"/>
                      <a:pt x="7" y="103"/>
                    </a:cubicBezTo>
                    <a:cubicBezTo>
                      <a:pt x="6" y="106"/>
                      <a:pt x="6" y="108"/>
                      <a:pt x="5" y="111"/>
                    </a:cubicBezTo>
                    <a:cubicBezTo>
                      <a:pt x="4" y="112"/>
                      <a:pt x="3" y="114"/>
                      <a:pt x="2" y="116"/>
                    </a:cubicBezTo>
                    <a:cubicBezTo>
                      <a:pt x="1" y="119"/>
                      <a:pt x="0" y="120"/>
                      <a:pt x="0" y="120"/>
                    </a:cubicBezTo>
                    <a:cubicBezTo>
                      <a:pt x="0" y="120"/>
                      <a:pt x="1" y="118"/>
                      <a:pt x="2" y="115"/>
                    </a:cubicBezTo>
                    <a:cubicBezTo>
                      <a:pt x="2" y="114"/>
                      <a:pt x="3" y="112"/>
                      <a:pt x="4" y="110"/>
                    </a:cubicBezTo>
                    <a:cubicBezTo>
                      <a:pt x="4" y="108"/>
                      <a:pt x="5" y="106"/>
                      <a:pt x="6" y="103"/>
                    </a:cubicBezTo>
                    <a:cubicBezTo>
                      <a:pt x="9" y="92"/>
                      <a:pt x="13" y="77"/>
                      <a:pt x="16" y="61"/>
                    </a:cubicBezTo>
                    <a:cubicBezTo>
                      <a:pt x="18" y="44"/>
                      <a:pt x="20" y="29"/>
                      <a:pt x="22" y="18"/>
                    </a:cubicBezTo>
                    <a:cubicBezTo>
                      <a:pt x="22" y="12"/>
                      <a:pt x="23" y="8"/>
                      <a:pt x="23" y="4"/>
                    </a:cubicBezTo>
                    <a:cubicBezTo>
                      <a:pt x="23" y="1"/>
                      <a:pt x="23" y="0"/>
                      <a:pt x="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381">
                <a:extLst>
                  <a:ext uri="{FF2B5EF4-FFF2-40B4-BE49-F238E27FC236}">
                    <a16:creationId xmlns:a16="http://schemas.microsoft.com/office/drawing/2014/main" id="{7187E9B6-13F4-4653-98FC-8E4CCDB3E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1" y="1726"/>
                <a:ext cx="117" cy="214"/>
              </a:xfrm>
              <a:custGeom>
                <a:avLst/>
                <a:gdLst>
                  <a:gd name="T0" fmla="*/ 50 w 50"/>
                  <a:gd name="T1" fmla="*/ 89 h 92"/>
                  <a:gd name="T2" fmla="*/ 49 w 50"/>
                  <a:gd name="T3" fmla="*/ 86 h 92"/>
                  <a:gd name="T4" fmla="*/ 43 w 50"/>
                  <a:gd name="T5" fmla="*/ 81 h 92"/>
                  <a:gd name="T6" fmla="*/ 31 w 50"/>
                  <a:gd name="T7" fmla="*/ 79 h 92"/>
                  <a:gd name="T8" fmla="*/ 21 w 50"/>
                  <a:gd name="T9" fmla="*/ 90 h 92"/>
                  <a:gd name="T10" fmla="*/ 21 w 50"/>
                  <a:gd name="T11" fmla="*/ 92 h 92"/>
                  <a:gd name="T12" fmla="*/ 20 w 50"/>
                  <a:gd name="T13" fmla="*/ 90 h 92"/>
                  <a:gd name="T14" fmla="*/ 9 w 50"/>
                  <a:gd name="T15" fmla="*/ 64 h 92"/>
                  <a:gd name="T16" fmla="*/ 1 w 50"/>
                  <a:gd name="T17" fmla="*/ 19 h 92"/>
                  <a:gd name="T18" fmla="*/ 1 w 50"/>
                  <a:gd name="T19" fmla="*/ 11 h 92"/>
                  <a:gd name="T20" fmla="*/ 2 w 50"/>
                  <a:gd name="T21" fmla="*/ 5 h 92"/>
                  <a:gd name="T22" fmla="*/ 4 w 50"/>
                  <a:gd name="T23" fmla="*/ 0 h 92"/>
                  <a:gd name="T24" fmla="*/ 2 w 50"/>
                  <a:gd name="T25" fmla="*/ 19 h 92"/>
                  <a:gd name="T26" fmla="*/ 11 w 50"/>
                  <a:gd name="T27" fmla="*/ 64 h 92"/>
                  <a:gd name="T28" fmla="*/ 21 w 50"/>
                  <a:gd name="T29" fmla="*/ 89 h 92"/>
                  <a:gd name="T30" fmla="*/ 20 w 50"/>
                  <a:gd name="T31" fmla="*/ 89 h 92"/>
                  <a:gd name="T32" fmla="*/ 31 w 50"/>
                  <a:gd name="T33" fmla="*/ 78 h 92"/>
                  <a:gd name="T34" fmla="*/ 44 w 50"/>
                  <a:gd name="T35" fmla="*/ 80 h 92"/>
                  <a:gd name="T36" fmla="*/ 49 w 50"/>
                  <a:gd name="T37" fmla="*/ 86 h 92"/>
                  <a:gd name="T38" fmla="*/ 50 w 50"/>
                  <a:gd name="T39" fmla="*/ 88 h 92"/>
                  <a:gd name="T40" fmla="*/ 50 w 50"/>
                  <a:gd name="T41" fmla="*/ 8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92">
                    <a:moveTo>
                      <a:pt x="50" y="89"/>
                    </a:moveTo>
                    <a:cubicBezTo>
                      <a:pt x="50" y="89"/>
                      <a:pt x="49" y="88"/>
                      <a:pt x="49" y="86"/>
                    </a:cubicBezTo>
                    <a:cubicBezTo>
                      <a:pt x="48" y="85"/>
                      <a:pt x="46" y="83"/>
                      <a:pt x="43" y="81"/>
                    </a:cubicBezTo>
                    <a:cubicBezTo>
                      <a:pt x="40" y="79"/>
                      <a:pt x="36" y="78"/>
                      <a:pt x="31" y="79"/>
                    </a:cubicBezTo>
                    <a:cubicBezTo>
                      <a:pt x="27" y="81"/>
                      <a:pt x="23" y="85"/>
                      <a:pt x="21" y="90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0" y="90"/>
                      <a:pt x="20" y="90"/>
                      <a:pt x="20" y="90"/>
                    </a:cubicBezTo>
                    <a:cubicBezTo>
                      <a:pt x="16" y="82"/>
                      <a:pt x="12" y="74"/>
                      <a:pt x="9" y="64"/>
                    </a:cubicBezTo>
                    <a:cubicBezTo>
                      <a:pt x="3" y="47"/>
                      <a:pt x="0" y="30"/>
                      <a:pt x="1" y="19"/>
                    </a:cubicBezTo>
                    <a:cubicBezTo>
                      <a:pt x="1" y="16"/>
                      <a:pt x="1" y="13"/>
                      <a:pt x="1" y="11"/>
                    </a:cubicBezTo>
                    <a:cubicBezTo>
                      <a:pt x="2" y="8"/>
                      <a:pt x="2" y="6"/>
                      <a:pt x="2" y="5"/>
                    </a:cubicBezTo>
                    <a:cubicBezTo>
                      <a:pt x="3" y="1"/>
                      <a:pt x="4" y="0"/>
                      <a:pt x="4" y="0"/>
                    </a:cubicBezTo>
                    <a:cubicBezTo>
                      <a:pt x="4" y="0"/>
                      <a:pt x="2" y="7"/>
                      <a:pt x="2" y="19"/>
                    </a:cubicBezTo>
                    <a:cubicBezTo>
                      <a:pt x="2" y="30"/>
                      <a:pt x="5" y="47"/>
                      <a:pt x="11" y="64"/>
                    </a:cubicBezTo>
                    <a:cubicBezTo>
                      <a:pt x="14" y="73"/>
                      <a:pt x="18" y="82"/>
                      <a:pt x="21" y="89"/>
                    </a:cubicBezTo>
                    <a:cubicBezTo>
                      <a:pt x="20" y="89"/>
                      <a:pt x="20" y="89"/>
                      <a:pt x="20" y="89"/>
                    </a:cubicBezTo>
                    <a:cubicBezTo>
                      <a:pt x="21" y="84"/>
                      <a:pt x="26" y="79"/>
                      <a:pt x="31" y="78"/>
                    </a:cubicBezTo>
                    <a:cubicBezTo>
                      <a:pt x="36" y="77"/>
                      <a:pt x="41" y="78"/>
                      <a:pt x="44" y="80"/>
                    </a:cubicBezTo>
                    <a:cubicBezTo>
                      <a:pt x="47" y="82"/>
                      <a:pt x="48" y="85"/>
                      <a:pt x="49" y="86"/>
                    </a:cubicBezTo>
                    <a:cubicBezTo>
                      <a:pt x="49" y="87"/>
                      <a:pt x="50" y="88"/>
                      <a:pt x="50" y="88"/>
                    </a:cubicBezTo>
                    <a:cubicBezTo>
                      <a:pt x="50" y="89"/>
                      <a:pt x="50" y="89"/>
                      <a:pt x="50" y="89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382">
                <a:extLst>
                  <a:ext uri="{FF2B5EF4-FFF2-40B4-BE49-F238E27FC236}">
                    <a16:creationId xmlns:a16="http://schemas.microsoft.com/office/drawing/2014/main" id="{188D7564-AAD5-42DD-A12B-91725EECC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8" y="1717"/>
                <a:ext cx="76" cy="235"/>
              </a:xfrm>
              <a:custGeom>
                <a:avLst/>
                <a:gdLst>
                  <a:gd name="T0" fmla="*/ 2 w 33"/>
                  <a:gd name="T1" fmla="*/ 101 h 101"/>
                  <a:gd name="T2" fmla="*/ 1 w 33"/>
                  <a:gd name="T3" fmla="*/ 96 h 101"/>
                  <a:gd name="T4" fmla="*/ 1 w 33"/>
                  <a:gd name="T5" fmla="*/ 84 h 101"/>
                  <a:gd name="T6" fmla="*/ 9 w 33"/>
                  <a:gd name="T7" fmla="*/ 68 h 101"/>
                  <a:gd name="T8" fmla="*/ 20 w 33"/>
                  <a:gd name="T9" fmla="*/ 65 h 101"/>
                  <a:gd name="T10" fmla="*/ 31 w 33"/>
                  <a:gd name="T11" fmla="*/ 69 h 101"/>
                  <a:gd name="T12" fmla="*/ 29 w 33"/>
                  <a:gd name="T13" fmla="*/ 70 h 101"/>
                  <a:gd name="T14" fmla="*/ 26 w 33"/>
                  <a:gd name="T15" fmla="*/ 62 h 101"/>
                  <a:gd name="T16" fmla="*/ 9 w 33"/>
                  <a:gd name="T17" fmla="*/ 18 h 101"/>
                  <a:gd name="T18" fmla="*/ 4 w 33"/>
                  <a:gd name="T19" fmla="*/ 5 h 101"/>
                  <a:gd name="T20" fmla="*/ 2 w 33"/>
                  <a:gd name="T21" fmla="*/ 0 h 101"/>
                  <a:gd name="T22" fmla="*/ 5 w 33"/>
                  <a:gd name="T23" fmla="*/ 4 h 101"/>
                  <a:gd name="T24" fmla="*/ 10 w 33"/>
                  <a:gd name="T25" fmla="*/ 17 h 101"/>
                  <a:gd name="T26" fmla="*/ 28 w 33"/>
                  <a:gd name="T27" fmla="*/ 61 h 101"/>
                  <a:gd name="T28" fmla="*/ 31 w 33"/>
                  <a:gd name="T29" fmla="*/ 70 h 101"/>
                  <a:gd name="T30" fmla="*/ 33 w 33"/>
                  <a:gd name="T31" fmla="*/ 75 h 101"/>
                  <a:gd name="T32" fmla="*/ 29 w 33"/>
                  <a:gd name="T33" fmla="*/ 71 h 101"/>
                  <a:gd name="T34" fmla="*/ 20 w 33"/>
                  <a:gd name="T35" fmla="*/ 66 h 101"/>
                  <a:gd name="T36" fmla="*/ 10 w 33"/>
                  <a:gd name="T37" fmla="*/ 70 h 101"/>
                  <a:gd name="T38" fmla="*/ 2 w 33"/>
                  <a:gd name="T39" fmla="*/ 84 h 101"/>
                  <a:gd name="T40" fmla="*/ 2 w 33"/>
                  <a:gd name="T41" fmla="*/ 96 h 101"/>
                  <a:gd name="T42" fmla="*/ 2 w 33"/>
                  <a:gd name="T43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3" h="101">
                    <a:moveTo>
                      <a:pt x="2" y="101"/>
                    </a:moveTo>
                    <a:cubicBezTo>
                      <a:pt x="2" y="101"/>
                      <a:pt x="2" y="99"/>
                      <a:pt x="1" y="96"/>
                    </a:cubicBezTo>
                    <a:cubicBezTo>
                      <a:pt x="1" y="94"/>
                      <a:pt x="0" y="90"/>
                      <a:pt x="1" y="84"/>
                    </a:cubicBezTo>
                    <a:cubicBezTo>
                      <a:pt x="1" y="79"/>
                      <a:pt x="4" y="73"/>
                      <a:pt x="9" y="68"/>
                    </a:cubicBezTo>
                    <a:cubicBezTo>
                      <a:pt x="12" y="66"/>
                      <a:pt x="16" y="64"/>
                      <a:pt x="20" y="65"/>
                    </a:cubicBezTo>
                    <a:cubicBezTo>
                      <a:pt x="24" y="64"/>
                      <a:pt x="28" y="66"/>
                      <a:pt x="31" y="69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8" y="68"/>
                      <a:pt x="27" y="65"/>
                      <a:pt x="26" y="62"/>
                    </a:cubicBezTo>
                    <a:cubicBezTo>
                      <a:pt x="19" y="45"/>
                      <a:pt x="13" y="29"/>
                      <a:pt x="9" y="18"/>
                    </a:cubicBezTo>
                    <a:cubicBezTo>
                      <a:pt x="7" y="13"/>
                      <a:pt x="5" y="8"/>
                      <a:pt x="4" y="5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0"/>
                      <a:pt x="3" y="1"/>
                      <a:pt x="5" y="4"/>
                    </a:cubicBezTo>
                    <a:cubicBezTo>
                      <a:pt x="6" y="8"/>
                      <a:pt x="8" y="12"/>
                      <a:pt x="10" y="17"/>
                    </a:cubicBezTo>
                    <a:cubicBezTo>
                      <a:pt x="15" y="29"/>
                      <a:pt x="21" y="44"/>
                      <a:pt x="28" y="61"/>
                    </a:cubicBezTo>
                    <a:cubicBezTo>
                      <a:pt x="29" y="64"/>
                      <a:pt x="30" y="67"/>
                      <a:pt x="31" y="70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29" y="71"/>
                      <a:pt x="29" y="71"/>
                      <a:pt x="29" y="71"/>
                    </a:cubicBezTo>
                    <a:cubicBezTo>
                      <a:pt x="27" y="68"/>
                      <a:pt x="23" y="66"/>
                      <a:pt x="20" y="66"/>
                    </a:cubicBezTo>
                    <a:cubicBezTo>
                      <a:pt x="16" y="66"/>
                      <a:pt x="13" y="68"/>
                      <a:pt x="10" y="70"/>
                    </a:cubicBezTo>
                    <a:cubicBezTo>
                      <a:pt x="5" y="74"/>
                      <a:pt x="3" y="80"/>
                      <a:pt x="2" y="84"/>
                    </a:cubicBezTo>
                    <a:cubicBezTo>
                      <a:pt x="1" y="89"/>
                      <a:pt x="2" y="94"/>
                      <a:pt x="2" y="96"/>
                    </a:cubicBezTo>
                    <a:cubicBezTo>
                      <a:pt x="2" y="99"/>
                      <a:pt x="2" y="101"/>
                      <a:pt x="2" y="10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383">
                <a:extLst>
                  <a:ext uri="{FF2B5EF4-FFF2-40B4-BE49-F238E27FC236}">
                    <a16:creationId xmlns:a16="http://schemas.microsoft.com/office/drawing/2014/main" id="{5AB62C93-A685-4A9F-879B-16B4B813A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8" y="1973"/>
                <a:ext cx="84" cy="572"/>
              </a:xfrm>
              <a:custGeom>
                <a:avLst/>
                <a:gdLst>
                  <a:gd name="T0" fmla="*/ 0 w 36"/>
                  <a:gd name="T1" fmla="*/ 0 h 246"/>
                  <a:gd name="T2" fmla="*/ 19 w 36"/>
                  <a:gd name="T3" fmla="*/ 123 h 246"/>
                  <a:gd name="T4" fmla="*/ 35 w 36"/>
                  <a:gd name="T5" fmla="*/ 246 h 246"/>
                  <a:gd name="T6" fmla="*/ 17 w 36"/>
                  <a:gd name="T7" fmla="*/ 123 h 246"/>
                  <a:gd name="T8" fmla="*/ 0 w 36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46">
                    <a:moveTo>
                      <a:pt x="0" y="0"/>
                    </a:moveTo>
                    <a:cubicBezTo>
                      <a:pt x="1" y="0"/>
                      <a:pt x="9" y="55"/>
                      <a:pt x="19" y="123"/>
                    </a:cubicBezTo>
                    <a:cubicBezTo>
                      <a:pt x="28" y="191"/>
                      <a:pt x="36" y="246"/>
                      <a:pt x="35" y="246"/>
                    </a:cubicBezTo>
                    <a:cubicBezTo>
                      <a:pt x="35" y="246"/>
                      <a:pt x="26" y="191"/>
                      <a:pt x="17" y="123"/>
                    </a:cubicBezTo>
                    <a:cubicBezTo>
                      <a:pt x="7" y="55"/>
                      <a:pt x="0" y="0"/>
                      <a:pt x="0" y="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384">
                <a:extLst>
                  <a:ext uri="{FF2B5EF4-FFF2-40B4-BE49-F238E27FC236}">
                    <a16:creationId xmlns:a16="http://schemas.microsoft.com/office/drawing/2014/main" id="{891284E8-FEE1-416C-ADC4-D7DDEA0A04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45" y="1873"/>
                <a:ext cx="102" cy="93"/>
              </a:xfrm>
              <a:custGeom>
                <a:avLst/>
                <a:gdLst>
                  <a:gd name="T0" fmla="*/ 23 w 44"/>
                  <a:gd name="T1" fmla="*/ 14 h 40"/>
                  <a:gd name="T2" fmla="*/ 23 w 44"/>
                  <a:gd name="T3" fmla="*/ 14 h 40"/>
                  <a:gd name="T4" fmla="*/ 11 w 44"/>
                  <a:gd name="T5" fmla="*/ 24 h 40"/>
                  <a:gd name="T6" fmla="*/ 21 w 44"/>
                  <a:gd name="T7" fmla="*/ 15 h 40"/>
                  <a:gd name="T8" fmla="*/ 25 w 44"/>
                  <a:gd name="T9" fmla="*/ 15 h 40"/>
                  <a:gd name="T10" fmla="*/ 27 w 44"/>
                  <a:gd name="T11" fmla="*/ 15 h 40"/>
                  <a:gd name="T12" fmla="*/ 23 w 44"/>
                  <a:gd name="T13" fmla="*/ 14 h 40"/>
                  <a:gd name="T14" fmla="*/ 0 w 44"/>
                  <a:gd name="T15" fmla="*/ 5 h 40"/>
                  <a:gd name="T16" fmla="*/ 9 w 44"/>
                  <a:gd name="T17" fmla="*/ 40 h 40"/>
                  <a:gd name="T18" fmla="*/ 23 w 44"/>
                  <a:gd name="T19" fmla="*/ 29 h 40"/>
                  <a:gd name="T20" fmla="*/ 27 w 44"/>
                  <a:gd name="T21" fmla="*/ 28 h 40"/>
                  <a:gd name="T22" fmla="*/ 44 w 44"/>
                  <a:gd name="T23" fmla="*/ 37 h 40"/>
                  <a:gd name="T24" fmla="*/ 40 w 44"/>
                  <a:gd name="T25" fmla="*/ 26 h 40"/>
                  <a:gd name="T26" fmla="*/ 40 w 44"/>
                  <a:gd name="T27" fmla="*/ 26 h 40"/>
                  <a:gd name="T28" fmla="*/ 40 w 44"/>
                  <a:gd name="T29" fmla="*/ 26 h 40"/>
                  <a:gd name="T30" fmla="*/ 39 w 44"/>
                  <a:gd name="T31" fmla="*/ 25 h 40"/>
                  <a:gd name="T32" fmla="*/ 37 w 44"/>
                  <a:gd name="T33" fmla="*/ 22 h 40"/>
                  <a:gd name="T34" fmla="*/ 35 w 44"/>
                  <a:gd name="T35" fmla="*/ 19 h 40"/>
                  <a:gd name="T36" fmla="*/ 33 w 44"/>
                  <a:gd name="T37" fmla="*/ 18 h 40"/>
                  <a:gd name="T38" fmla="*/ 25 w 44"/>
                  <a:gd name="T39" fmla="*/ 16 h 40"/>
                  <a:gd name="T40" fmla="*/ 21 w 44"/>
                  <a:gd name="T41" fmla="*/ 16 h 40"/>
                  <a:gd name="T42" fmla="*/ 11 w 44"/>
                  <a:gd name="T43" fmla="*/ 27 h 40"/>
                  <a:gd name="T44" fmla="*/ 11 w 44"/>
                  <a:gd name="T45" fmla="*/ 29 h 40"/>
                  <a:gd name="T46" fmla="*/ 10 w 44"/>
                  <a:gd name="T47" fmla="*/ 27 h 40"/>
                  <a:gd name="T48" fmla="*/ 0 w 44"/>
                  <a:gd name="T49" fmla="*/ 5 h 40"/>
                  <a:gd name="T50" fmla="*/ 0 w 44"/>
                  <a:gd name="T51" fmla="*/ 0 h 40"/>
                  <a:gd name="T52" fmla="*/ 1 w 44"/>
                  <a:gd name="T53" fmla="*/ 1 h 40"/>
                  <a:gd name="T54" fmla="*/ 10 w 44"/>
                  <a:gd name="T55" fmla="*/ 24 h 40"/>
                  <a:gd name="T56" fmla="*/ 11 w 44"/>
                  <a:gd name="T57" fmla="*/ 24 h 40"/>
                  <a:gd name="T58" fmla="*/ 0 w 44"/>
                  <a:gd name="T59" fmla="*/ 0 h 40"/>
                  <a:gd name="T60" fmla="*/ 0 w 44"/>
                  <a:gd name="T6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4" h="40">
                    <a:moveTo>
                      <a:pt x="23" y="14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17" y="14"/>
                      <a:pt x="12" y="18"/>
                      <a:pt x="11" y="24"/>
                    </a:cubicBezTo>
                    <a:cubicBezTo>
                      <a:pt x="13" y="19"/>
                      <a:pt x="17" y="16"/>
                      <a:pt x="21" y="15"/>
                    </a:cubicBezTo>
                    <a:cubicBezTo>
                      <a:pt x="22" y="15"/>
                      <a:pt x="24" y="15"/>
                      <a:pt x="25" y="15"/>
                    </a:cubicBezTo>
                    <a:cubicBezTo>
                      <a:pt x="26" y="15"/>
                      <a:pt x="26" y="15"/>
                      <a:pt x="27" y="15"/>
                    </a:cubicBezTo>
                    <a:cubicBezTo>
                      <a:pt x="26" y="14"/>
                      <a:pt x="25" y="14"/>
                      <a:pt x="23" y="14"/>
                    </a:cubicBezTo>
                    <a:moveTo>
                      <a:pt x="0" y="5"/>
                    </a:moveTo>
                    <a:cubicBezTo>
                      <a:pt x="1" y="17"/>
                      <a:pt x="4" y="29"/>
                      <a:pt x="9" y="40"/>
                    </a:cubicBezTo>
                    <a:cubicBezTo>
                      <a:pt x="13" y="35"/>
                      <a:pt x="17" y="30"/>
                      <a:pt x="23" y="29"/>
                    </a:cubicBezTo>
                    <a:cubicBezTo>
                      <a:pt x="24" y="29"/>
                      <a:pt x="25" y="28"/>
                      <a:pt x="27" y="28"/>
                    </a:cubicBezTo>
                    <a:cubicBezTo>
                      <a:pt x="33" y="28"/>
                      <a:pt x="39" y="32"/>
                      <a:pt x="44" y="37"/>
                    </a:cubicBezTo>
                    <a:cubicBezTo>
                      <a:pt x="43" y="33"/>
                      <a:pt x="42" y="29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39" y="25"/>
                    </a:cubicBezTo>
                    <a:cubicBezTo>
                      <a:pt x="39" y="24"/>
                      <a:pt x="38" y="23"/>
                      <a:pt x="37" y="22"/>
                    </a:cubicBezTo>
                    <a:cubicBezTo>
                      <a:pt x="36" y="21"/>
                      <a:pt x="36" y="20"/>
                      <a:pt x="35" y="19"/>
                    </a:cubicBezTo>
                    <a:cubicBezTo>
                      <a:pt x="34" y="19"/>
                      <a:pt x="34" y="18"/>
                      <a:pt x="33" y="18"/>
                    </a:cubicBezTo>
                    <a:cubicBezTo>
                      <a:pt x="31" y="17"/>
                      <a:pt x="28" y="16"/>
                      <a:pt x="25" y="16"/>
                    </a:cubicBezTo>
                    <a:cubicBezTo>
                      <a:pt x="24" y="16"/>
                      <a:pt x="23" y="16"/>
                      <a:pt x="21" y="16"/>
                    </a:cubicBezTo>
                    <a:cubicBezTo>
                      <a:pt x="17" y="18"/>
                      <a:pt x="13" y="22"/>
                      <a:pt x="11" y="27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7" y="20"/>
                      <a:pt x="3" y="13"/>
                      <a:pt x="0" y="5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cubicBezTo>
                      <a:pt x="4" y="9"/>
                      <a:pt x="7" y="17"/>
                      <a:pt x="10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25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385">
                <a:extLst>
                  <a:ext uri="{FF2B5EF4-FFF2-40B4-BE49-F238E27FC236}">
                    <a16:creationId xmlns:a16="http://schemas.microsoft.com/office/drawing/2014/main" id="{8D20460A-C1F9-4B00-81BB-A4C67611ED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45" y="1871"/>
                <a:ext cx="93" cy="69"/>
              </a:xfrm>
              <a:custGeom>
                <a:avLst/>
                <a:gdLst>
                  <a:gd name="T0" fmla="*/ 39 w 40"/>
                  <a:gd name="T1" fmla="*/ 26 h 30"/>
                  <a:gd name="T2" fmla="*/ 40 w 40"/>
                  <a:gd name="T3" fmla="*/ 27 h 30"/>
                  <a:gd name="T4" fmla="*/ 40 w 40"/>
                  <a:gd name="T5" fmla="*/ 27 h 30"/>
                  <a:gd name="T6" fmla="*/ 40 w 40"/>
                  <a:gd name="T7" fmla="*/ 27 h 30"/>
                  <a:gd name="T8" fmla="*/ 39 w 40"/>
                  <a:gd name="T9" fmla="*/ 26 h 30"/>
                  <a:gd name="T10" fmla="*/ 0 w 40"/>
                  <a:gd name="T11" fmla="*/ 0 h 30"/>
                  <a:gd name="T12" fmla="*/ 0 w 40"/>
                  <a:gd name="T13" fmla="*/ 6 h 30"/>
                  <a:gd name="T14" fmla="*/ 10 w 40"/>
                  <a:gd name="T15" fmla="*/ 28 h 30"/>
                  <a:gd name="T16" fmla="*/ 11 w 40"/>
                  <a:gd name="T17" fmla="*/ 30 h 30"/>
                  <a:gd name="T18" fmla="*/ 11 w 40"/>
                  <a:gd name="T19" fmla="*/ 28 h 30"/>
                  <a:gd name="T20" fmla="*/ 21 w 40"/>
                  <a:gd name="T21" fmla="*/ 17 h 30"/>
                  <a:gd name="T22" fmla="*/ 25 w 40"/>
                  <a:gd name="T23" fmla="*/ 17 h 30"/>
                  <a:gd name="T24" fmla="*/ 33 w 40"/>
                  <a:gd name="T25" fmla="*/ 19 h 30"/>
                  <a:gd name="T26" fmla="*/ 35 w 40"/>
                  <a:gd name="T27" fmla="*/ 20 h 30"/>
                  <a:gd name="T28" fmla="*/ 27 w 40"/>
                  <a:gd name="T29" fmla="*/ 16 h 30"/>
                  <a:gd name="T30" fmla="*/ 25 w 40"/>
                  <a:gd name="T31" fmla="*/ 16 h 30"/>
                  <a:gd name="T32" fmla="*/ 21 w 40"/>
                  <a:gd name="T33" fmla="*/ 16 h 30"/>
                  <a:gd name="T34" fmla="*/ 11 w 40"/>
                  <a:gd name="T35" fmla="*/ 25 h 30"/>
                  <a:gd name="T36" fmla="*/ 11 w 40"/>
                  <a:gd name="T37" fmla="*/ 25 h 30"/>
                  <a:gd name="T38" fmla="*/ 11 w 40"/>
                  <a:gd name="T39" fmla="*/ 25 h 30"/>
                  <a:gd name="T40" fmla="*/ 10 w 40"/>
                  <a:gd name="T41" fmla="*/ 25 h 30"/>
                  <a:gd name="T42" fmla="*/ 1 w 40"/>
                  <a:gd name="T43" fmla="*/ 2 h 30"/>
                  <a:gd name="T44" fmla="*/ 0 w 40"/>
                  <a:gd name="T45" fmla="*/ 1 h 30"/>
                  <a:gd name="T46" fmla="*/ 0 w 40"/>
                  <a:gd name="T4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0" h="30">
                    <a:moveTo>
                      <a:pt x="39" y="26"/>
                    </a:move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6"/>
                      <a:pt x="39" y="26"/>
                    </a:cubicBezTo>
                    <a:moveTo>
                      <a:pt x="0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3" y="14"/>
                      <a:pt x="7" y="21"/>
                      <a:pt x="10" y="28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3" y="23"/>
                      <a:pt x="17" y="19"/>
                      <a:pt x="21" y="17"/>
                    </a:cubicBezTo>
                    <a:cubicBezTo>
                      <a:pt x="23" y="17"/>
                      <a:pt x="24" y="17"/>
                      <a:pt x="25" y="17"/>
                    </a:cubicBezTo>
                    <a:cubicBezTo>
                      <a:pt x="28" y="17"/>
                      <a:pt x="31" y="18"/>
                      <a:pt x="33" y="19"/>
                    </a:cubicBezTo>
                    <a:cubicBezTo>
                      <a:pt x="34" y="19"/>
                      <a:pt x="34" y="20"/>
                      <a:pt x="35" y="20"/>
                    </a:cubicBezTo>
                    <a:cubicBezTo>
                      <a:pt x="32" y="18"/>
                      <a:pt x="30" y="16"/>
                      <a:pt x="27" y="16"/>
                    </a:cubicBezTo>
                    <a:cubicBezTo>
                      <a:pt x="26" y="16"/>
                      <a:pt x="26" y="16"/>
                      <a:pt x="25" y="16"/>
                    </a:cubicBezTo>
                    <a:cubicBezTo>
                      <a:pt x="24" y="16"/>
                      <a:pt x="22" y="16"/>
                      <a:pt x="21" y="16"/>
                    </a:cubicBezTo>
                    <a:cubicBezTo>
                      <a:pt x="17" y="17"/>
                      <a:pt x="13" y="20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5"/>
                      <a:pt x="11" y="25"/>
                      <a:pt x="10" y="25"/>
                    </a:cubicBezTo>
                    <a:cubicBezTo>
                      <a:pt x="7" y="18"/>
                      <a:pt x="4" y="10"/>
                      <a:pt x="1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1B23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386">
                <a:extLst>
                  <a:ext uri="{FF2B5EF4-FFF2-40B4-BE49-F238E27FC236}">
                    <a16:creationId xmlns:a16="http://schemas.microsoft.com/office/drawing/2014/main" id="{932D7B56-09E2-42A6-A59C-50544455C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9" y="1843"/>
                <a:ext cx="84" cy="121"/>
              </a:xfrm>
              <a:custGeom>
                <a:avLst/>
                <a:gdLst>
                  <a:gd name="T0" fmla="*/ 36 w 36"/>
                  <a:gd name="T1" fmla="*/ 52 h 52"/>
                  <a:gd name="T2" fmla="*/ 34 w 36"/>
                  <a:gd name="T3" fmla="*/ 42 h 52"/>
                  <a:gd name="T4" fmla="*/ 26 w 36"/>
                  <a:gd name="T5" fmla="*/ 21 h 52"/>
                  <a:gd name="T6" fmla="*/ 17 w 36"/>
                  <a:gd name="T7" fmla="*/ 11 h 52"/>
                  <a:gd name="T8" fmla="*/ 9 w 36"/>
                  <a:gd name="T9" fmla="*/ 5 h 52"/>
                  <a:gd name="T10" fmla="*/ 0 w 36"/>
                  <a:gd name="T11" fmla="*/ 0 h 52"/>
                  <a:gd name="T12" fmla="*/ 3 w 36"/>
                  <a:gd name="T13" fmla="*/ 0 h 52"/>
                  <a:gd name="T14" fmla="*/ 6 w 36"/>
                  <a:gd name="T15" fmla="*/ 2 h 52"/>
                  <a:gd name="T16" fmla="*/ 10 w 36"/>
                  <a:gd name="T17" fmla="*/ 3 h 52"/>
                  <a:gd name="T18" fmla="*/ 18 w 36"/>
                  <a:gd name="T19" fmla="*/ 10 h 52"/>
                  <a:gd name="T20" fmla="*/ 27 w 36"/>
                  <a:gd name="T21" fmla="*/ 20 h 52"/>
                  <a:gd name="T22" fmla="*/ 36 w 36"/>
                  <a:gd name="T23" fmla="*/ 42 h 52"/>
                  <a:gd name="T24" fmla="*/ 36 w 36"/>
                  <a:gd name="T25" fmla="*/ 49 h 52"/>
                  <a:gd name="T26" fmla="*/ 36 w 36"/>
                  <a:gd name="T2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52">
                    <a:moveTo>
                      <a:pt x="36" y="52"/>
                    </a:moveTo>
                    <a:cubicBezTo>
                      <a:pt x="35" y="52"/>
                      <a:pt x="35" y="48"/>
                      <a:pt x="34" y="42"/>
                    </a:cubicBezTo>
                    <a:cubicBezTo>
                      <a:pt x="33" y="37"/>
                      <a:pt x="31" y="29"/>
                      <a:pt x="26" y="21"/>
                    </a:cubicBezTo>
                    <a:cubicBezTo>
                      <a:pt x="23" y="17"/>
                      <a:pt x="20" y="14"/>
                      <a:pt x="17" y="11"/>
                    </a:cubicBezTo>
                    <a:cubicBezTo>
                      <a:pt x="14" y="8"/>
                      <a:pt x="12" y="6"/>
                      <a:pt x="9" y="5"/>
                    </a:cubicBezTo>
                    <a:cubicBezTo>
                      <a:pt x="4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1"/>
                      <a:pt x="5" y="1"/>
                      <a:pt x="6" y="2"/>
                    </a:cubicBezTo>
                    <a:cubicBezTo>
                      <a:pt x="7" y="2"/>
                      <a:pt x="8" y="3"/>
                      <a:pt x="10" y="3"/>
                    </a:cubicBezTo>
                    <a:cubicBezTo>
                      <a:pt x="12" y="5"/>
                      <a:pt x="15" y="7"/>
                      <a:pt x="18" y="10"/>
                    </a:cubicBezTo>
                    <a:cubicBezTo>
                      <a:pt x="21" y="13"/>
                      <a:pt x="25" y="16"/>
                      <a:pt x="27" y="20"/>
                    </a:cubicBezTo>
                    <a:cubicBezTo>
                      <a:pt x="32" y="28"/>
                      <a:pt x="35" y="36"/>
                      <a:pt x="36" y="42"/>
                    </a:cubicBezTo>
                    <a:cubicBezTo>
                      <a:pt x="36" y="45"/>
                      <a:pt x="36" y="48"/>
                      <a:pt x="36" y="49"/>
                    </a:cubicBezTo>
                    <a:cubicBezTo>
                      <a:pt x="36" y="51"/>
                      <a:pt x="36" y="52"/>
                      <a:pt x="36" y="5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387">
                <a:extLst>
                  <a:ext uri="{FF2B5EF4-FFF2-40B4-BE49-F238E27FC236}">
                    <a16:creationId xmlns:a16="http://schemas.microsoft.com/office/drawing/2014/main" id="{E6CB3623-6EBD-462C-883A-9E3CE929C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1" y="1166"/>
                <a:ext cx="407" cy="679"/>
              </a:xfrm>
              <a:custGeom>
                <a:avLst/>
                <a:gdLst>
                  <a:gd name="T0" fmla="*/ 150 w 175"/>
                  <a:gd name="T1" fmla="*/ 65 h 292"/>
                  <a:gd name="T2" fmla="*/ 63 w 175"/>
                  <a:gd name="T3" fmla="*/ 6 h 292"/>
                  <a:gd name="T4" fmla="*/ 59 w 175"/>
                  <a:gd name="T5" fmla="*/ 6 h 292"/>
                  <a:gd name="T6" fmla="*/ 10 w 175"/>
                  <a:gd name="T7" fmla="*/ 98 h 292"/>
                  <a:gd name="T8" fmla="*/ 40 w 175"/>
                  <a:gd name="T9" fmla="*/ 248 h 292"/>
                  <a:gd name="T10" fmla="*/ 46 w 175"/>
                  <a:gd name="T11" fmla="*/ 263 h 292"/>
                  <a:gd name="T12" fmla="*/ 142 w 175"/>
                  <a:gd name="T13" fmla="*/ 273 h 292"/>
                  <a:gd name="T14" fmla="*/ 143 w 175"/>
                  <a:gd name="T15" fmla="*/ 264 h 292"/>
                  <a:gd name="T16" fmla="*/ 134 w 175"/>
                  <a:gd name="T17" fmla="*/ 216 h 292"/>
                  <a:gd name="T18" fmla="*/ 169 w 175"/>
                  <a:gd name="T19" fmla="*/ 163 h 292"/>
                  <a:gd name="T20" fmla="*/ 150 w 175"/>
                  <a:gd name="T21" fmla="*/ 65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5" h="292">
                    <a:moveTo>
                      <a:pt x="150" y="65"/>
                    </a:moveTo>
                    <a:cubicBezTo>
                      <a:pt x="141" y="26"/>
                      <a:pt x="103" y="0"/>
                      <a:pt x="63" y="6"/>
                    </a:cubicBezTo>
                    <a:cubicBezTo>
                      <a:pt x="59" y="6"/>
                      <a:pt x="59" y="6"/>
                      <a:pt x="59" y="6"/>
                    </a:cubicBezTo>
                    <a:cubicBezTo>
                      <a:pt x="16" y="15"/>
                      <a:pt x="0" y="56"/>
                      <a:pt x="10" y="98"/>
                    </a:cubicBezTo>
                    <a:cubicBezTo>
                      <a:pt x="40" y="248"/>
                      <a:pt x="40" y="248"/>
                      <a:pt x="40" y="248"/>
                    </a:cubicBezTo>
                    <a:cubicBezTo>
                      <a:pt x="46" y="263"/>
                      <a:pt x="46" y="263"/>
                      <a:pt x="46" y="263"/>
                    </a:cubicBezTo>
                    <a:cubicBezTo>
                      <a:pt x="72" y="289"/>
                      <a:pt x="111" y="292"/>
                      <a:pt x="142" y="273"/>
                    </a:cubicBezTo>
                    <a:cubicBezTo>
                      <a:pt x="143" y="264"/>
                      <a:pt x="143" y="264"/>
                      <a:pt x="143" y="264"/>
                    </a:cubicBezTo>
                    <a:cubicBezTo>
                      <a:pt x="134" y="216"/>
                      <a:pt x="134" y="216"/>
                      <a:pt x="134" y="216"/>
                    </a:cubicBezTo>
                    <a:cubicBezTo>
                      <a:pt x="134" y="216"/>
                      <a:pt x="175" y="204"/>
                      <a:pt x="169" y="163"/>
                    </a:cubicBezTo>
                    <a:cubicBezTo>
                      <a:pt x="167" y="143"/>
                      <a:pt x="158" y="102"/>
                      <a:pt x="150" y="65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388">
                <a:extLst>
                  <a:ext uri="{FF2B5EF4-FFF2-40B4-BE49-F238E27FC236}">
                    <a16:creationId xmlns:a16="http://schemas.microsoft.com/office/drawing/2014/main" id="{71426DCD-3C22-48B5-91BD-E3E0A18C8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2" y="1650"/>
                <a:ext cx="135" cy="65"/>
              </a:xfrm>
              <a:custGeom>
                <a:avLst/>
                <a:gdLst>
                  <a:gd name="T0" fmla="*/ 57 w 58"/>
                  <a:gd name="T1" fmla="*/ 8 h 28"/>
                  <a:gd name="T2" fmla="*/ 0 w 58"/>
                  <a:gd name="T3" fmla="*/ 0 h 28"/>
                  <a:gd name="T4" fmla="*/ 58 w 58"/>
                  <a:gd name="T5" fmla="*/ 18 h 28"/>
                  <a:gd name="T6" fmla="*/ 57 w 58"/>
                  <a:gd name="T7" fmla="*/ 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28">
                    <a:moveTo>
                      <a:pt x="57" y="8"/>
                    </a:moveTo>
                    <a:cubicBezTo>
                      <a:pt x="57" y="8"/>
                      <a:pt x="31" y="14"/>
                      <a:pt x="0" y="0"/>
                    </a:cubicBezTo>
                    <a:cubicBezTo>
                      <a:pt x="0" y="0"/>
                      <a:pt x="17" y="28"/>
                      <a:pt x="58" y="18"/>
                    </a:cubicBezTo>
                    <a:lnTo>
                      <a:pt x="57" y="8"/>
                    </a:ln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389">
                <a:extLst>
                  <a:ext uri="{FF2B5EF4-FFF2-40B4-BE49-F238E27FC236}">
                    <a16:creationId xmlns:a16="http://schemas.microsoft.com/office/drawing/2014/main" id="{97E2B84F-CEAB-492E-B587-69BC43A63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6" y="1380"/>
                <a:ext cx="28" cy="28"/>
              </a:xfrm>
              <a:custGeom>
                <a:avLst/>
                <a:gdLst>
                  <a:gd name="T0" fmla="*/ 12 w 12"/>
                  <a:gd name="T1" fmla="*/ 5 h 12"/>
                  <a:gd name="T2" fmla="*/ 7 w 12"/>
                  <a:gd name="T3" fmla="*/ 12 h 12"/>
                  <a:gd name="T4" fmla="*/ 0 w 12"/>
                  <a:gd name="T5" fmla="*/ 7 h 12"/>
                  <a:gd name="T6" fmla="*/ 5 w 12"/>
                  <a:gd name="T7" fmla="*/ 0 h 12"/>
                  <a:gd name="T8" fmla="*/ 12 w 12"/>
                  <a:gd name="T9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5"/>
                    </a:moveTo>
                    <a:cubicBezTo>
                      <a:pt x="12" y="8"/>
                      <a:pt x="10" y="11"/>
                      <a:pt x="7" y="12"/>
                    </a:cubicBezTo>
                    <a:cubicBezTo>
                      <a:pt x="4" y="12"/>
                      <a:pt x="1" y="10"/>
                      <a:pt x="0" y="7"/>
                    </a:cubicBezTo>
                    <a:cubicBezTo>
                      <a:pt x="0" y="4"/>
                      <a:pt x="2" y="1"/>
                      <a:pt x="5" y="0"/>
                    </a:cubicBezTo>
                    <a:cubicBezTo>
                      <a:pt x="8" y="0"/>
                      <a:pt x="11" y="2"/>
                      <a:pt x="12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390">
                <a:extLst>
                  <a:ext uri="{FF2B5EF4-FFF2-40B4-BE49-F238E27FC236}">
                    <a16:creationId xmlns:a16="http://schemas.microsoft.com/office/drawing/2014/main" id="{D27A6874-61B3-498E-8905-A91E7A591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2" y="1398"/>
                <a:ext cx="27" cy="28"/>
              </a:xfrm>
              <a:custGeom>
                <a:avLst/>
                <a:gdLst>
                  <a:gd name="T0" fmla="*/ 12 w 12"/>
                  <a:gd name="T1" fmla="*/ 5 h 12"/>
                  <a:gd name="T2" fmla="*/ 7 w 12"/>
                  <a:gd name="T3" fmla="*/ 11 h 12"/>
                  <a:gd name="T4" fmla="*/ 0 w 12"/>
                  <a:gd name="T5" fmla="*/ 7 h 12"/>
                  <a:gd name="T6" fmla="*/ 5 w 12"/>
                  <a:gd name="T7" fmla="*/ 0 h 12"/>
                  <a:gd name="T8" fmla="*/ 12 w 12"/>
                  <a:gd name="T9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5"/>
                    </a:moveTo>
                    <a:cubicBezTo>
                      <a:pt x="12" y="8"/>
                      <a:pt x="10" y="11"/>
                      <a:pt x="7" y="11"/>
                    </a:cubicBezTo>
                    <a:cubicBezTo>
                      <a:pt x="4" y="12"/>
                      <a:pt x="1" y="10"/>
                      <a:pt x="0" y="7"/>
                    </a:cubicBezTo>
                    <a:cubicBezTo>
                      <a:pt x="0" y="4"/>
                      <a:pt x="2" y="1"/>
                      <a:pt x="5" y="0"/>
                    </a:cubicBezTo>
                    <a:cubicBezTo>
                      <a:pt x="8" y="0"/>
                      <a:pt x="11" y="2"/>
                      <a:pt x="12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391">
                <a:extLst>
                  <a:ext uri="{FF2B5EF4-FFF2-40B4-BE49-F238E27FC236}">
                    <a16:creationId xmlns:a16="http://schemas.microsoft.com/office/drawing/2014/main" id="{783918BA-9A9B-4A95-8A32-479886F28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" y="1373"/>
                <a:ext cx="56" cy="23"/>
              </a:xfrm>
              <a:custGeom>
                <a:avLst/>
                <a:gdLst>
                  <a:gd name="T0" fmla="*/ 24 w 24"/>
                  <a:gd name="T1" fmla="*/ 5 h 10"/>
                  <a:gd name="T2" fmla="*/ 12 w 24"/>
                  <a:gd name="T3" fmla="*/ 5 h 10"/>
                  <a:gd name="T4" fmla="*/ 0 w 24"/>
                  <a:gd name="T5" fmla="*/ 9 h 10"/>
                  <a:gd name="T6" fmla="*/ 2 w 24"/>
                  <a:gd name="T7" fmla="*/ 5 h 10"/>
                  <a:gd name="T8" fmla="*/ 11 w 24"/>
                  <a:gd name="T9" fmla="*/ 1 h 10"/>
                  <a:gd name="T10" fmla="*/ 21 w 24"/>
                  <a:gd name="T11" fmla="*/ 3 h 10"/>
                  <a:gd name="T12" fmla="*/ 24 w 24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0">
                    <a:moveTo>
                      <a:pt x="24" y="5"/>
                    </a:moveTo>
                    <a:cubicBezTo>
                      <a:pt x="23" y="6"/>
                      <a:pt x="18" y="4"/>
                      <a:pt x="12" y="5"/>
                    </a:cubicBezTo>
                    <a:cubicBezTo>
                      <a:pt x="5" y="6"/>
                      <a:pt x="1" y="10"/>
                      <a:pt x="0" y="9"/>
                    </a:cubicBezTo>
                    <a:cubicBezTo>
                      <a:pt x="0" y="9"/>
                      <a:pt x="0" y="7"/>
                      <a:pt x="2" y="5"/>
                    </a:cubicBezTo>
                    <a:cubicBezTo>
                      <a:pt x="4" y="4"/>
                      <a:pt x="7" y="2"/>
                      <a:pt x="11" y="1"/>
                    </a:cubicBezTo>
                    <a:cubicBezTo>
                      <a:pt x="15" y="0"/>
                      <a:pt x="19" y="1"/>
                      <a:pt x="21" y="3"/>
                    </a:cubicBezTo>
                    <a:cubicBezTo>
                      <a:pt x="23" y="4"/>
                      <a:pt x="24" y="5"/>
                      <a:pt x="24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392">
                <a:extLst>
                  <a:ext uri="{FF2B5EF4-FFF2-40B4-BE49-F238E27FC236}">
                    <a16:creationId xmlns:a16="http://schemas.microsoft.com/office/drawing/2014/main" id="{9D115035-E12B-4FA8-8B06-04EA614CB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1" y="1354"/>
                <a:ext cx="56" cy="24"/>
              </a:xfrm>
              <a:custGeom>
                <a:avLst/>
                <a:gdLst>
                  <a:gd name="T0" fmla="*/ 24 w 24"/>
                  <a:gd name="T1" fmla="*/ 5 h 10"/>
                  <a:gd name="T2" fmla="*/ 12 w 24"/>
                  <a:gd name="T3" fmla="*/ 5 h 10"/>
                  <a:gd name="T4" fmla="*/ 0 w 24"/>
                  <a:gd name="T5" fmla="*/ 9 h 10"/>
                  <a:gd name="T6" fmla="*/ 2 w 24"/>
                  <a:gd name="T7" fmla="*/ 5 h 10"/>
                  <a:gd name="T8" fmla="*/ 11 w 24"/>
                  <a:gd name="T9" fmla="*/ 1 h 10"/>
                  <a:gd name="T10" fmla="*/ 21 w 24"/>
                  <a:gd name="T11" fmla="*/ 3 h 10"/>
                  <a:gd name="T12" fmla="*/ 24 w 24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0">
                    <a:moveTo>
                      <a:pt x="24" y="5"/>
                    </a:moveTo>
                    <a:cubicBezTo>
                      <a:pt x="23" y="6"/>
                      <a:pt x="18" y="4"/>
                      <a:pt x="12" y="5"/>
                    </a:cubicBezTo>
                    <a:cubicBezTo>
                      <a:pt x="5" y="6"/>
                      <a:pt x="1" y="10"/>
                      <a:pt x="0" y="9"/>
                    </a:cubicBezTo>
                    <a:cubicBezTo>
                      <a:pt x="0" y="9"/>
                      <a:pt x="0" y="7"/>
                      <a:pt x="2" y="5"/>
                    </a:cubicBezTo>
                    <a:cubicBezTo>
                      <a:pt x="4" y="4"/>
                      <a:pt x="7" y="2"/>
                      <a:pt x="11" y="1"/>
                    </a:cubicBezTo>
                    <a:cubicBezTo>
                      <a:pt x="15" y="0"/>
                      <a:pt x="19" y="1"/>
                      <a:pt x="21" y="3"/>
                    </a:cubicBezTo>
                    <a:cubicBezTo>
                      <a:pt x="23" y="4"/>
                      <a:pt x="24" y="5"/>
                      <a:pt x="24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393">
                <a:extLst>
                  <a:ext uri="{FF2B5EF4-FFF2-40B4-BE49-F238E27FC236}">
                    <a16:creationId xmlns:a16="http://schemas.microsoft.com/office/drawing/2014/main" id="{1D211722-93AE-4D09-9933-8B692FCFB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9" y="1371"/>
                <a:ext cx="63" cy="123"/>
              </a:xfrm>
              <a:custGeom>
                <a:avLst/>
                <a:gdLst>
                  <a:gd name="T0" fmla="*/ 11 w 27"/>
                  <a:gd name="T1" fmla="*/ 53 h 53"/>
                  <a:gd name="T2" fmla="*/ 21 w 27"/>
                  <a:gd name="T3" fmla="*/ 50 h 53"/>
                  <a:gd name="T4" fmla="*/ 24 w 27"/>
                  <a:gd name="T5" fmla="*/ 48 h 53"/>
                  <a:gd name="T6" fmla="*/ 22 w 27"/>
                  <a:gd name="T7" fmla="*/ 43 h 53"/>
                  <a:gd name="T8" fmla="*/ 16 w 27"/>
                  <a:gd name="T9" fmla="*/ 31 h 53"/>
                  <a:gd name="T10" fmla="*/ 1 w 27"/>
                  <a:gd name="T11" fmla="*/ 1 h 53"/>
                  <a:gd name="T12" fmla="*/ 18 w 27"/>
                  <a:gd name="T13" fmla="*/ 30 h 53"/>
                  <a:gd name="T14" fmla="*/ 25 w 27"/>
                  <a:gd name="T15" fmla="*/ 42 h 53"/>
                  <a:gd name="T16" fmla="*/ 26 w 27"/>
                  <a:gd name="T17" fmla="*/ 48 h 53"/>
                  <a:gd name="T18" fmla="*/ 24 w 27"/>
                  <a:gd name="T19" fmla="*/ 51 h 53"/>
                  <a:gd name="T20" fmla="*/ 21 w 27"/>
                  <a:gd name="T21" fmla="*/ 51 h 53"/>
                  <a:gd name="T22" fmla="*/ 11 w 27"/>
                  <a:gd name="T2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53">
                    <a:moveTo>
                      <a:pt x="11" y="53"/>
                    </a:moveTo>
                    <a:cubicBezTo>
                      <a:pt x="11" y="53"/>
                      <a:pt x="15" y="51"/>
                      <a:pt x="21" y="50"/>
                    </a:cubicBezTo>
                    <a:cubicBezTo>
                      <a:pt x="23" y="49"/>
                      <a:pt x="24" y="49"/>
                      <a:pt x="24" y="48"/>
                    </a:cubicBezTo>
                    <a:cubicBezTo>
                      <a:pt x="24" y="46"/>
                      <a:pt x="24" y="45"/>
                      <a:pt x="22" y="43"/>
                    </a:cubicBezTo>
                    <a:cubicBezTo>
                      <a:pt x="20" y="39"/>
                      <a:pt x="18" y="35"/>
                      <a:pt x="16" y="31"/>
                    </a:cubicBezTo>
                    <a:cubicBezTo>
                      <a:pt x="7" y="15"/>
                      <a:pt x="0" y="1"/>
                      <a:pt x="1" y="1"/>
                    </a:cubicBezTo>
                    <a:cubicBezTo>
                      <a:pt x="1" y="0"/>
                      <a:pt x="9" y="13"/>
                      <a:pt x="18" y="30"/>
                    </a:cubicBezTo>
                    <a:cubicBezTo>
                      <a:pt x="21" y="34"/>
                      <a:pt x="23" y="38"/>
                      <a:pt x="25" y="42"/>
                    </a:cubicBezTo>
                    <a:cubicBezTo>
                      <a:pt x="26" y="43"/>
                      <a:pt x="27" y="45"/>
                      <a:pt x="26" y="48"/>
                    </a:cubicBezTo>
                    <a:cubicBezTo>
                      <a:pt x="26" y="49"/>
                      <a:pt x="25" y="50"/>
                      <a:pt x="24" y="51"/>
                    </a:cubicBezTo>
                    <a:cubicBezTo>
                      <a:pt x="23" y="51"/>
                      <a:pt x="22" y="51"/>
                      <a:pt x="21" y="51"/>
                    </a:cubicBezTo>
                    <a:cubicBezTo>
                      <a:pt x="15" y="53"/>
                      <a:pt x="11" y="53"/>
                      <a:pt x="11" y="5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394">
                <a:extLst>
                  <a:ext uri="{FF2B5EF4-FFF2-40B4-BE49-F238E27FC236}">
                    <a16:creationId xmlns:a16="http://schemas.microsoft.com/office/drawing/2014/main" id="{E979F235-FCFF-4C5D-B6EA-9D38A4912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1319"/>
                <a:ext cx="70" cy="26"/>
              </a:xfrm>
              <a:custGeom>
                <a:avLst/>
                <a:gdLst>
                  <a:gd name="T0" fmla="*/ 29 w 30"/>
                  <a:gd name="T1" fmla="*/ 4 h 11"/>
                  <a:gd name="T2" fmla="*/ 15 w 30"/>
                  <a:gd name="T3" fmla="*/ 7 h 11"/>
                  <a:gd name="T4" fmla="*/ 1 w 30"/>
                  <a:gd name="T5" fmla="*/ 9 h 11"/>
                  <a:gd name="T6" fmla="*/ 3 w 30"/>
                  <a:gd name="T7" fmla="*/ 5 h 11"/>
                  <a:gd name="T8" fmla="*/ 14 w 30"/>
                  <a:gd name="T9" fmla="*/ 0 h 11"/>
                  <a:gd name="T10" fmla="*/ 25 w 30"/>
                  <a:gd name="T11" fmla="*/ 1 h 11"/>
                  <a:gd name="T12" fmla="*/ 29 w 30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1">
                    <a:moveTo>
                      <a:pt x="29" y="4"/>
                    </a:moveTo>
                    <a:cubicBezTo>
                      <a:pt x="29" y="6"/>
                      <a:pt x="23" y="5"/>
                      <a:pt x="15" y="7"/>
                    </a:cubicBezTo>
                    <a:cubicBezTo>
                      <a:pt x="8" y="8"/>
                      <a:pt x="2" y="11"/>
                      <a:pt x="1" y="9"/>
                    </a:cubicBezTo>
                    <a:cubicBezTo>
                      <a:pt x="0" y="8"/>
                      <a:pt x="1" y="7"/>
                      <a:pt x="3" y="5"/>
                    </a:cubicBezTo>
                    <a:cubicBezTo>
                      <a:pt x="6" y="3"/>
                      <a:pt x="9" y="1"/>
                      <a:pt x="14" y="0"/>
                    </a:cubicBezTo>
                    <a:cubicBezTo>
                      <a:pt x="18" y="0"/>
                      <a:pt x="23" y="0"/>
                      <a:pt x="25" y="1"/>
                    </a:cubicBezTo>
                    <a:cubicBezTo>
                      <a:pt x="28" y="2"/>
                      <a:pt x="30" y="3"/>
                      <a:pt x="29" y="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395">
                <a:extLst>
                  <a:ext uri="{FF2B5EF4-FFF2-40B4-BE49-F238E27FC236}">
                    <a16:creationId xmlns:a16="http://schemas.microsoft.com/office/drawing/2014/main" id="{FFB17B27-B498-4BA6-AC2C-87B726E69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9" y="1303"/>
                <a:ext cx="65" cy="21"/>
              </a:xfrm>
              <a:custGeom>
                <a:avLst/>
                <a:gdLst>
                  <a:gd name="T0" fmla="*/ 28 w 28"/>
                  <a:gd name="T1" fmla="*/ 5 h 9"/>
                  <a:gd name="T2" fmla="*/ 14 w 28"/>
                  <a:gd name="T3" fmla="*/ 7 h 9"/>
                  <a:gd name="T4" fmla="*/ 1 w 28"/>
                  <a:gd name="T5" fmla="*/ 8 h 9"/>
                  <a:gd name="T6" fmla="*/ 3 w 28"/>
                  <a:gd name="T7" fmla="*/ 4 h 9"/>
                  <a:gd name="T8" fmla="*/ 14 w 28"/>
                  <a:gd name="T9" fmla="*/ 0 h 9"/>
                  <a:gd name="T10" fmla="*/ 25 w 28"/>
                  <a:gd name="T11" fmla="*/ 2 h 9"/>
                  <a:gd name="T12" fmla="*/ 28 w 28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9">
                    <a:moveTo>
                      <a:pt x="28" y="5"/>
                    </a:moveTo>
                    <a:cubicBezTo>
                      <a:pt x="26" y="7"/>
                      <a:pt x="21" y="6"/>
                      <a:pt x="14" y="7"/>
                    </a:cubicBezTo>
                    <a:cubicBezTo>
                      <a:pt x="8" y="7"/>
                      <a:pt x="2" y="9"/>
                      <a:pt x="1" y="8"/>
                    </a:cubicBezTo>
                    <a:cubicBezTo>
                      <a:pt x="0" y="7"/>
                      <a:pt x="1" y="5"/>
                      <a:pt x="3" y="4"/>
                    </a:cubicBezTo>
                    <a:cubicBezTo>
                      <a:pt x="5" y="2"/>
                      <a:pt x="9" y="1"/>
                      <a:pt x="14" y="0"/>
                    </a:cubicBezTo>
                    <a:cubicBezTo>
                      <a:pt x="18" y="0"/>
                      <a:pt x="22" y="0"/>
                      <a:pt x="25" y="2"/>
                    </a:cubicBezTo>
                    <a:cubicBezTo>
                      <a:pt x="27" y="3"/>
                      <a:pt x="28" y="4"/>
                      <a:pt x="28" y="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396">
                <a:extLst>
                  <a:ext uri="{FF2B5EF4-FFF2-40B4-BE49-F238E27FC236}">
                    <a16:creationId xmlns:a16="http://schemas.microsoft.com/office/drawing/2014/main" id="{3901F8FC-60F6-4A31-8A21-4C4809270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1112"/>
                <a:ext cx="393" cy="179"/>
              </a:xfrm>
              <a:custGeom>
                <a:avLst/>
                <a:gdLst>
                  <a:gd name="T0" fmla="*/ 167 w 169"/>
                  <a:gd name="T1" fmla="*/ 50 h 77"/>
                  <a:gd name="T2" fmla="*/ 158 w 169"/>
                  <a:gd name="T3" fmla="*/ 45 h 77"/>
                  <a:gd name="T4" fmla="*/ 164 w 169"/>
                  <a:gd name="T5" fmla="*/ 41 h 77"/>
                  <a:gd name="T6" fmla="*/ 165 w 169"/>
                  <a:gd name="T7" fmla="*/ 35 h 77"/>
                  <a:gd name="T8" fmla="*/ 156 w 169"/>
                  <a:gd name="T9" fmla="*/ 32 h 77"/>
                  <a:gd name="T10" fmla="*/ 144 w 169"/>
                  <a:gd name="T11" fmla="*/ 26 h 77"/>
                  <a:gd name="T12" fmla="*/ 133 w 169"/>
                  <a:gd name="T13" fmla="*/ 10 h 77"/>
                  <a:gd name="T14" fmla="*/ 112 w 169"/>
                  <a:gd name="T15" fmla="*/ 0 h 77"/>
                  <a:gd name="T16" fmla="*/ 90 w 169"/>
                  <a:gd name="T17" fmla="*/ 10 h 77"/>
                  <a:gd name="T18" fmla="*/ 65 w 169"/>
                  <a:gd name="T19" fmla="*/ 5 h 77"/>
                  <a:gd name="T20" fmla="*/ 45 w 169"/>
                  <a:gd name="T21" fmla="*/ 23 h 77"/>
                  <a:gd name="T22" fmla="*/ 12 w 169"/>
                  <a:gd name="T23" fmla="*/ 31 h 77"/>
                  <a:gd name="T24" fmla="*/ 4 w 169"/>
                  <a:gd name="T25" fmla="*/ 65 h 77"/>
                  <a:gd name="T26" fmla="*/ 31 w 169"/>
                  <a:gd name="T27" fmla="*/ 77 h 77"/>
                  <a:gd name="T28" fmla="*/ 47 w 169"/>
                  <a:gd name="T29" fmla="*/ 63 h 77"/>
                  <a:gd name="T30" fmla="*/ 69 w 169"/>
                  <a:gd name="T31" fmla="*/ 73 h 77"/>
                  <a:gd name="T32" fmla="*/ 86 w 169"/>
                  <a:gd name="T33" fmla="*/ 65 h 77"/>
                  <a:gd name="T34" fmla="*/ 109 w 169"/>
                  <a:gd name="T35" fmla="*/ 67 h 77"/>
                  <a:gd name="T36" fmla="*/ 130 w 169"/>
                  <a:gd name="T37" fmla="*/ 75 h 77"/>
                  <a:gd name="T38" fmla="*/ 156 w 169"/>
                  <a:gd name="T39" fmla="*/ 68 h 77"/>
                  <a:gd name="T40" fmla="*/ 165 w 169"/>
                  <a:gd name="T41" fmla="*/ 61 h 77"/>
                  <a:gd name="T42" fmla="*/ 167 w 169"/>
                  <a:gd name="T43" fmla="*/ 5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9" h="77">
                    <a:moveTo>
                      <a:pt x="167" y="50"/>
                    </a:moveTo>
                    <a:cubicBezTo>
                      <a:pt x="166" y="47"/>
                      <a:pt x="162" y="44"/>
                      <a:pt x="158" y="45"/>
                    </a:cubicBezTo>
                    <a:cubicBezTo>
                      <a:pt x="160" y="44"/>
                      <a:pt x="162" y="43"/>
                      <a:pt x="164" y="41"/>
                    </a:cubicBezTo>
                    <a:cubicBezTo>
                      <a:pt x="165" y="40"/>
                      <a:pt x="166" y="37"/>
                      <a:pt x="165" y="35"/>
                    </a:cubicBezTo>
                    <a:cubicBezTo>
                      <a:pt x="163" y="32"/>
                      <a:pt x="159" y="32"/>
                      <a:pt x="156" y="32"/>
                    </a:cubicBezTo>
                    <a:cubicBezTo>
                      <a:pt x="152" y="31"/>
                      <a:pt x="147" y="29"/>
                      <a:pt x="144" y="26"/>
                    </a:cubicBezTo>
                    <a:cubicBezTo>
                      <a:pt x="140" y="21"/>
                      <a:pt x="138" y="15"/>
                      <a:pt x="133" y="10"/>
                    </a:cubicBezTo>
                    <a:cubicBezTo>
                      <a:pt x="128" y="4"/>
                      <a:pt x="120" y="0"/>
                      <a:pt x="112" y="0"/>
                    </a:cubicBezTo>
                    <a:cubicBezTo>
                      <a:pt x="104" y="0"/>
                      <a:pt x="95" y="4"/>
                      <a:pt x="90" y="10"/>
                    </a:cubicBezTo>
                    <a:cubicBezTo>
                      <a:pt x="83" y="5"/>
                      <a:pt x="73" y="2"/>
                      <a:pt x="65" y="5"/>
                    </a:cubicBezTo>
                    <a:cubicBezTo>
                      <a:pt x="56" y="7"/>
                      <a:pt x="48" y="14"/>
                      <a:pt x="45" y="23"/>
                    </a:cubicBezTo>
                    <a:cubicBezTo>
                      <a:pt x="34" y="19"/>
                      <a:pt x="20" y="23"/>
                      <a:pt x="12" y="31"/>
                    </a:cubicBezTo>
                    <a:cubicBezTo>
                      <a:pt x="4" y="40"/>
                      <a:pt x="0" y="53"/>
                      <a:pt x="4" y="6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69"/>
                      <a:pt x="39" y="62"/>
                      <a:pt x="47" y="63"/>
                    </a:cubicBezTo>
                    <a:cubicBezTo>
                      <a:pt x="55" y="65"/>
                      <a:pt x="61" y="73"/>
                      <a:pt x="69" y="73"/>
                    </a:cubicBezTo>
                    <a:cubicBezTo>
                      <a:pt x="75" y="72"/>
                      <a:pt x="80" y="67"/>
                      <a:pt x="86" y="65"/>
                    </a:cubicBezTo>
                    <a:cubicBezTo>
                      <a:pt x="93" y="62"/>
                      <a:pt x="101" y="64"/>
                      <a:pt x="109" y="67"/>
                    </a:cubicBezTo>
                    <a:cubicBezTo>
                      <a:pt x="116" y="70"/>
                      <a:pt x="123" y="74"/>
                      <a:pt x="130" y="75"/>
                    </a:cubicBezTo>
                    <a:cubicBezTo>
                      <a:pt x="139" y="76"/>
                      <a:pt x="148" y="73"/>
                      <a:pt x="156" y="68"/>
                    </a:cubicBezTo>
                    <a:cubicBezTo>
                      <a:pt x="159" y="67"/>
                      <a:pt x="163" y="64"/>
                      <a:pt x="165" y="61"/>
                    </a:cubicBezTo>
                    <a:cubicBezTo>
                      <a:pt x="167" y="58"/>
                      <a:pt x="169" y="54"/>
                      <a:pt x="167" y="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397">
                <a:extLst>
                  <a:ext uri="{FF2B5EF4-FFF2-40B4-BE49-F238E27FC236}">
                    <a16:creationId xmlns:a16="http://schemas.microsoft.com/office/drawing/2014/main" id="{5D9D7738-DF25-4B8C-A527-6FD833787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1157"/>
                <a:ext cx="353" cy="341"/>
              </a:xfrm>
              <a:custGeom>
                <a:avLst/>
                <a:gdLst>
                  <a:gd name="T0" fmla="*/ 34 w 152"/>
                  <a:gd name="T1" fmla="*/ 46 h 147"/>
                  <a:gd name="T2" fmla="*/ 152 w 152"/>
                  <a:gd name="T3" fmla="*/ 31 h 147"/>
                  <a:gd name="T4" fmla="*/ 132 w 152"/>
                  <a:gd name="T5" fmla="*/ 14 h 147"/>
                  <a:gd name="T6" fmla="*/ 76 w 152"/>
                  <a:gd name="T7" fmla="*/ 2 h 147"/>
                  <a:gd name="T8" fmla="*/ 9 w 152"/>
                  <a:gd name="T9" fmla="*/ 49 h 147"/>
                  <a:gd name="T10" fmla="*/ 1 w 152"/>
                  <a:gd name="T11" fmla="*/ 70 h 147"/>
                  <a:gd name="T12" fmla="*/ 18 w 152"/>
                  <a:gd name="T13" fmla="*/ 116 h 147"/>
                  <a:gd name="T14" fmla="*/ 28 w 152"/>
                  <a:gd name="T15" fmla="*/ 147 h 147"/>
                  <a:gd name="T16" fmla="*/ 28 w 152"/>
                  <a:gd name="T17" fmla="*/ 147 h 147"/>
                  <a:gd name="T18" fmla="*/ 34 w 152"/>
                  <a:gd name="T19" fmla="*/ 134 h 147"/>
                  <a:gd name="T20" fmla="*/ 29 w 152"/>
                  <a:gd name="T21" fmla="*/ 109 h 147"/>
                  <a:gd name="T22" fmla="*/ 34 w 152"/>
                  <a:gd name="T23" fmla="*/ 63 h 147"/>
                  <a:gd name="T24" fmla="*/ 34 w 152"/>
                  <a:gd name="T25" fmla="*/ 4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2" h="147">
                    <a:moveTo>
                      <a:pt x="34" y="46"/>
                    </a:moveTo>
                    <a:cubicBezTo>
                      <a:pt x="152" y="31"/>
                      <a:pt x="152" y="31"/>
                      <a:pt x="152" y="31"/>
                    </a:cubicBezTo>
                    <a:cubicBezTo>
                      <a:pt x="147" y="24"/>
                      <a:pt x="140" y="18"/>
                      <a:pt x="132" y="14"/>
                    </a:cubicBezTo>
                    <a:cubicBezTo>
                      <a:pt x="115" y="4"/>
                      <a:pt x="95" y="0"/>
                      <a:pt x="76" y="2"/>
                    </a:cubicBezTo>
                    <a:cubicBezTo>
                      <a:pt x="57" y="5"/>
                      <a:pt x="21" y="34"/>
                      <a:pt x="9" y="49"/>
                    </a:cubicBezTo>
                    <a:cubicBezTo>
                      <a:pt x="0" y="61"/>
                      <a:pt x="1" y="70"/>
                      <a:pt x="1" y="70"/>
                    </a:cubicBezTo>
                    <a:cubicBezTo>
                      <a:pt x="2" y="86"/>
                      <a:pt x="13" y="102"/>
                      <a:pt x="18" y="116"/>
                    </a:cubicBezTo>
                    <a:cubicBezTo>
                      <a:pt x="21" y="124"/>
                      <a:pt x="28" y="147"/>
                      <a:pt x="28" y="147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34" y="146"/>
                      <a:pt x="36" y="140"/>
                      <a:pt x="34" y="134"/>
                    </a:cubicBezTo>
                    <a:cubicBezTo>
                      <a:pt x="29" y="109"/>
                      <a:pt x="29" y="109"/>
                      <a:pt x="29" y="109"/>
                    </a:cubicBezTo>
                    <a:cubicBezTo>
                      <a:pt x="29" y="109"/>
                      <a:pt x="49" y="90"/>
                      <a:pt x="34" y="63"/>
                    </a:cubicBezTo>
                    <a:cubicBezTo>
                      <a:pt x="32" y="61"/>
                      <a:pt x="27" y="51"/>
                      <a:pt x="34" y="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398">
                <a:extLst>
                  <a:ext uri="{FF2B5EF4-FFF2-40B4-BE49-F238E27FC236}">
                    <a16:creationId xmlns:a16="http://schemas.microsoft.com/office/drawing/2014/main" id="{0E10A095-0CF4-4FFD-8791-926DCFC37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4" y="1259"/>
                <a:ext cx="118" cy="237"/>
              </a:xfrm>
              <a:custGeom>
                <a:avLst/>
                <a:gdLst>
                  <a:gd name="T0" fmla="*/ 46 w 51"/>
                  <a:gd name="T1" fmla="*/ 64 h 102"/>
                  <a:gd name="T2" fmla="*/ 34 w 51"/>
                  <a:gd name="T3" fmla="*/ 0 h 102"/>
                  <a:gd name="T4" fmla="*/ 30 w 51"/>
                  <a:gd name="T5" fmla="*/ 0 h 102"/>
                  <a:gd name="T6" fmla="*/ 29 w 51"/>
                  <a:gd name="T7" fmla="*/ 2 h 102"/>
                  <a:gd name="T8" fmla="*/ 11 w 51"/>
                  <a:gd name="T9" fmla="*/ 10 h 102"/>
                  <a:gd name="T10" fmla="*/ 13 w 51"/>
                  <a:gd name="T11" fmla="*/ 29 h 102"/>
                  <a:gd name="T12" fmla="*/ 0 w 51"/>
                  <a:gd name="T13" fmla="*/ 43 h 102"/>
                  <a:gd name="T14" fmla="*/ 6 w 51"/>
                  <a:gd name="T15" fmla="*/ 57 h 102"/>
                  <a:gd name="T16" fmla="*/ 12 w 51"/>
                  <a:gd name="T17" fmla="*/ 70 h 102"/>
                  <a:gd name="T18" fmla="*/ 5 w 51"/>
                  <a:gd name="T19" fmla="*/ 81 h 102"/>
                  <a:gd name="T20" fmla="*/ 19 w 51"/>
                  <a:gd name="T21" fmla="*/ 86 h 102"/>
                  <a:gd name="T22" fmla="*/ 12 w 51"/>
                  <a:gd name="T23" fmla="*/ 98 h 102"/>
                  <a:gd name="T24" fmla="*/ 39 w 51"/>
                  <a:gd name="T25" fmla="*/ 94 h 102"/>
                  <a:gd name="T26" fmla="*/ 50 w 51"/>
                  <a:gd name="T27" fmla="*/ 81 h 102"/>
                  <a:gd name="T28" fmla="*/ 46 w 51"/>
                  <a:gd name="T2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102">
                    <a:moveTo>
                      <a:pt x="46" y="64"/>
                    </a:moveTo>
                    <a:cubicBezTo>
                      <a:pt x="38" y="43"/>
                      <a:pt x="30" y="22"/>
                      <a:pt x="34" y="0"/>
                    </a:cubicBezTo>
                    <a:cubicBezTo>
                      <a:pt x="32" y="0"/>
                      <a:pt x="31" y="0"/>
                      <a:pt x="30" y="0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2" y="0"/>
                      <a:pt x="14" y="4"/>
                      <a:pt x="11" y="10"/>
                    </a:cubicBezTo>
                    <a:cubicBezTo>
                      <a:pt x="7" y="16"/>
                      <a:pt x="8" y="24"/>
                      <a:pt x="13" y="29"/>
                    </a:cubicBezTo>
                    <a:cubicBezTo>
                      <a:pt x="6" y="30"/>
                      <a:pt x="0" y="36"/>
                      <a:pt x="0" y="43"/>
                    </a:cubicBezTo>
                    <a:cubicBezTo>
                      <a:pt x="0" y="48"/>
                      <a:pt x="3" y="53"/>
                      <a:pt x="6" y="57"/>
                    </a:cubicBezTo>
                    <a:cubicBezTo>
                      <a:pt x="8" y="61"/>
                      <a:pt x="11" y="65"/>
                      <a:pt x="12" y="70"/>
                    </a:cubicBezTo>
                    <a:cubicBezTo>
                      <a:pt x="12" y="75"/>
                      <a:pt x="10" y="80"/>
                      <a:pt x="5" y="81"/>
                    </a:cubicBezTo>
                    <a:cubicBezTo>
                      <a:pt x="8" y="86"/>
                      <a:pt x="14" y="88"/>
                      <a:pt x="19" y="86"/>
                    </a:cubicBezTo>
                    <a:cubicBezTo>
                      <a:pt x="18" y="91"/>
                      <a:pt x="16" y="95"/>
                      <a:pt x="12" y="98"/>
                    </a:cubicBezTo>
                    <a:cubicBezTo>
                      <a:pt x="21" y="102"/>
                      <a:pt x="31" y="99"/>
                      <a:pt x="39" y="94"/>
                    </a:cubicBezTo>
                    <a:cubicBezTo>
                      <a:pt x="44" y="91"/>
                      <a:pt x="48" y="87"/>
                      <a:pt x="50" y="81"/>
                    </a:cubicBezTo>
                    <a:cubicBezTo>
                      <a:pt x="51" y="75"/>
                      <a:pt x="49" y="69"/>
                      <a:pt x="46" y="6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399">
                <a:extLst>
                  <a:ext uri="{FF2B5EF4-FFF2-40B4-BE49-F238E27FC236}">
                    <a16:creationId xmlns:a16="http://schemas.microsoft.com/office/drawing/2014/main" id="{4C6D02A6-E6D7-4867-8ECF-B914B154C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5" y="1454"/>
                <a:ext cx="86" cy="131"/>
              </a:xfrm>
              <a:custGeom>
                <a:avLst/>
                <a:gdLst>
                  <a:gd name="T0" fmla="*/ 29 w 37"/>
                  <a:gd name="T1" fmla="*/ 4 h 56"/>
                  <a:gd name="T2" fmla="*/ 5 w 37"/>
                  <a:gd name="T3" fmla="*/ 28 h 56"/>
                  <a:gd name="T4" fmla="*/ 37 w 37"/>
                  <a:gd name="T5" fmla="*/ 44 h 56"/>
                  <a:gd name="T6" fmla="*/ 29 w 37"/>
                  <a:gd name="T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56">
                    <a:moveTo>
                      <a:pt x="29" y="4"/>
                    </a:moveTo>
                    <a:cubicBezTo>
                      <a:pt x="28" y="4"/>
                      <a:pt x="0" y="0"/>
                      <a:pt x="5" y="28"/>
                    </a:cubicBezTo>
                    <a:cubicBezTo>
                      <a:pt x="10" y="56"/>
                      <a:pt x="37" y="45"/>
                      <a:pt x="37" y="44"/>
                    </a:cubicBezTo>
                    <a:cubicBezTo>
                      <a:pt x="37" y="44"/>
                      <a:pt x="29" y="4"/>
                      <a:pt x="29" y="4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400">
                <a:extLst>
                  <a:ext uri="{FF2B5EF4-FFF2-40B4-BE49-F238E27FC236}">
                    <a16:creationId xmlns:a16="http://schemas.microsoft.com/office/drawing/2014/main" id="{60CA2CD0-501E-4100-86B5-32FF8A601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8" y="1485"/>
                <a:ext cx="35" cy="58"/>
              </a:xfrm>
              <a:custGeom>
                <a:avLst/>
                <a:gdLst>
                  <a:gd name="T0" fmla="*/ 15 w 15"/>
                  <a:gd name="T1" fmla="*/ 22 h 25"/>
                  <a:gd name="T2" fmla="*/ 13 w 15"/>
                  <a:gd name="T3" fmla="*/ 23 h 25"/>
                  <a:gd name="T4" fmla="*/ 10 w 15"/>
                  <a:gd name="T5" fmla="*/ 24 h 25"/>
                  <a:gd name="T6" fmla="*/ 2 w 15"/>
                  <a:gd name="T7" fmla="*/ 14 h 25"/>
                  <a:gd name="T8" fmla="*/ 2 w 15"/>
                  <a:gd name="T9" fmla="*/ 7 h 25"/>
                  <a:gd name="T10" fmla="*/ 5 w 15"/>
                  <a:gd name="T11" fmla="*/ 2 h 25"/>
                  <a:gd name="T12" fmla="*/ 9 w 15"/>
                  <a:gd name="T13" fmla="*/ 3 h 25"/>
                  <a:gd name="T14" fmla="*/ 9 w 15"/>
                  <a:gd name="T15" fmla="*/ 4 h 25"/>
                  <a:gd name="T16" fmla="*/ 9 w 15"/>
                  <a:gd name="T17" fmla="*/ 3 h 25"/>
                  <a:gd name="T18" fmla="*/ 8 w 15"/>
                  <a:gd name="T19" fmla="*/ 1 h 25"/>
                  <a:gd name="T20" fmla="*/ 5 w 15"/>
                  <a:gd name="T21" fmla="*/ 1 h 25"/>
                  <a:gd name="T22" fmla="*/ 1 w 15"/>
                  <a:gd name="T23" fmla="*/ 6 h 25"/>
                  <a:gd name="T24" fmla="*/ 0 w 15"/>
                  <a:gd name="T25" fmla="*/ 14 h 25"/>
                  <a:gd name="T26" fmla="*/ 10 w 15"/>
                  <a:gd name="T27" fmla="*/ 25 h 25"/>
                  <a:gd name="T28" fmla="*/ 14 w 15"/>
                  <a:gd name="T29" fmla="*/ 23 h 25"/>
                  <a:gd name="T30" fmla="*/ 15 w 15"/>
                  <a:gd name="T31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25">
                    <a:moveTo>
                      <a:pt x="15" y="22"/>
                    </a:moveTo>
                    <a:cubicBezTo>
                      <a:pt x="15" y="22"/>
                      <a:pt x="14" y="22"/>
                      <a:pt x="13" y="23"/>
                    </a:cubicBezTo>
                    <a:cubicBezTo>
                      <a:pt x="13" y="23"/>
                      <a:pt x="11" y="24"/>
                      <a:pt x="10" y="24"/>
                    </a:cubicBezTo>
                    <a:cubicBezTo>
                      <a:pt x="7" y="23"/>
                      <a:pt x="3" y="19"/>
                      <a:pt x="2" y="14"/>
                    </a:cubicBezTo>
                    <a:cubicBezTo>
                      <a:pt x="2" y="11"/>
                      <a:pt x="2" y="9"/>
                      <a:pt x="2" y="7"/>
                    </a:cubicBezTo>
                    <a:cubicBezTo>
                      <a:pt x="3" y="4"/>
                      <a:pt x="4" y="3"/>
                      <a:pt x="5" y="2"/>
                    </a:cubicBezTo>
                    <a:cubicBezTo>
                      <a:pt x="7" y="2"/>
                      <a:pt x="8" y="2"/>
                      <a:pt x="9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10" y="4"/>
                      <a:pt x="9" y="3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7" y="1"/>
                      <a:pt x="6" y="0"/>
                      <a:pt x="5" y="1"/>
                    </a:cubicBezTo>
                    <a:cubicBezTo>
                      <a:pt x="3" y="1"/>
                      <a:pt x="1" y="4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0"/>
                      <a:pt x="5" y="25"/>
                      <a:pt x="10" y="25"/>
                    </a:cubicBezTo>
                    <a:cubicBezTo>
                      <a:pt x="12" y="25"/>
                      <a:pt x="13" y="24"/>
                      <a:pt x="14" y="23"/>
                    </a:cubicBezTo>
                    <a:cubicBezTo>
                      <a:pt x="15" y="23"/>
                      <a:pt x="15" y="22"/>
                      <a:pt x="15" y="22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401">
                <a:extLst>
                  <a:ext uri="{FF2B5EF4-FFF2-40B4-BE49-F238E27FC236}">
                    <a16:creationId xmlns:a16="http://schemas.microsoft.com/office/drawing/2014/main" id="{08562CDD-F998-4A06-931E-0E1F91D0A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6" y="1271"/>
                <a:ext cx="79" cy="146"/>
              </a:xfrm>
              <a:custGeom>
                <a:avLst/>
                <a:gdLst>
                  <a:gd name="T0" fmla="*/ 1 w 34"/>
                  <a:gd name="T1" fmla="*/ 63 h 63"/>
                  <a:gd name="T2" fmla="*/ 0 w 34"/>
                  <a:gd name="T3" fmla="*/ 60 h 63"/>
                  <a:gd name="T4" fmla="*/ 5 w 34"/>
                  <a:gd name="T5" fmla="*/ 52 h 63"/>
                  <a:gd name="T6" fmla="*/ 17 w 34"/>
                  <a:gd name="T7" fmla="*/ 47 h 63"/>
                  <a:gd name="T8" fmla="*/ 29 w 34"/>
                  <a:gd name="T9" fmla="*/ 39 h 63"/>
                  <a:gd name="T10" fmla="*/ 30 w 34"/>
                  <a:gd name="T11" fmla="*/ 24 h 63"/>
                  <a:gd name="T12" fmla="*/ 26 w 34"/>
                  <a:gd name="T13" fmla="*/ 12 h 63"/>
                  <a:gd name="T14" fmla="*/ 24 w 34"/>
                  <a:gd name="T15" fmla="*/ 0 h 63"/>
                  <a:gd name="T16" fmla="*/ 27 w 34"/>
                  <a:gd name="T17" fmla="*/ 11 h 63"/>
                  <a:gd name="T18" fmla="*/ 32 w 34"/>
                  <a:gd name="T19" fmla="*/ 24 h 63"/>
                  <a:gd name="T20" fmla="*/ 31 w 34"/>
                  <a:gd name="T21" fmla="*/ 40 h 63"/>
                  <a:gd name="T22" fmla="*/ 25 w 34"/>
                  <a:gd name="T23" fmla="*/ 47 h 63"/>
                  <a:gd name="T24" fmla="*/ 18 w 34"/>
                  <a:gd name="T25" fmla="*/ 49 h 63"/>
                  <a:gd name="T26" fmla="*/ 6 w 34"/>
                  <a:gd name="T27" fmla="*/ 53 h 63"/>
                  <a:gd name="T28" fmla="*/ 1 w 34"/>
                  <a:gd name="T29" fmla="*/ 60 h 63"/>
                  <a:gd name="T30" fmla="*/ 1 w 34"/>
                  <a:gd name="T31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" h="63">
                    <a:moveTo>
                      <a:pt x="1" y="63"/>
                    </a:moveTo>
                    <a:cubicBezTo>
                      <a:pt x="1" y="63"/>
                      <a:pt x="0" y="62"/>
                      <a:pt x="0" y="60"/>
                    </a:cubicBezTo>
                    <a:cubicBezTo>
                      <a:pt x="0" y="58"/>
                      <a:pt x="1" y="54"/>
                      <a:pt x="5" y="52"/>
                    </a:cubicBezTo>
                    <a:cubicBezTo>
                      <a:pt x="8" y="50"/>
                      <a:pt x="12" y="48"/>
                      <a:pt x="17" y="47"/>
                    </a:cubicBezTo>
                    <a:cubicBezTo>
                      <a:pt x="22" y="46"/>
                      <a:pt x="27" y="44"/>
                      <a:pt x="29" y="39"/>
                    </a:cubicBezTo>
                    <a:cubicBezTo>
                      <a:pt x="31" y="34"/>
                      <a:pt x="31" y="29"/>
                      <a:pt x="30" y="24"/>
                    </a:cubicBezTo>
                    <a:cubicBezTo>
                      <a:pt x="29" y="20"/>
                      <a:pt x="27" y="15"/>
                      <a:pt x="26" y="12"/>
                    </a:cubicBezTo>
                    <a:cubicBezTo>
                      <a:pt x="23" y="4"/>
                      <a:pt x="24" y="0"/>
                      <a:pt x="24" y="0"/>
                    </a:cubicBezTo>
                    <a:cubicBezTo>
                      <a:pt x="25" y="0"/>
                      <a:pt x="25" y="4"/>
                      <a:pt x="27" y="11"/>
                    </a:cubicBezTo>
                    <a:cubicBezTo>
                      <a:pt x="28" y="15"/>
                      <a:pt x="30" y="19"/>
                      <a:pt x="32" y="24"/>
                    </a:cubicBezTo>
                    <a:cubicBezTo>
                      <a:pt x="33" y="29"/>
                      <a:pt x="34" y="34"/>
                      <a:pt x="31" y="40"/>
                    </a:cubicBezTo>
                    <a:cubicBezTo>
                      <a:pt x="30" y="43"/>
                      <a:pt x="28" y="45"/>
                      <a:pt x="25" y="47"/>
                    </a:cubicBezTo>
                    <a:cubicBezTo>
                      <a:pt x="23" y="48"/>
                      <a:pt x="20" y="49"/>
                      <a:pt x="18" y="49"/>
                    </a:cubicBezTo>
                    <a:cubicBezTo>
                      <a:pt x="13" y="50"/>
                      <a:pt x="8" y="51"/>
                      <a:pt x="6" y="53"/>
                    </a:cubicBezTo>
                    <a:cubicBezTo>
                      <a:pt x="3" y="55"/>
                      <a:pt x="1" y="58"/>
                      <a:pt x="1" y="60"/>
                    </a:cubicBezTo>
                    <a:cubicBezTo>
                      <a:pt x="1" y="62"/>
                      <a:pt x="1" y="63"/>
                      <a:pt x="1" y="63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402">
                <a:extLst>
                  <a:ext uri="{FF2B5EF4-FFF2-40B4-BE49-F238E27FC236}">
                    <a16:creationId xmlns:a16="http://schemas.microsoft.com/office/drawing/2014/main" id="{A7D2F35B-0D3D-48BF-BF0F-625224D52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5" y="1264"/>
                <a:ext cx="61" cy="127"/>
              </a:xfrm>
              <a:custGeom>
                <a:avLst/>
                <a:gdLst>
                  <a:gd name="T0" fmla="*/ 2 w 26"/>
                  <a:gd name="T1" fmla="*/ 55 h 55"/>
                  <a:gd name="T2" fmla="*/ 1 w 26"/>
                  <a:gd name="T3" fmla="*/ 52 h 55"/>
                  <a:gd name="T4" fmla="*/ 1 w 26"/>
                  <a:gd name="T5" fmla="*/ 45 h 55"/>
                  <a:gd name="T6" fmla="*/ 4 w 26"/>
                  <a:gd name="T7" fmla="*/ 40 h 55"/>
                  <a:gd name="T8" fmla="*/ 9 w 26"/>
                  <a:gd name="T9" fmla="*/ 37 h 55"/>
                  <a:gd name="T10" fmla="*/ 14 w 26"/>
                  <a:gd name="T11" fmla="*/ 34 h 55"/>
                  <a:gd name="T12" fmla="*/ 16 w 26"/>
                  <a:gd name="T13" fmla="*/ 29 h 55"/>
                  <a:gd name="T14" fmla="*/ 15 w 26"/>
                  <a:gd name="T15" fmla="*/ 22 h 55"/>
                  <a:gd name="T16" fmla="*/ 15 w 26"/>
                  <a:gd name="T17" fmla="*/ 16 h 55"/>
                  <a:gd name="T18" fmla="*/ 18 w 26"/>
                  <a:gd name="T19" fmla="*/ 5 h 55"/>
                  <a:gd name="T20" fmla="*/ 23 w 26"/>
                  <a:gd name="T21" fmla="*/ 1 h 55"/>
                  <a:gd name="T22" fmla="*/ 26 w 26"/>
                  <a:gd name="T23" fmla="*/ 1 h 55"/>
                  <a:gd name="T24" fmla="*/ 24 w 26"/>
                  <a:gd name="T25" fmla="*/ 1 h 55"/>
                  <a:gd name="T26" fmla="*/ 19 w 26"/>
                  <a:gd name="T27" fmla="*/ 6 h 55"/>
                  <a:gd name="T28" fmla="*/ 17 w 26"/>
                  <a:gd name="T29" fmla="*/ 16 h 55"/>
                  <a:gd name="T30" fmla="*/ 17 w 26"/>
                  <a:gd name="T31" fmla="*/ 22 h 55"/>
                  <a:gd name="T32" fmla="*/ 18 w 26"/>
                  <a:gd name="T33" fmla="*/ 29 h 55"/>
                  <a:gd name="T34" fmla="*/ 16 w 26"/>
                  <a:gd name="T35" fmla="*/ 36 h 55"/>
                  <a:gd name="T36" fmla="*/ 10 w 26"/>
                  <a:gd name="T37" fmla="*/ 39 h 55"/>
                  <a:gd name="T38" fmla="*/ 3 w 26"/>
                  <a:gd name="T39" fmla="*/ 45 h 55"/>
                  <a:gd name="T40" fmla="*/ 2 w 26"/>
                  <a:gd name="T41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55">
                    <a:moveTo>
                      <a:pt x="2" y="55"/>
                    </a:moveTo>
                    <a:cubicBezTo>
                      <a:pt x="2" y="55"/>
                      <a:pt x="1" y="54"/>
                      <a:pt x="1" y="52"/>
                    </a:cubicBezTo>
                    <a:cubicBezTo>
                      <a:pt x="0" y="51"/>
                      <a:pt x="0" y="48"/>
                      <a:pt x="1" y="45"/>
                    </a:cubicBezTo>
                    <a:cubicBezTo>
                      <a:pt x="2" y="43"/>
                      <a:pt x="3" y="42"/>
                      <a:pt x="4" y="40"/>
                    </a:cubicBezTo>
                    <a:cubicBezTo>
                      <a:pt x="5" y="39"/>
                      <a:pt x="7" y="38"/>
                      <a:pt x="9" y="37"/>
                    </a:cubicBezTo>
                    <a:cubicBezTo>
                      <a:pt x="11" y="36"/>
                      <a:pt x="13" y="36"/>
                      <a:pt x="14" y="34"/>
                    </a:cubicBezTo>
                    <a:cubicBezTo>
                      <a:pt x="16" y="33"/>
                      <a:pt x="16" y="31"/>
                      <a:pt x="16" y="29"/>
                    </a:cubicBezTo>
                    <a:cubicBezTo>
                      <a:pt x="16" y="27"/>
                      <a:pt x="15" y="25"/>
                      <a:pt x="15" y="22"/>
                    </a:cubicBezTo>
                    <a:cubicBezTo>
                      <a:pt x="15" y="20"/>
                      <a:pt x="15" y="18"/>
                      <a:pt x="15" y="16"/>
                    </a:cubicBezTo>
                    <a:cubicBezTo>
                      <a:pt x="15" y="12"/>
                      <a:pt x="16" y="8"/>
                      <a:pt x="18" y="5"/>
                    </a:cubicBezTo>
                    <a:cubicBezTo>
                      <a:pt x="19" y="2"/>
                      <a:pt x="22" y="1"/>
                      <a:pt x="23" y="1"/>
                    </a:cubicBezTo>
                    <a:cubicBezTo>
                      <a:pt x="25" y="0"/>
                      <a:pt x="26" y="1"/>
                      <a:pt x="26" y="1"/>
                    </a:cubicBezTo>
                    <a:cubicBezTo>
                      <a:pt x="26" y="1"/>
                      <a:pt x="25" y="1"/>
                      <a:pt x="24" y="1"/>
                    </a:cubicBezTo>
                    <a:cubicBezTo>
                      <a:pt x="22" y="2"/>
                      <a:pt x="20" y="3"/>
                      <a:pt x="19" y="6"/>
                    </a:cubicBezTo>
                    <a:cubicBezTo>
                      <a:pt x="18" y="9"/>
                      <a:pt x="17" y="12"/>
                      <a:pt x="17" y="16"/>
                    </a:cubicBezTo>
                    <a:cubicBezTo>
                      <a:pt x="17" y="18"/>
                      <a:pt x="17" y="20"/>
                      <a:pt x="17" y="22"/>
                    </a:cubicBezTo>
                    <a:cubicBezTo>
                      <a:pt x="17" y="24"/>
                      <a:pt x="18" y="26"/>
                      <a:pt x="18" y="29"/>
                    </a:cubicBezTo>
                    <a:cubicBezTo>
                      <a:pt x="18" y="31"/>
                      <a:pt x="18" y="34"/>
                      <a:pt x="16" y="36"/>
                    </a:cubicBezTo>
                    <a:cubicBezTo>
                      <a:pt x="14" y="38"/>
                      <a:pt x="12" y="38"/>
                      <a:pt x="10" y="39"/>
                    </a:cubicBezTo>
                    <a:cubicBezTo>
                      <a:pt x="6" y="40"/>
                      <a:pt x="4" y="43"/>
                      <a:pt x="3" y="45"/>
                    </a:cubicBezTo>
                    <a:cubicBezTo>
                      <a:pt x="0" y="51"/>
                      <a:pt x="2" y="55"/>
                      <a:pt x="2" y="55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403">
                <a:extLst>
                  <a:ext uri="{FF2B5EF4-FFF2-40B4-BE49-F238E27FC236}">
                    <a16:creationId xmlns:a16="http://schemas.microsoft.com/office/drawing/2014/main" id="{A1AC14E7-1321-4127-A821-023C5D0DE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145"/>
                <a:ext cx="288" cy="102"/>
              </a:xfrm>
              <a:custGeom>
                <a:avLst/>
                <a:gdLst>
                  <a:gd name="T0" fmla="*/ 123 w 124"/>
                  <a:gd name="T1" fmla="*/ 12 h 44"/>
                  <a:gd name="T2" fmla="*/ 117 w 124"/>
                  <a:gd name="T3" fmla="*/ 12 h 44"/>
                  <a:gd name="T4" fmla="*/ 112 w 124"/>
                  <a:gd name="T5" fmla="*/ 8 h 44"/>
                  <a:gd name="T6" fmla="*/ 104 w 124"/>
                  <a:gd name="T7" fmla="*/ 3 h 44"/>
                  <a:gd name="T8" fmla="*/ 83 w 124"/>
                  <a:gd name="T9" fmla="*/ 7 h 44"/>
                  <a:gd name="T10" fmla="*/ 74 w 124"/>
                  <a:gd name="T11" fmla="*/ 17 h 44"/>
                  <a:gd name="T12" fmla="*/ 67 w 124"/>
                  <a:gd name="T13" fmla="*/ 22 h 44"/>
                  <a:gd name="T14" fmla="*/ 59 w 124"/>
                  <a:gd name="T15" fmla="*/ 22 h 44"/>
                  <a:gd name="T16" fmla="*/ 45 w 124"/>
                  <a:gd name="T17" fmla="*/ 17 h 44"/>
                  <a:gd name="T18" fmla="*/ 31 w 124"/>
                  <a:gd name="T19" fmla="*/ 16 h 44"/>
                  <a:gd name="T20" fmla="*/ 10 w 124"/>
                  <a:gd name="T21" fmla="*/ 26 h 44"/>
                  <a:gd name="T22" fmla="*/ 2 w 124"/>
                  <a:gd name="T23" fmla="*/ 39 h 44"/>
                  <a:gd name="T24" fmla="*/ 0 w 124"/>
                  <a:gd name="T25" fmla="*/ 44 h 44"/>
                  <a:gd name="T26" fmla="*/ 0 w 124"/>
                  <a:gd name="T27" fmla="*/ 43 h 44"/>
                  <a:gd name="T28" fmla="*/ 1 w 124"/>
                  <a:gd name="T29" fmla="*/ 39 h 44"/>
                  <a:gd name="T30" fmla="*/ 9 w 124"/>
                  <a:gd name="T31" fmla="*/ 25 h 44"/>
                  <a:gd name="T32" fmla="*/ 31 w 124"/>
                  <a:gd name="T33" fmla="*/ 14 h 44"/>
                  <a:gd name="T34" fmla="*/ 45 w 124"/>
                  <a:gd name="T35" fmla="*/ 15 h 44"/>
                  <a:gd name="T36" fmla="*/ 59 w 124"/>
                  <a:gd name="T37" fmla="*/ 20 h 44"/>
                  <a:gd name="T38" fmla="*/ 66 w 124"/>
                  <a:gd name="T39" fmla="*/ 19 h 44"/>
                  <a:gd name="T40" fmla="*/ 72 w 124"/>
                  <a:gd name="T41" fmla="*/ 16 h 44"/>
                  <a:gd name="T42" fmla="*/ 82 w 124"/>
                  <a:gd name="T43" fmla="*/ 6 h 44"/>
                  <a:gd name="T44" fmla="*/ 94 w 124"/>
                  <a:gd name="T45" fmla="*/ 0 h 44"/>
                  <a:gd name="T46" fmla="*/ 105 w 124"/>
                  <a:gd name="T47" fmla="*/ 2 h 44"/>
                  <a:gd name="T48" fmla="*/ 112 w 124"/>
                  <a:gd name="T49" fmla="*/ 7 h 44"/>
                  <a:gd name="T50" fmla="*/ 118 w 124"/>
                  <a:gd name="T51" fmla="*/ 11 h 44"/>
                  <a:gd name="T52" fmla="*/ 123 w 124"/>
                  <a:gd name="T53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4" h="44">
                    <a:moveTo>
                      <a:pt x="123" y="12"/>
                    </a:moveTo>
                    <a:cubicBezTo>
                      <a:pt x="124" y="12"/>
                      <a:pt x="121" y="14"/>
                      <a:pt x="117" y="12"/>
                    </a:cubicBezTo>
                    <a:cubicBezTo>
                      <a:pt x="116" y="12"/>
                      <a:pt x="114" y="10"/>
                      <a:pt x="112" y="8"/>
                    </a:cubicBezTo>
                    <a:cubicBezTo>
                      <a:pt x="110" y="6"/>
                      <a:pt x="107" y="4"/>
                      <a:pt x="104" y="3"/>
                    </a:cubicBezTo>
                    <a:cubicBezTo>
                      <a:pt x="98" y="1"/>
                      <a:pt x="89" y="1"/>
                      <a:pt x="83" y="7"/>
                    </a:cubicBezTo>
                    <a:cubicBezTo>
                      <a:pt x="80" y="10"/>
                      <a:pt x="77" y="14"/>
                      <a:pt x="74" y="17"/>
                    </a:cubicBezTo>
                    <a:cubicBezTo>
                      <a:pt x="72" y="19"/>
                      <a:pt x="70" y="21"/>
                      <a:pt x="67" y="22"/>
                    </a:cubicBezTo>
                    <a:cubicBezTo>
                      <a:pt x="64" y="22"/>
                      <a:pt x="61" y="22"/>
                      <a:pt x="59" y="22"/>
                    </a:cubicBezTo>
                    <a:cubicBezTo>
                      <a:pt x="54" y="21"/>
                      <a:pt x="49" y="18"/>
                      <a:pt x="45" y="17"/>
                    </a:cubicBezTo>
                    <a:cubicBezTo>
                      <a:pt x="40" y="16"/>
                      <a:pt x="35" y="15"/>
                      <a:pt x="31" y="16"/>
                    </a:cubicBezTo>
                    <a:cubicBezTo>
                      <a:pt x="22" y="17"/>
                      <a:pt x="15" y="21"/>
                      <a:pt x="10" y="26"/>
                    </a:cubicBezTo>
                    <a:cubicBezTo>
                      <a:pt x="6" y="31"/>
                      <a:pt x="3" y="35"/>
                      <a:pt x="2" y="39"/>
                    </a:cubicBezTo>
                    <a:cubicBezTo>
                      <a:pt x="0" y="42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0"/>
                      <a:pt x="1" y="39"/>
                    </a:cubicBezTo>
                    <a:cubicBezTo>
                      <a:pt x="2" y="35"/>
                      <a:pt x="5" y="30"/>
                      <a:pt x="9" y="25"/>
                    </a:cubicBezTo>
                    <a:cubicBezTo>
                      <a:pt x="14" y="20"/>
                      <a:pt x="22" y="15"/>
                      <a:pt x="31" y="14"/>
                    </a:cubicBezTo>
                    <a:cubicBezTo>
                      <a:pt x="35" y="13"/>
                      <a:pt x="40" y="13"/>
                      <a:pt x="45" y="15"/>
                    </a:cubicBezTo>
                    <a:cubicBezTo>
                      <a:pt x="50" y="16"/>
                      <a:pt x="54" y="19"/>
                      <a:pt x="59" y="20"/>
                    </a:cubicBezTo>
                    <a:cubicBezTo>
                      <a:pt x="62" y="20"/>
                      <a:pt x="64" y="20"/>
                      <a:pt x="66" y="19"/>
                    </a:cubicBezTo>
                    <a:cubicBezTo>
                      <a:pt x="69" y="19"/>
                      <a:pt x="70" y="17"/>
                      <a:pt x="72" y="16"/>
                    </a:cubicBezTo>
                    <a:cubicBezTo>
                      <a:pt x="76" y="13"/>
                      <a:pt x="78" y="9"/>
                      <a:pt x="82" y="6"/>
                    </a:cubicBezTo>
                    <a:cubicBezTo>
                      <a:pt x="85" y="2"/>
                      <a:pt x="90" y="1"/>
                      <a:pt x="94" y="0"/>
                    </a:cubicBezTo>
                    <a:cubicBezTo>
                      <a:pt x="98" y="0"/>
                      <a:pt x="102" y="0"/>
                      <a:pt x="105" y="2"/>
                    </a:cubicBezTo>
                    <a:cubicBezTo>
                      <a:pt x="108" y="3"/>
                      <a:pt x="111" y="6"/>
                      <a:pt x="112" y="7"/>
                    </a:cubicBezTo>
                    <a:cubicBezTo>
                      <a:pt x="114" y="9"/>
                      <a:pt x="116" y="11"/>
                      <a:pt x="118" y="11"/>
                    </a:cubicBezTo>
                    <a:cubicBezTo>
                      <a:pt x="121" y="13"/>
                      <a:pt x="123" y="12"/>
                      <a:pt x="123" y="12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404">
                <a:extLst>
                  <a:ext uri="{FF2B5EF4-FFF2-40B4-BE49-F238E27FC236}">
                    <a16:creationId xmlns:a16="http://schemas.microsoft.com/office/drawing/2014/main" id="{9FB30DD8-CE91-4B72-82C8-ADCDFC2D1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0" y="1515"/>
                <a:ext cx="51" cy="30"/>
              </a:xfrm>
              <a:custGeom>
                <a:avLst/>
                <a:gdLst>
                  <a:gd name="T0" fmla="*/ 0 w 22"/>
                  <a:gd name="T1" fmla="*/ 0 h 13"/>
                  <a:gd name="T2" fmla="*/ 9 w 22"/>
                  <a:gd name="T3" fmla="*/ 9 h 13"/>
                  <a:gd name="T4" fmla="*/ 22 w 22"/>
                  <a:gd name="T5" fmla="*/ 10 h 13"/>
                  <a:gd name="T6" fmla="*/ 18 w 22"/>
                  <a:gd name="T7" fmla="*/ 12 h 13"/>
                  <a:gd name="T8" fmla="*/ 8 w 22"/>
                  <a:gd name="T9" fmla="*/ 11 h 13"/>
                  <a:gd name="T10" fmla="*/ 1 w 22"/>
                  <a:gd name="T11" fmla="*/ 4 h 13"/>
                  <a:gd name="T12" fmla="*/ 0 w 22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13">
                    <a:moveTo>
                      <a:pt x="0" y="0"/>
                    </a:moveTo>
                    <a:cubicBezTo>
                      <a:pt x="1" y="0"/>
                      <a:pt x="3" y="6"/>
                      <a:pt x="9" y="9"/>
                    </a:cubicBezTo>
                    <a:cubicBezTo>
                      <a:pt x="15" y="11"/>
                      <a:pt x="22" y="9"/>
                      <a:pt x="22" y="10"/>
                    </a:cubicBezTo>
                    <a:cubicBezTo>
                      <a:pt x="22" y="10"/>
                      <a:pt x="21" y="11"/>
                      <a:pt x="18" y="12"/>
                    </a:cubicBezTo>
                    <a:cubicBezTo>
                      <a:pt x="16" y="13"/>
                      <a:pt x="11" y="13"/>
                      <a:pt x="8" y="11"/>
                    </a:cubicBezTo>
                    <a:cubicBezTo>
                      <a:pt x="4" y="10"/>
                      <a:pt x="1" y="7"/>
                      <a:pt x="1" y="4"/>
                    </a:cubicBezTo>
                    <a:cubicBezTo>
                      <a:pt x="0" y="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405">
                <a:extLst>
                  <a:ext uri="{FF2B5EF4-FFF2-40B4-BE49-F238E27FC236}">
                    <a16:creationId xmlns:a16="http://schemas.microsoft.com/office/drawing/2014/main" id="{4E338131-CC30-4E00-9D7D-040902A7C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9" y="2913"/>
                <a:ext cx="189" cy="205"/>
              </a:xfrm>
              <a:custGeom>
                <a:avLst/>
                <a:gdLst>
                  <a:gd name="T0" fmla="*/ 64 w 81"/>
                  <a:gd name="T1" fmla="*/ 14 h 88"/>
                  <a:gd name="T2" fmla="*/ 24 w 81"/>
                  <a:gd name="T3" fmla="*/ 1 h 88"/>
                  <a:gd name="T4" fmla="*/ 0 w 81"/>
                  <a:gd name="T5" fmla="*/ 78 h 88"/>
                  <a:gd name="T6" fmla="*/ 53 w 81"/>
                  <a:gd name="T7" fmla="*/ 84 h 88"/>
                  <a:gd name="T8" fmla="*/ 79 w 81"/>
                  <a:gd name="T9" fmla="*/ 53 h 88"/>
                  <a:gd name="T10" fmla="*/ 64 w 81"/>
                  <a:gd name="T11" fmla="*/ 1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88">
                    <a:moveTo>
                      <a:pt x="64" y="14"/>
                    </a:moveTo>
                    <a:cubicBezTo>
                      <a:pt x="53" y="4"/>
                      <a:pt x="38" y="0"/>
                      <a:pt x="24" y="1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8" y="79"/>
                      <a:pt x="35" y="88"/>
                      <a:pt x="53" y="84"/>
                    </a:cubicBezTo>
                    <a:cubicBezTo>
                      <a:pt x="67" y="80"/>
                      <a:pt x="77" y="67"/>
                      <a:pt x="79" y="53"/>
                    </a:cubicBezTo>
                    <a:cubicBezTo>
                      <a:pt x="81" y="38"/>
                      <a:pt x="75" y="23"/>
                      <a:pt x="64" y="14"/>
                    </a:cubicBezTo>
                    <a:close/>
                  </a:path>
                </a:pathLst>
              </a:custGeom>
              <a:solidFill>
                <a:srgbClr val="FF72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" name="Freeform 407">
              <a:extLst>
                <a:ext uri="{FF2B5EF4-FFF2-40B4-BE49-F238E27FC236}">
                  <a16:creationId xmlns:a16="http://schemas.microsoft.com/office/drawing/2014/main" id="{00F1E30D-FF65-484A-AF57-74654595F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" y="2908"/>
              <a:ext cx="191" cy="217"/>
            </a:xfrm>
            <a:custGeom>
              <a:avLst/>
              <a:gdLst>
                <a:gd name="T0" fmla="*/ 20 w 82"/>
                <a:gd name="T1" fmla="*/ 1 h 93"/>
                <a:gd name="T2" fmla="*/ 28 w 82"/>
                <a:gd name="T3" fmla="*/ 0 h 93"/>
                <a:gd name="T4" fmla="*/ 48 w 82"/>
                <a:gd name="T5" fmla="*/ 3 h 93"/>
                <a:gd name="T6" fmla="*/ 72 w 82"/>
                <a:gd name="T7" fmla="*/ 22 h 93"/>
                <a:gd name="T8" fmla="*/ 80 w 82"/>
                <a:gd name="T9" fmla="*/ 39 h 93"/>
                <a:gd name="T10" fmla="*/ 81 w 82"/>
                <a:gd name="T11" fmla="*/ 60 h 93"/>
                <a:gd name="T12" fmla="*/ 72 w 82"/>
                <a:gd name="T13" fmla="*/ 78 h 93"/>
                <a:gd name="T14" fmla="*/ 56 w 82"/>
                <a:gd name="T15" fmla="*/ 89 h 93"/>
                <a:gd name="T16" fmla="*/ 26 w 82"/>
                <a:gd name="T17" fmla="*/ 91 h 93"/>
                <a:gd name="T18" fmla="*/ 6 w 82"/>
                <a:gd name="T19" fmla="*/ 85 h 93"/>
                <a:gd name="T20" fmla="*/ 0 w 82"/>
                <a:gd name="T21" fmla="*/ 81 h 93"/>
                <a:gd name="T22" fmla="*/ 7 w 82"/>
                <a:gd name="T23" fmla="*/ 82 h 93"/>
                <a:gd name="T24" fmla="*/ 27 w 82"/>
                <a:gd name="T25" fmla="*/ 85 h 93"/>
                <a:gd name="T26" fmla="*/ 53 w 82"/>
                <a:gd name="T27" fmla="*/ 81 h 93"/>
                <a:gd name="T28" fmla="*/ 65 w 82"/>
                <a:gd name="T29" fmla="*/ 72 h 93"/>
                <a:gd name="T30" fmla="*/ 72 w 82"/>
                <a:gd name="T31" fmla="*/ 58 h 93"/>
                <a:gd name="T32" fmla="*/ 65 w 82"/>
                <a:gd name="T33" fmla="*/ 27 h 93"/>
                <a:gd name="T34" fmla="*/ 45 w 82"/>
                <a:gd name="T35" fmla="*/ 10 h 93"/>
                <a:gd name="T36" fmla="*/ 27 w 82"/>
                <a:gd name="T37" fmla="*/ 3 h 93"/>
                <a:gd name="T38" fmla="*/ 20 w 82"/>
                <a:gd name="T39" fmla="*/ 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" h="93">
                  <a:moveTo>
                    <a:pt x="20" y="1"/>
                  </a:moveTo>
                  <a:cubicBezTo>
                    <a:pt x="21" y="0"/>
                    <a:pt x="23" y="0"/>
                    <a:pt x="28" y="0"/>
                  </a:cubicBezTo>
                  <a:cubicBezTo>
                    <a:pt x="33" y="0"/>
                    <a:pt x="40" y="0"/>
                    <a:pt x="48" y="3"/>
                  </a:cubicBezTo>
                  <a:cubicBezTo>
                    <a:pt x="56" y="7"/>
                    <a:pt x="65" y="13"/>
                    <a:pt x="72" y="22"/>
                  </a:cubicBezTo>
                  <a:cubicBezTo>
                    <a:pt x="76" y="27"/>
                    <a:pt x="79" y="33"/>
                    <a:pt x="80" y="39"/>
                  </a:cubicBezTo>
                  <a:cubicBezTo>
                    <a:pt x="82" y="46"/>
                    <a:pt x="82" y="53"/>
                    <a:pt x="81" y="60"/>
                  </a:cubicBezTo>
                  <a:cubicBezTo>
                    <a:pt x="80" y="67"/>
                    <a:pt x="77" y="73"/>
                    <a:pt x="72" y="78"/>
                  </a:cubicBezTo>
                  <a:cubicBezTo>
                    <a:pt x="68" y="83"/>
                    <a:pt x="62" y="87"/>
                    <a:pt x="56" y="89"/>
                  </a:cubicBezTo>
                  <a:cubicBezTo>
                    <a:pt x="45" y="93"/>
                    <a:pt x="34" y="93"/>
                    <a:pt x="26" y="91"/>
                  </a:cubicBezTo>
                  <a:cubicBezTo>
                    <a:pt x="17" y="90"/>
                    <a:pt x="11" y="87"/>
                    <a:pt x="6" y="85"/>
                  </a:cubicBezTo>
                  <a:cubicBezTo>
                    <a:pt x="2" y="83"/>
                    <a:pt x="0" y="82"/>
                    <a:pt x="0" y="81"/>
                  </a:cubicBezTo>
                  <a:cubicBezTo>
                    <a:pt x="0" y="81"/>
                    <a:pt x="3" y="81"/>
                    <a:pt x="7" y="82"/>
                  </a:cubicBezTo>
                  <a:cubicBezTo>
                    <a:pt x="12" y="82"/>
                    <a:pt x="19" y="84"/>
                    <a:pt x="27" y="85"/>
                  </a:cubicBezTo>
                  <a:cubicBezTo>
                    <a:pt x="34" y="85"/>
                    <a:pt x="44" y="85"/>
                    <a:pt x="53" y="81"/>
                  </a:cubicBezTo>
                  <a:cubicBezTo>
                    <a:pt x="58" y="79"/>
                    <a:pt x="62" y="76"/>
                    <a:pt x="65" y="72"/>
                  </a:cubicBezTo>
                  <a:cubicBezTo>
                    <a:pt x="68" y="68"/>
                    <a:pt x="71" y="63"/>
                    <a:pt x="72" y="58"/>
                  </a:cubicBezTo>
                  <a:cubicBezTo>
                    <a:pt x="74" y="47"/>
                    <a:pt x="71" y="36"/>
                    <a:pt x="65" y="27"/>
                  </a:cubicBezTo>
                  <a:cubicBezTo>
                    <a:pt x="60" y="19"/>
                    <a:pt x="52" y="13"/>
                    <a:pt x="45" y="10"/>
                  </a:cubicBezTo>
                  <a:cubicBezTo>
                    <a:pt x="38" y="6"/>
                    <a:pt x="32" y="5"/>
                    <a:pt x="27" y="3"/>
                  </a:cubicBezTo>
                  <a:cubicBezTo>
                    <a:pt x="23" y="2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08">
              <a:extLst>
                <a:ext uri="{FF2B5EF4-FFF2-40B4-BE49-F238E27FC236}">
                  <a16:creationId xmlns:a16="http://schemas.microsoft.com/office/drawing/2014/main" id="{4E406A8D-B1B1-45DC-9EA5-73F78607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" y="3590"/>
              <a:ext cx="444" cy="502"/>
            </a:xfrm>
            <a:custGeom>
              <a:avLst/>
              <a:gdLst>
                <a:gd name="T0" fmla="*/ 54 w 191"/>
                <a:gd name="T1" fmla="*/ 0 h 216"/>
                <a:gd name="T2" fmla="*/ 0 w 191"/>
                <a:gd name="T3" fmla="*/ 149 h 216"/>
                <a:gd name="T4" fmla="*/ 186 w 191"/>
                <a:gd name="T5" fmla="*/ 216 h 216"/>
                <a:gd name="T6" fmla="*/ 108 w 191"/>
                <a:gd name="T7" fmla="*/ 128 h 216"/>
                <a:gd name="T8" fmla="*/ 146 w 191"/>
                <a:gd name="T9" fmla="*/ 33 h 216"/>
                <a:gd name="T10" fmla="*/ 54 w 191"/>
                <a:gd name="T1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216">
                  <a:moveTo>
                    <a:pt x="54" y="0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186" y="216"/>
                    <a:pt x="186" y="216"/>
                    <a:pt x="186" y="216"/>
                  </a:cubicBezTo>
                  <a:cubicBezTo>
                    <a:pt x="191" y="198"/>
                    <a:pt x="108" y="128"/>
                    <a:pt x="108" y="128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solidFill>
              <a:srgbClr val="FF7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09">
              <a:extLst>
                <a:ext uri="{FF2B5EF4-FFF2-40B4-BE49-F238E27FC236}">
                  <a16:creationId xmlns:a16="http://schemas.microsoft.com/office/drawing/2014/main" id="{0706B9BC-85F1-4213-B5DF-26845868A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" y="3820"/>
              <a:ext cx="38" cy="35"/>
            </a:xfrm>
            <a:custGeom>
              <a:avLst/>
              <a:gdLst>
                <a:gd name="T0" fmla="*/ 9 w 16"/>
                <a:gd name="T1" fmla="*/ 0 h 15"/>
                <a:gd name="T2" fmla="*/ 8 w 16"/>
                <a:gd name="T3" fmla="*/ 0 h 15"/>
                <a:gd name="T4" fmla="*/ 8 w 16"/>
                <a:gd name="T5" fmla="*/ 0 h 15"/>
                <a:gd name="T6" fmla="*/ 0 w 16"/>
                <a:gd name="T7" fmla="*/ 6 h 15"/>
                <a:gd name="T8" fmla="*/ 7 w 16"/>
                <a:gd name="T9" fmla="*/ 15 h 15"/>
                <a:gd name="T10" fmla="*/ 8 w 16"/>
                <a:gd name="T11" fmla="*/ 15 h 15"/>
                <a:gd name="T12" fmla="*/ 16 w 16"/>
                <a:gd name="T13" fmla="*/ 8 h 15"/>
                <a:gd name="T14" fmla="*/ 9 w 16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1" y="3"/>
                    <a:pt x="0" y="6"/>
                  </a:cubicBezTo>
                  <a:cubicBezTo>
                    <a:pt x="0" y="10"/>
                    <a:pt x="3" y="14"/>
                    <a:pt x="7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11" y="15"/>
                    <a:pt x="16" y="11"/>
                    <a:pt x="16" y="8"/>
                  </a:cubicBezTo>
                  <a:cubicBezTo>
                    <a:pt x="16" y="4"/>
                    <a:pt x="12" y="0"/>
                    <a:pt x="9" y="0"/>
                  </a:cubicBezTo>
                </a:path>
              </a:pathLst>
            </a:custGeom>
            <a:solidFill>
              <a:srgbClr val="FFC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10">
              <a:extLst>
                <a:ext uri="{FF2B5EF4-FFF2-40B4-BE49-F238E27FC236}">
                  <a16:creationId xmlns:a16="http://schemas.microsoft.com/office/drawing/2014/main" id="{E97EA004-7CD8-4A7C-92FD-B86DBD64D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" y="3902"/>
              <a:ext cx="439" cy="190"/>
            </a:xfrm>
            <a:custGeom>
              <a:avLst/>
              <a:gdLst>
                <a:gd name="T0" fmla="*/ 0 w 189"/>
                <a:gd name="T1" fmla="*/ 15 h 82"/>
                <a:gd name="T2" fmla="*/ 6 w 189"/>
                <a:gd name="T3" fmla="*/ 0 h 82"/>
                <a:gd name="T4" fmla="*/ 182 w 189"/>
                <a:gd name="T5" fmla="*/ 70 h 82"/>
                <a:gd name="T6" fmla="*/ 186 w 189"/>
                <a:gd name="T7" fmla="*/ 82 h 82"/>
                <a:gd name="T8" fmla="*/ 0 w 189"/>
                <a:gd name="T9" fmla="*/ 1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82">
                  <a:moveTo>
                    <a:pt x="0" y="15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82" y="70"/>
                    <a:pt x="182" y="70"/>
                    <a:pt x="182" y="70"/>
                  </a:cubicBezTo>
                  <a:cubicBezTo>
                    <a:pt x="182" y="70"/>
                    <a:pt x="189" y="76"/>
                    <a:pt x="186" y="82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11">
              <a:extLst>
                <a:ext uri="{FF2B5EF4-FFF2-40B4-BE49-F238E27FC236}">
                  <a16:creationId xmlns:a16="http://schemas.microsoft.com/office/drawing/2014/main" id="{58CE1C5D-4F9A-413C-A4F0-2E5D40C3F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3" y="3878"/>
              <a:ext cx="51" cy="21"/>
            </a:xfrm>
            <a:custGeom>
              <a:avLst/>
              <a:gdLst>
                <a:gd name="T0" fmla="*/ 21 w 22"/>
                <a:gd name="T1" fmla="*/ 4 h 9"/>
                <a:gd name="T2" fmla="*/ 11 w 22"/>
                <a:gd name="T3" fmla="*/ 5 h 9"/>
                <a:gd name="T4" fmla="*/ 1 w 22"/>
                <a:gd name="T5" fmla="*/ 8 h 9"/>
                <a:gd name="T6" fmla="*/ 10 w 22"/>
                <a:gd name="T7" fmla="*/ 1 h 9"/>
                <a:gd name="T8" fmla="*/ 21 w 22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9">
                  <a:moveTo>
                    <a:pt x="21" y="4"/>
                  </a:moveTo>
                  <a:cubicBezTo>
                    <a:pt x="21" y="5"/>
                    <a:pt x="16" y="3"/>
                    <a:pt x="11" y="5"/>
                  </a:cubicBezTo>
                  <a:cubicBezTo>
                    <a:pt x="5" y="6"/>
                    <a:pt x="2" y="9"/>
                    <a:pt x="1" y="8"/>
                  </a:cubicBezTo>
                  <a:cubicBezTo>
                    <a:pt x="0" y="8"/>
                    <a:pt x="3" y="3"/>
                    <a:pt x="10" y="1"/>
                  </a:cubicBezTo>
                  <a:cubicBezTo>
                    <a:pt x="17" y="0"/>
                    <a:pt x="22" y="3"/>
                    <a:pt x="21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12">
              <a:extLst>
                <a:ext uri="{FF2B5EF4-FFF2-40B4-BE49-F238E27FC236}">
                  <a16:creationId xmlns:a16="http://schemas.microsoft.com/office/drawing/2014/main" id="{4F99888F-BF88-4F9F-B2BE-67DC6F224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0" y="3916"/>
              <a:ext cx="41" cy="30"/>
            </a:xfrm>
            <a:custGeom>
              <a:avLst/>
              <a:gdLst>
                <a:gd name="T0" fmla="*/ 18 w 18"/>
                <a:gd name="T1" fmla="*/ 3 h 13"/>
                <a:gd name="T2" fmla="*/ 9 w 18"/>
                <a:gd name="T3" fmla="*/ 7 h 13"/>
                <a:gd name="T4" fmla="*/ 1 w 18"/>
                <a:gd name="T5" fmla="*/ 13 h 13"/>
                <a:gd name="T6" fmla="*/ 7 w 18"/>
                <a:gd name="T7" fmla="*/ 4 h 13"/>
                <a:gd name="T8" fmla="*/ 18 w 18"/>
                <a:gd name="T9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8" y="3"/>
                  </a:moveTo>
                  <a:cubicBezTo>
                    <a:pt x="18" y="4"/>
                    <a:pt x="13" y="4"/>
                    <a:pt x="9" y="7"/>
                  </a:cubicBezTo>
                  <a:cubicBezTo>
                    <a:pt x="4" y="9"/>
                    <a:pt x="2" y="13"/>
                    <a:pt x="1" y="13"/>
                  </a:cubicBezTo>
                  <a:cubicBezTo>
                    <a:pt x="0" y="12"/>
                    <a:pt x="2" y="7"/>
                    <a:pt x="7" y="4"/>
                  </a:cubicBezTo>
                  <a:cubicBezTo>
                    <a:pt x="13" y="0"/>
                    <a:pt x="18" y="2"/>
                    <a:pt x="18" y="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13">
              <a:extLst>
                <a:ext uri="{FF2B5EF4-FFF2-40B4-BE49-F238E27FC236}">
                  <a16:creationId xmlns:a16="http://schemas.microsoft.com/office/drawing/2014/main" id="{A52C1527-A438-461F-98B9-C81DE00A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6" y="3953"/>
              <a:ext cx="33" cy="32"/>
            </a:xfrm>
            <a:custGeom>
              <a:avLst/>
              <a:gdLst>
                <a:gd name="T0" fmla="*/ 1 w 14"/>
                <a:gd name="T1" fmla="*/ 14 h 14"/>
                <a:gd name="T2" fmla="*/ 4 w 14"/>
                <a:gd name="T3" fmla="*/ 5 h 14"/>
                <a:gd name="T4" fmla="*/ 13 w 14"/>
                <a:gd name="T5" fmla="*/ 1 h 14"/>
                <a:gd name="T6" fmla="*/ 7 w 14"/>
                <a:gd name="T7" fmla="*/ 7 h 14"/>
                <a:gd name="T8" fmla="*/ 1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" y="14"/>
                  </a:moveTo>
                  <a:cubicBezTo>
                    <a:pt x="0" y="14"/>
                    <a:pt x="0" y="9"/>
                    <a:pt x="4" y="5"/>
                  </a:cubicBezTo>
                  <a:cubicBezTo>
                    <a:pt x="8" y="1"/>
                    <a:pt x="13" y="0"/>
                    <a:pt x="13" y="1"/>
                  </a:cubicBezTo>
                  <a:cubicBezTo>
                    <a:pt x="14" y="2"/>
                    <a:pt x="10" y="4"/>
                    <a:pt x="7" y="7"/>
                  </a:cubicBezTo>
                  <a:cubicBezTo>
                    <a:pt x="3" y="11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14">
              <a:extLst>
                <a:ext uri="{FF2B5EF4-FFF2-40B4-BE49-F238E27FC236}">
                  <a16:creationId xmlns:a16="http://schemas.microsoft.com/office/drawing/2014/main" id="{55F87A70-EC37-4F4A-83A7-20B534A5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" y="3815"/>
              <a:ext cx="46" cy="21"/>
            </a:xfrm>
            <a:custGeom>
              <a:avLst/>
              <a:gdLst>
                <a:gd name="T0" fmla="*/ 20 w 20"/>
                <a:gd name="T1" fmla="*/ 8 h 9"/>
                <a:gd name="T2" fmla="*/ 10 w 20"/>
                <a:gd name="T3" fmla="*/ 5 h 9"/>
                <a:gd name="T4" fmla="*/ 0 w 20"/>
                <a:gd name="T5" fmla="*/ 2 h 9"/>
                <a:gd name="T6" fmla="*/ 11 w 20"/>
                <a:gd name="T7" fmla="*/ 1 h 9"/>
                <a:gd name="T8" fmla="*/ 20 w 20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9">
                  <a:moveTo>
                    <a:pt x="20" y="8"/>
                  </a:moveTo>
                  <a:cubicBezTo>
                    <a:pt x="19" y="9"/>
                    <a:pt x="15" y="6"/>
                    <a:pt x="10" y="5"/>
                  </a:cubicBezTo>
                  <a:cubicBezTo>
                    <a:pt x="5" y="3"/>
                    <a:pt x="0" y="3"/>
                    <a:pt x="0" y="2"/>
                  </a:cubicBezTo>
                  <a:cubicBezTo>
                    <a:pt x="0" y="2"/>
                    <a:pt x="5" y="0"/>
                    <a:pt x="11" y="1"/>
                  </a:cubicBezTo>
                  <a:cubicBezTo>
                    <a:pt x="17" y="3"/>
                    <a:pt x="20" y="8"/>
                    <a:pt x="20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15">
              <a:extLst>
                <a:ext uri="{FF2B5EF4-FFF2-40B4-BE49-F238E27FC236}">
                  <a16:creationId xmlns:a16="http://schemas.microsoft.com/office/drawing/2014/main" id="{D5FEDC6E-9089-44D6-87DA-460050194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7" y="3725"/>
              <a:ext cx="58" cy="56"/>
            </a:xfrm>
            <a:custGeom>
              <a:avLst/>
              <a:gdLst>
                <a:gd name="T0" fmla="*/ 25 w 25"/>
                <a:gd name="T1" fmla="*/ 24 h 24"/>
                <a:gd name="T2" fmla="*/ 16 w 25"/>
                <a:gd name="T3" fmla="*/ 20 h 24"/>
                <a:gd name="T4" fmla="*/ 7 w 25"/>
                <a:gd name="T5" fmla="*/ 14 h 24"/>
                <a:gd name="T6" fmla="*/ 3 w 25"/>
                <a:gd name="T7" fmla="*/ 9 h 24"/>
                <a:gd name="T8" fmla="*/ 1 w 25"/>
                <a:gd name="T9" fmla="*/ 6 h 24"/>
                <a:gd name="T10" fmla="*/ 2 w 25"/>
                <a:gd name="T11" fmla="*/ 1 h 24"/>
                <a:gd name="T12" fmla="*/ 7 w 25"/>
                <a:gd name="T13" fmla="*/ 0 h 24"/>
                <a:gd name="T14" fmla="*/ 10 w 25"/>
                <a:gd name="T15" fmla="*/ 2 h 24"/>
                <a:gd name="T16" fmla="*/ 15 w 25"/>
                <a:gd name="T17" fmla="*/ 6 h 24"/>
                <a:gd name="T18" fmla="*/ 22 w 25"/>
                <a:gd name="T19" fmla="*/ 15 h 24"/>
                <a:gd name="T20" fmla="*/ 25 w 25"/>
                <a:gd name="T21" fmla="*/ 24 h 24"/>
                <a:gd name="T22" fmla="*/ 20 w 25"/>
                <a:gd name="T23" fmla="*/ 16 h 24"/>
                <a:gd name="T24" fmla="*/ 13 w 25"/>
                <a:gd name="T25" fmla="*/ 8 h 24"/>
                <a:gd name="T26" fmla="*/ 9 w 25"/>
                <a:gd name="T27" fmla="*/ 5 h 24"/>
                <a:gd name="T28" fmla="*/ 4 w 25"/>
                <a:gd name="T29" fmla="*/ 4 h 24"/>
                <a:gd name="T30" fmla="*/ 4 w 25"/>
                <a:gd name="T31" fmla="*/ 5 h 24"/>
                <a:gd name="T32" fmla="*/ 6 w 25"/>
                <a:gd name="T33" fmla="*/ 7 h 24"/>
                <a:gd name="T34" fmla="*/ 10 w 25"/>
                <a:gd name="T35" fmla="*/ 12 h 24"/>
                <a:gd name="T36" fmla="*/ 17 w 25"/>
                <a:gd name="T37" fmla="*/ 18 h 24"/>
                <a:gd name="T38" fmla="*/ 25 w 25"/>
                <a:gd name="T3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24">
                  <a:moveTo>
                    <a:pt x="25" y="24"/>
                  </a:moveTo>
                  <a:cubicBezTo>
                    <a:pt x="25" y="24"/>
                    <a:pt x="21" y="23"/>
                    <a:pt x="16" y="20"/>
                  </a:cubicBezTo>
                  <a:cubicBezTo>
                    <a:pt x="13" y="19"/>
                    <a:pt x="10" y="17"/>
                    <a:pt x="7" y="14"/>
                  </a:cubicBezTo>
                  <a:cubicBezTo>
                    <a:pt x="6" y="12"/>
                    <a:pt x="4" y="11"/>
                    <a:pt x="3" y="9"/>
                  </a:cubicBezTo>
                  <a:cubicBezTo>
                    <a:pt x="2" y="8"/>
                    <a:pt x="2" y="7"/>
                    <a:pt x="1" y="6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4" y="0"/>
                    <a:pt x="6" y="0"/>
                    <a:pt x="7" y="0"/>
                  </a:cubicBezTo>
                  <a:cubicBezTo>
                    <a:pt x="8" y="1"/>
                    <a:pt x="9" y="1"/>
                    <a:pt x="10" y="2"/>
                  </a:cubicBezTo>
                  <a:cubicBezTo>
                    <a:pt x="12" y="3"/>
                    <a:pt x="14" y="5"/>
                    <a:pt x="15" y="6"/>
                  </a:cubicBezTo>
                  <a:cubicBezTo>
                    <a:pt x="18" y="9"/>
                    <a:pt x="21" y="12"/>
                    <a:pt x="22" y="15"/>
                  </a:cubicBezTo>
                  <a:cubicBezTo>
                    <a:pt x="25" y="20"/>
                    <a:pt x="25" y="24"/>
                    <a:pt x="25" y="24"/>
                  </a:cubicBezTo>
                  <a:cubicBezTo>
                    <a:pt x="24" y="24"/>
                    <a:pt x="23" y="21"/>
                    <a:pt x="20" y="16"/>
                  </a:cubicBezTo>
                  <a:cubicBezTo>
                    <a:pt x="18" y="14"/>
                    <a:pt x="16" y="11"/>
                    <a:pt x="13" y="8"/>
                  </a:cubicBezTo>
                  <a:cubicBezTo>
                    <a:pt x="12" y="7"/>
                    <a:pt x="10" y="6"/>
                    <a:pt x="9" y="5"/>
                  </a:cubicBezTo>
                  <a:cubicBezTo>
                    <a:pt x="7" y="3"/>
                    <a:pt x="5" y="3"/>
                    <a:pt x="4" y="4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4" y="5"/>
                    <a:pt x="5" y="6"/>
                    <a:pt x="6" y="7"/>
                  </a:cubicBezTo>
                  <a:cubicBezTo>
                    <a:pt x="7" y="9"/>
                    <a:pt x="8" y="10"/>
                    <a:pt x="10" y="12"/>
                  </a:cubicBezTo>
                  <a:cubicBezTo>
                    <a:pt x="12" y="14"/>
                    <a:pt x="15" y="17"/>
                    <a:pt x="17" y="18"/>
                  </a:cubicBezTo>
                  <a:cubicBezTo>
                    <a:pt x="22" y="22"/>
                    <a:pt x="25" y="23"/>
                    <a:pt x="25" y="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16">
              <a:extLst>
                <a:ext uri="{FF2B5EF4-FFF2-40B4-BE49-F238E27FC236}">
                  <a16:creationId xmlns:a16="http://schemas.microsoft.com/office/drawing/2014/main" id="{F19680BB-97BB-4188-804B-D62A8ADA3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0" y="3718"/>
              <a:ext cx="49" cy="65"/>
            </a:xfrm>
            <a:custGeom>
              <a:avLst/>
              <a:gdLst>
                <a:gd name="T0" fmla="*/ 1 w 21"/>
                <a:gd name="T1" fmla="*/ 28 h 28"/>
                <a:gd name="T2" fmla="*/ 1 w 21"/>
                <a:gd name="T3" fmla="*/ 18 h 28"/>
                <a:gd name="T4" fmla="*/ 6 w 21"/>
                <a:gd name="T5" fmla="*/ 8 h 28"/>
                <a:gd name="T6" fmla="*/ 11 w 21"/>
                <a:gd name="T7" fmla="*/ 3 h 28"/>
                <a:gd name="T8" fmla="*/ 18 w 21"/>
                <a:gd name="T9" fmla="*/ 1 h 28"/>
                <a:gd name="T10" fmla="*/ 21 w 21"/>
                <a:gd name="T11" fmla="*/ 5 h 28"/>
                <a:gd name="T12" fmla="*/ 21 w 21"/>
                <a:gd name="T13" fmla="*/ 8 h 28"/>
                <a:gd name="T14" fmla="*/ 19 w 21"/>
                <a:gd name="T15" fmla="*/ 15 h 28"/>
                <a:gd name="T16" fmla="*/ 11 w 21"/>
                <a:gd name="T17" fmla="*/ 23 h 28"/>
                <a:gd name="T18" fmla="*/ 2 w 21"/>
                <a:gd name="T19" fmla="*/ 26 h 28"/>
                <a:gd name="T20" fmla="*/ 10 w 21"/>
                <a:gd name="T21" fmla="*/ 21 h 28"/>
                <a:gd name="T22" fmla="*/ 16 w 21"/>
                <a:gd name="T23" fmla="*/ 13 h 28"/>
                <a:gd name="T24" fmla="*/ 18 w 21"/>
                <a:gd name="T25" fmla="*/ 8 h 28"/>
                <a:gd name="T26" fmla="*/ 17 w 21"/>
                <a:gd name="T27" fmla="*/ 4 h 28"/>
                <a:gd name="T28" fmla="*/ 13 w 21"/>
                <a:gd name="T29" fmla="*/ 6 h 28"/>
                <a:gd name="T30" fmla="*/ 9 w 21"/>
                <a:gd name="T31" fmla="*/ 10 h 28"/>
                <a:gd name="T32" fmla="*/ 4 w 21"/>
                <a:gd name="T33" fmla="*/ 18 h 28"/>
                <a:gd name="T34" fmla="*/ 1 w 21"/>
                <a:gd name="T3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28">
                  <a:moveTo>
                    <a:pt x="1" y="28"/>
                  </a:moveTo>
                  <a:cubicBezTo>
                    <a:pt x="0" y="28"/>
                    <a:pt x="0" y="24"/>
                    <a:pt x="1" y="18"/>
                  </a:cubicBezTo>
                  <a:cubicBezTo>
                    <a:pt x="2" y="15"/>
                    <a:pt x="4" y="11"/>
                    <a:pt x="6" y="8"/>
                  </a:cubicBezTo>
                  <a:cubicBezTo>
                    <a:pt x="8" y="6"/>
                    <a:pt x="9" y="5"/>
                    <a:pt x="11" y="3"/>
                  </a:cubicBezTo>
                  <a:cubicBezTo>
                    <a:pt x="13" y="2"/>
                    <a:pt x="15" y="0"/>
                    <a:pt x="18" y="1"/>
                  </a:cubicBezTo>
                  <a:cubicBezTo>
                    <a:pt x="20" y="1"/>
                    <a:pt x="21" y="3"/>
                    <a:pt x="21" y="5"/>
                  </a:cubicBezTo>
                  <a:cubicBezTo>
                    <a:pt x="21" y="6"/>
                    <a:pt x="21" y="7"/>
                    <a:pt x="21" y="8"/>
                  </a:cubicBezTo>
                  <a:cubicBezTo>
                    <a:pt x="21" y="11"/>
                    <a:pt x="20" y="13"/>
                    <a:pt x="19" y="15"/>
                  </a:cubicBezTo>
                  <a:cubicBezTo>
                    <a:pt x="17" y="18"/>
                    <a:pt x="14" y="21"/>
                    <a:pt x="11" y="23"/>
                  </a:cubicBezTo>
                  <a:cubicBezTo>
                    <a:pt x="6" y="26"/>
                    <a:pt x="2" y="26"/>
                    <a:pt x="2" y="26"/>
                  </a:cubicBezTo>
                  <a:cubicBezTo>
                    <a:pt x="2" y="25"/>
                    <a:pt x="5" y="25"/>
                    <a:pt x="10" y="21"/>
                  </a:cubicBezTo>
                  <a:cubicBezTo>
                    <a:pt x="12" y="19"/>
                    <a:pt x="14" y="17"/>
                    <a:pt x="16" y="13"/>
                  </a:cubicBezTo>
                  <a:cubicBezTo>
                    <a:pt x="17" y="12"/>
                    <a:pt x="17" y="10"/>
                    <a:pt x="18" y="8"/>
                  </a:cubicBezTo>
                  <a:cubicBezTo>
                    <a:pt x="18" y="6"/>
                    <a:pt x="18" y="4"/>
                    <a:pt x="17" y="4"/>
                  </a:cubicBezTo>
                  <a:cubicBezTo>
                    <a:pt x="16" y="3"/>
                    <a:pt x="14" y="4"/>
                    <a:pt x="13" y="6"/>
                  </a:cubicBezTo>
                  <a:cubicBezTo>
                    <a:pt x="11" y="7"/>
                    <a:pt x="10" y="8"/>
                    <a:pt x="9" y="10"/>
                  </a:cubicBezTo>
                  <a:cubicBezTo>
                    <a:pt x="6" y="13"/>
                    <a:pt x="5" y="16"/>
                    <a:pt x="4" y="18"/>
                  </a:cubicBezTo>
                  <a:cubicBezTo>
                    <a:pt x="1" y="24"/>
                    <a:pt x="1" y="28"/>
                    <a:pt x="1" y="2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17">
              <a:extLst>
                <a:ext uri="{FF2B5EF4-FFF2-40B4-BE49-F238E27FC236}">
                  <a16:creationId xmlns:a16="http://schemas.microsoft.com/office/drawing/2014/main" id="{EFE6A48F-C876-4524-818F-DB488E6BB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2652"/>
              <a:ext cx="935" cy="440"/>
            </a:xfrm>
            <a:custGeom>
              <a:avLst/>
              <a:gdLst>
                <a:gd name="T0" fmla="*/ 136 w 402"/>
                <a:gd name="T1" fmla="*/ 4 h 189"/>
                <a:gd name="T2" fmla="*/ 62 w 402"/>
                <a:gd name="T3" fmla="*/ 29 h 189"/>
                <a:gd name="T4" fmla="*/ 3 w 402"/>
                <a:gd name="T5" fmla="*/ 121 h 189"/>
                <a:gd name="T6" fmla="*/ 42 w 402"/>
                <a:gd name="T7" fmla="*/ 183 h 189"/>
                <a:gd name="T8" fmla="*/ 67 w 402"/>
                <a:gd name="T9" fmla="*/ 189 h 189"/>
                <a:gd name="T10" fmla="*/ 392 w 402"/>
                <a:gd name="T11" fmla="*/ 186 h 189"/>
                <a:gd name="T12" fmla="*/ 402 w 402"/>
                <a:gd name="T13" fmla="*/ 131 h 189"/>
                <a:gd name="T14" fmla="*/ 192 w 402"/>
                <a:gd name="T15" fmla="*/ 80 h 189"/>
                <a:gd name="T16" fmla="*/ 201 w 402"/>
                <a:gd name="T17" fmla="*/ 0 h 189"/>
                <a:gd name="T18" fmla="*/ 136 w 402"/>
                <a:gd name="T19" fmla="*/ 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2" h="189">
                  <a:moveTo>
                    <a:pt x="136" y="4"/>
                  </a:moveTo>
                  <a:cubicBezTo>
                    <a:pt x="108" y="5"/>
                    <a:pt x="81" y="9"/>
                    <a:pt x="62" y="29"/>
                  </a:cubicBezTo>
                  <a:cubicBezTo>
                    <a:pt x="36" y="56"/>
                    <a:pt x="5" y="95"/>
                    <a:pt x="3" y="121"/>
                  </a:cubicBezTo>
                  <a:cubicBezTo>
                    <a:pt x="0" y="161"/>
                    <a:pt x="24" y="173"/>
                    <a:pt x="42" y="183"/>
                  </a:cubicBezTo>
                  <a:cubicBezTo>
                    <a:pt x="50" y="187"/>
                    <a:pt x="58" y="189"/>
                    <a:pt x="67" y="189"/>
                  </a:cubicBezTo>
                  <a:cubicBezTo>
                    <a:pt x="392" y="186"/>
                    <a:pt x="392" y="186"/>
                    <a:pt x="392" y="186"/>
                  </a:cubicBezTo>
                  <a:cubicBezTo>
                    <a:pt x="402" y="131"/>
                    <a:pt x="402" y="131"/>
                    <a:pt x="402" y="131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201" y="0"/>
                    <a:pt x="201" y="0"/>
                    <a:pt x="201" y="0"/>
                  </a:cubicBezTo>
                  <a:lnTo>
                    <a:pt x="136" y="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18">
              <a:extLst>
                <a:ext uri="{FF2B5EF4-FFF2-40B4-BE49-F238E27FC236}">
                  <a16:creationId xmlns:a16="http://schemas.microsoft.com/office/drawing/2014/main" id="{CE31DE9E-3DE0-4481-81E1-6DC16E3F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" y="2643"/>
              <a:ext cx="844" cy="1145"/>
            </a:xfrm>
            <a:custGeom>
              <a:avLst/>
              <a:gdLst>
                <a:gd name="T0" fmla="*/ 9 w 363"/>
                <a:gd name="T1" fmla="*/ 4 h 492"/>
                <a:gd name="T2" fmla="*/ 111 w 363"/>
                <a:gd name="T3" fmla="*/ 0 h 492"/>
                <a:gd name="T4" fmla="*/ 325 w 363"/>
                <a:gd name="T5" fmla="*/ 44 h 492"/>
                <a:gd name="T6" fmla="*/ 346 w 363"/>
                <a:gd name="T7" fmla="*/ 155 h 492"/>
                <a:gd name="T8" fmla="*/ 223 w 363"/>
                <a:gd name="T9" fmla="*/ 434 h 492"/>
                <a:gd name="T10" fmla="*/ 226 w 363"/>
                <a:gd name="T11" fmla="*/ 465 h 492"/>
                <a:gd name="T12" fmla="*/ 198 w 363"/>
                <a:gd name="T13" fmla="*/ 492 h 492"/>
                <a:gd name="T14" fmla="*/ 99 w 363"/>
                <a:gd name="T15" fmla="*/ 456 h 492"/>
                <a:gd name="T16" fmla="*/ 95 w 363"/>
                <a:gd name="T17" fmla="*/ 439 h 492"/>
                <a:gd name="T18" fmla="*/ 111 w 363"/>
                <a:gd name="T19" fmla="*/ 424 h 492"/>
                <a:gd name="T20" fmla="*/ 111 w 363"/>
                <a:gd name="T21" fmla="*/ 399 h 492"/>
                <a:gd name="T22" fmla="*/ 149 w 363"/>
                <a:gd name="T23" fmla="*/ 327 h 492"/>
                <a:gd name="T24" fmla="*/ 185 w 363"/>
                <a:gd name="T25" fmla="*/ 191 h 492"/>
                <a:gd name="T26" fmla="*/ 207 w 363"/>
                <a:gd name="T27" fmla="*/ 153 h 492"/>
                <a:gd name="T28" fmla="*/ 108 w 363"/>
                <a:gd name="T29" fmla="*/ 110 h 492"/>
                <a:gd name="T30" fmla="*/ 0 w 363"/>
                <a:gd name="T31" fmla="*/ 84 h 492"/>
                <a:gd name="T32" fmla="*/ 9 w 363"/>
                <a:gd name="T33" fmla="*/ 4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3" h="492">
                  <a:moveTo>
                    <a:pt x="9" y="4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1" y="0"/>
                    <a:pt x="288" y="10"/>
                    <a:pt x="325" y="44"/>
                  </a:cubicBezTo>
                  <a:cubicBezTo>
                    <a:pt x="363" y="79"/>
                    <a:pt x="358" y="118"/>
                    <a:pt x="346" y="155"/>
                  </a:cubicBezTo>
                  <a:cubicBezTo>
                    <a:pt x="333" y="193"/>
                    <a:pt x="223" y="434"/>
                    <a:pt x="223" y="434"/>
                  </a:cubicBezTo>
                  <a:cubicBezTo>
                    <a:pt x="223" y="434"/>
                    <a:pt x="232" y="449"/>
                    <a:pt x="226" y="465"/>
                  </a:cubicBezTo>
                  <a:cubicBezTo>
                    <a:pt x="219" y="488"/>
                    <a:pt x="198" y="492"/>
                    <a:pt x="198" y="492"/>
                  </a:cubicBezTo>
                  <a:cubicBezTo>
                    <a:pt x="99" y="456"/>
                    <a:pt x="99" y="456"/>
                    <a:pt x="99" y="456"/>
                  </a:cubicBezTo>
                  <a:cubicBezTo>
                    <a:pt x="99" y="456"/>
                    <a:pt x="86" y="451"/>
                    <a:pt x="95" y="439"/>
                  </a:cubicBezTo>
                  <a:cubicBezTo>
                    <a:pt x="105" y="426"/>
                    <a:pt x="111" y="424"/>
                    <a:pt x="111" y="424"/>
                  </a:cubicBezTo>
                  <a:cubicBezTo>
                    <a:pt x="111" y="399"/>
                    <a:pt x="111" y="399"/>
                    <a:pt x="111" y="399"/>
                  </a:cubicBezTo>
                  <a:cubicBezTo>
                    <a:pt x="111" y="399"/>
                    <a:pt x="146" y="336"/>
                    <a:pt x="149" y="327"/>
                  </a:cubicBezTo>
                  <a:cubicBezTo>
                    <a:pt x="152" y="319"/>
                    <a:pt x="185" y="191"/>
                    <a:pt x="185" y="191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7" y="153"/>
                    <a:pt x="154" y="128"/>
                    <a:pt x="108" y="110"/>
                  </a:cubicBezTo>
                  <a:cubicBezTo>
                    <a:pt x="0" y="84"/>
                    <a:pt x="0" y="84"/>
                    <a:pt x="0" y="8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19">
              <a:extLst>
                <a:ext uri="{FF2B5EF4-FFF2-40B4-BE49-F238E27FC236}">
                  <a16:creationId xmlns:a16="http://schemas.microsoft.com/office/drawing/2014/main" id="{D9C7224E-00DE-49F4-8297-6FF893143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" y="3634"/>
              <a:ext cx="151" cy="61"/>
            </a:xfrm>
            <a:custGeom>
              <a:avLst/>
              <a:gdLst>
                <a:gd name="T0" fmla="*/ 65 w 65"/>
                <a:gd name="T1" fmla="*/ 25 h 26"/>
                <a:gd name="T2" fmla="*/ 56 w 65"/>
                <a:gd name="T3" fmla="*/ 20 h 26"/>
                <a:gd name="T4" fmla="*/ 34 w 65"/>
                <a:gd name="T5" fmla="*/ 9 h 26"/>
                <a:gd name="T6" fmla="*/ 10 w 65"/>
                <a:gd name="T7" fmla="*/ 2 h 26"/>
                <a:gd name="T8" fmla="*/ 0 w 65"/>
                <a:gd name="T9" fmla="*/ 1 h 26"/>
                <a:gd name="T10" fmla="*/ 10 w 65"/>
                <a:gd name="T11" fmla="*/ 1 h 26"/>
                <a:gd name="T12" fmla="*/ 35 w 65"/>
                <a:gd name="T13" fmla="*/ 7 h 26"/>
                <a:gd name="T14" fmla="*/ 57 w 65"/>
                <a:gd name="T15" fmla="*/ 19 h 26"/>
                <a:gd name="T16" fmla="*/ 65 w 65"/>
                <a:gd name="T1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6">
                  <a:moveTo>
                    <a:pt x="65" y="25"/>
                  </a:moveTo>
                  <a:cubicBezTo>
                    <a:pt x="65" y="26"/>
                    <a:pt x="61" y="23"/>
                    <a:pt x="56" y="20"/>
                  </a:cubicBezTo>
                  <a:cubicBezTo>
                    <a:pt x="51" y="16"/>
                    <a:pt x="43" y="12"/>
                    <a:pt x="34" y="9"/>
                  </a:cubicBezTo>
                  <a:cubicBezTo>
                    <a:pt x="25" y="5"/>
                    <a:pt x="16" y="3"/>
                    <a:pt x="10" y="2"/>
                  </a:cubicBezTo>
                  <a:cubicBezTo>
                    <a:pt x="4" y="1"/>
                    <a:pt x="0" y="1"/>
                    <a:pt x="0" y="1"/>
                  </a:cubicBezTo>
                  <a:cubicBezTo>
                    <a:pt x="0" y="1"/>
                    <a:pt x="4" y="0"/>
                    <a:pt x="10" y="1"/>
                  </a:cubicBezTo>
                  <a:cubicBezTo>
                    <a:pt x="17" y="2"/>
                    <a:pt x="26" y="3"/>
                    <a:pt x="35" y="7"/>
                  </a:cubicBezTo>
                  <a:cubicBezTo>
                    <a:pt x="44" y="10"/>
                    <a:pt x="52" y="15"/>
                    <a:pt x="57" y="19"/>
                  </a:cubicBezTo>
                  <a:cubicBezTo>
                    <a:pt x="62" y="22"/>
                    <a:pt x="65" y="25"/>
                    <a:pt x="65" y="2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20">
              <a:extLst>
                <a:ext uri="{FF2B5EF4-FFF2-40B4-BE49-F238E27FC236}">
                  <a16:creationId xmlns:a16="http://schemas.microsoft.com/office/drawing/2014/main" id="{9626BEF1-DC68-474B-B48B-853728D6C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3" y="3548"/>
              <a:ext cx="79" cy="105"/>
            </a:xfrm>
            <a:custGeom>
              <a:avLst/>
              <a:gdLst>
                <a:gd name="T0" fmla="*/ 34 w 34"/>
                <a:gd name="T1" fmla="*/ 45 h 45"/>
                <a:gd name="T2" fmla="*/ 28 w 34"/>
                <a:gd name="T3" fmla="*/ 39 h 45"/>
                <a:gd name="T4" fmla="*/ 16 w 34"/>
                <a:gd name="T5" fmla="*/ 23 h 45"/>
                <a:gd name="T6" fmla="*/ 4 w 34"/>
                <a:gd name="T7" fmla="*/ 7 h 45"/>
                <a:gd name="T8" fmla="*/ 0 w 34"/>
                <a:gd name="T9" fmla="*/ 0 h 45"/>
                <a:gd name="T10" fmla="*/ 6 w 34"/>
                <a:gd name="T11" fmla="*/ 6 h 45"/>
                <a:gd name="T12" fmla="*/ 17 w 34"/>
                <a:gd name="T13" fmla="*/ 22 h 45"/>
                <a:gd name="T14" fmla="*/ 29 w 34"/>
                <a:gd name="T15" fmla="*/ 38 h 45"/>
                <a:gd name="T16" fmla="*/ 34 w 34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45">
                  <a:moveTo>
                    <a:pt x="34" y="45"/>
                  </a:moveTo>
                  <a:cubicBezTo>
                    <a:pt x="34" y="45"/>
                    <a:pt x="31" y="43"/>
                    <a:pt x="28" y="39"/>
                  </a:cubicBezTo>
                  <a:cubicBezTo>
                    <a:pt x="25" y="35"/>
                    <a:pt x="20" y="30"/>
                    <a:pt x="16" y="23"/>
                  </a:cubicBezTo>
                  <a:cubicBezTo>
                    <a:pt x="11" y="17"/>
                    <a:pt x="7" y="11"/>
                    <a:pt x="4" y="7"/>
                  </a:cubicBezTo>
                  <a:cubicBezTo>
                    <a:pt x="2" y="3"/>
                    <a:pt x="0" y="0"/>
                    <a:pt x="0" y="0"/>
                  </a:cubicBezTo>
                  <a:cubicBezTo>
                    <a:pt x="1" y="0"/>
                    <a:pt x="3" y="2"/>
                    <a:pt x="6" y="6"/>
                  </a:cubicBezTo>
                  <a:cubicBezTo>
                    <a:pt x="9" y="11"/>
                    <a:pt x="13" y="16"/>
                    <a:pt x="17" y="22"/>
                  </a:cubicBezTo>
                  <a:cubicBezTo>
                    <a:pt x="22" y="28"/>
                    <a:pt x="26" y="34"/>
                    <a:pt x="29" y="38"/>
                  </a:cubicBezTo>
                  <a:cubicBezTo>
                    <a:pt x="32" y="42"/>
                    <a:pt x="34" y="45"/>
                    <a:pt x="34" y="4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21">
              <a:extLst>
                <a:ext uri="{FF2B5EF4-FFF2-40B4-BE49-F238E27FC236}">
                  <a16:creationId xmlns:a16="http://schemas.microsoft.com/office/drawing/2014/main" id="{19042CCD-CFCC-408A-86B6-002E5D3E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2918"/>
              <a:ext cx="131" cy="81"/>
            </a:xfrm>
            <a:custGeom>
              <a:avLst/>
              <a:gdLst>
                <a:gd name="T0" fmla="*/ 56 w 56"/>
                <a:gd name="T1" fmla="*/ 1 h 35"/>
                <a:gd name="T2" fmla="*/ 46 w 56"/>
                <a:gd name="T3" fmla="*/ 4 h 35"/>
                <a:gd name="T4" fmla="*/ 25 w 56"/>
                <a:gd name="T5" fmla="*/ 14 h 35"/>
                <a:gd name="T6" fmla="*/ 7 w 56"/>
                <a:gd name="T7" fmla="*/ 28 h 35"/>
                <a:gd name="T8" fmla="*/ 0 w 56"/>
                <a:gd name="T9" fmla="*/ 35 h 35"/>
                <a:gd name="T10" fmla="*/ 6 w 56"/>
                <a:gd name="T11" fmla="*/ 27 h 35"/>
                <a:gd name="T12" fmla="*/ 24 w 56"/>
                <a:gd name="T13" fmla="*/ 12 h 35"/>
                <a:gd name="T14" fmla="*/ 46 w 56"/>
                <a:gd name="T15" fmla="*/ 2 h 35"/>
                <a:gd name="T16" fmla="*/ 56 w 56"/>
                <a:gd name="T17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5">
                  <a:moveTo>
                    <a:pt x="56" y="1"/>
                  </a:moveTo>
                  <a:cubicBezTo>
                    <a:pt x="56" y="1"/>
                    <a:pt x="52" y="2"/>
                    <a:pt x="46" y="4"/>
                  </a:cubicBezTo>
                  <a:cubicBezTo>
                    <a:pt x="41" y="5"/>
                    <a:pt x="33" y="9"/>
                    <a:pt x="25" y="14"/>
                  </a:cubicBezTo>
                  <a:cubicBezTo>
                    <a:pt x="18" y="18"/>
                    <a:pt x="11" y="24"/>
                    <a:pt x="7" y="28"/>
                  </a:cubicBezTo>
                  <a:cubicBezTo>
                    <a:pt x="3" y="32"/>
                    <a:pt x="1" y="35"/>
                    <a:pt x="0" y="35"/>
                  </a:cubicBezTo>
                  <a:cubicBezTo>
                    <a:pt x="0" y="35"/>
                    <a:pt x="2" y="32"/>
                    <a:pt x="6" y="27"/>
                  </a:cubicBezTo>
                  <a:cubicBezTo>
                    <a:pt x="10" y="23"/>
                    <a:pt x="16" y="17"/>
                    <a:pt x="24" y="12"/>
                  </a:cubicBezTo>
                  <a:cubicBezTo>
                    <a:pt x="32" y="7"/>
                    <a:pt x="40" y="4"/>
                    <a:pt x="46" y="2"/>
                  </a:cubicBezTo>
                  <a:cubicBezTo>
                    <a:pt x="52" y="1"/>
                    <a:pt x="56" y="0"/>
                    <a:pt x="5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422">
              <a:extLst>
                <a:ext uri="{FF2B5EF4-FFF2-40B4-BE49-F238E27FC236}">
                  <a16:creationId xmlns:a16="http://schemas.microsoft.com/office/drawing/2014/main" id="{A6BC1ED0-95CC-42F3-91A2-113ABC541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1" y="2876"/>
              <a:ext cx="193" cy="439"/>
            </a:xfrm>
            <a:custGeom>
              <a:avLst/>
              <a:gdLst>
                <a:gd name="T0" fmla="*/ 0 w 83"/>
                <a:gd name="T1" fmla="*/ 189 h 189"/>
                <a:gd name="T2" fmla="*/ 1 w 83"/>
                <a:gd name="T3" fmla="*/ 187 h 189"/>
                <a:gd name="T4" fmla="*/ 2 w 83"/>
                <a:gd name="T5" fmla="*/ 181 h 189"/>
                <a:gd name="T6" fmla="*/ 8 w 83"/>
                <a:gd name="T7" fmla="*/ 159 h 189"/>
                <a:gd name="T8" fmla="*/ 28 w 83"/>
                <a:gd name="T9" fmla="*/ 87 h 189"/>
                <a:gd name="T10" fmla="*/ 40 w 83"/>
                <a:gd name="T11" fmla="*/ 47 h 189"/>
                <a:gd name="T12" fmla="*/ 58 w 83"/>
                <a:gd name="T13" fmla="*/ 19 h 189"/>
                <a:gd name="T14" fmla="*/ 76 w 83"/>
                <a:gd name="T15" fmla="*/ 5 h 189"/>
                <a:gd name="T16" fmla="*/ 81 w 83"/>
                <a:gd name="T17" fmla="*/ 1 h 189"/>
                <a:gd name="T18" fmla="*/ 83 w 83"/>
                <a:gd name="T19" fmla="*/ 1 h 189"/>
                <a:gd name="T20" fmla="*/ 76 w 83"/>
                <a:gd name="T21" fmla="*/ 5 h 189"/>
                <a:gd name="T22" fmla="*/ 59 w 83"/>
                <a:gd name="T23" fmla="*/ 20 h 189"/>
                <a:gd name="T24" fmla="*/ 41 w 83"/>
                <a:gd name="T25" fmla="*/ 48 h 189"/>
                <a:gd name="T26" fmla="*/ 30 w 83"/>
                <a:gd name="T27" fmla="*/ 88 h 189"/>
                <a:gd name="T28" fmla="*/ 9 w 83"/>
                <a:gd name="T29" fmla="*/ 160 h 189"/>
                <a:gd name="T30" fmla="*/ 3 w 83"/>
                <a:gd name="T31" fmla="*/ 181 h 189"/>
                <a:gd name="T32" fmla="*/ 1 w 83"/>
                <a:gd name="T33" fmla="*/ 187 h 189"/>
                <a:gd name="T34" fmla="*/ 0 w 83"/>
                <a:gd name="T3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3" h="189">
                  <a:moveTo>
                    <a:pt x="0" y="189"/>
                  </a:moveTo>
                  <a:cubicBezTo>
                    <a:pt x="0" y="189"/>
                    <a:pt x="0" y="188"/>
                    <a:pt x="1" y="187"/>
                  </a:cubicBezTo>
                  <a:cubicBezTo>
                    <a:pt x="1" y="185"/>
                    <a:pt x="2" y="183"/>
                    <a:pt x="2" y="181"/>
                  </a:cubicBezTo>
                  <a:cubicBezTo>
                    <a:pt x="4" y="176"/>
                    <a:pt x="6" y="168"/>
                    <a:pt x="8" y="159"/>
                  </a:cubicBezTo>
                  <a:cubicBezTo>
                    <a:pt x="13" y="140"/>
                    <a:pt x="20" y="115"/>
                    <a:pt x="28" y="87"/>
                  </a:cubicBezTo>
                  <a:cubicBezTo>
                    <a:pt x="32" y="73"/>
                    <a:pt x="36" y="60"/>
                    <a:pt x="40" y="47"/>
                  </a:cubicBezTo>
                  <a:cubicBezTo>
                    <a:pt x="44" y="35"/>
                    <a:pt x="52" y="26"/>
                    <a:pt x="58" y="19"/>
                  </a:cubicBezTo>
                  <a:cubicBezTo>
                    <a:pt x="65" y="12"/>
                    <a:pt x="71" y="8"/>
                    <a:pt x="76" y="5"/>
                  </a:cubicBezTo>
                  <a:cubicBezTo>
                    <a:pt x="78" y="3"/>
                    <a:pt x="80" y="2"/>
                    <a:pt x="81" y="1"/>
                  </a:cubicBezTo>
                  <a:cubicBezTo>
                    <a:pt x="82" y="1"/>
                    <a:pt x="83" y="0"/>
                    <a:pt x="83" y="1"/>
                  </a:cubicBezTo>
                  <a:cubicBezTo>
                    <a:pt x="83" y="1"/>
                    <a:pt x="81" y="2"/>
                    <a:pt x="76" y="5"/>
                  </a:cubicBezTo>
                  <a:cubicBezTo>
                    <a:pt x="72" y="8"/>
                    <a:pt x="66" y="13"/>
                    <a:pt x="59" y="20"/>
                  </a:cubicBezTo>
                  <a:cubicBezTo>
                    <a:pt x="53" y="27"/>
                    <a:pt x="46" y="36"/>
                    <a:pt x="41" y="48"/>
                  </a:cubicBezTo>
                  <a:cubicBezTo>
                    <a:pt x="38" y="60"/>
                    <a:pt x="34" y="74"/>
                    <a:pt x="30" y="88"/>
                  </a:cubicBezTo>
                  <a:cubicBezTo>
                    <a:pt x="22" y="116"/>
                    <a:pt x="15" y="141"/>
                    <a:pt x="9" y="160"/>
                  </a:cubicBezTo>
                  <a:cubicBezTo>
                    <a:pt x="7" y="169"/>
                    <a:pt x="5" y="176"/>
                    <a:pt x="3" y="181"/>
                  </a:cubicBezTo>
                  <a:cubicBezTo>
                    <a:pt x="2" y="184"/>
                    <a:pt x="2" y="186"/>
                    <a:pt x="1" y="187"/>
                  </a:cubicBezTo>
                  <a:cubicBezTo>
                    <a:pt x="1" y="188"/>
                    <a:pt x="0" y="189"/>
                    <a:pt x="0" y="18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23">
              <a:extLst>
                <a:ext uri="{FF2B5EF4-FFF2-40B4-BE49-F238E27FC236}">
                  <a16:creationId xmlns:a16="http://schemas.microsoft.com/office/drawing/2014/main" id="{049A58AA-EB6B-43E6-A957-E14C36852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3" y="2690"/>
              <a:ext cx="18" cy="197"/>
            </a:xfrm>
            <a:custGeom>
              <a:avLst/>
              <a:gdLst>
                <a:gd name="T0" fmla="*/ 8 w 8"/>
                <a:gd name="T1" fmla="*/ 85 h 85"/>
                <a:gd name="T2" fmla="*/ 3 w 8"/>
                <a:gd name="T3" fmla="*/ 43 h 85"/>
                <a:gd name="T4" fmla="*/ 0 w 8"/>
                <a:gd name="T5" fmla="*/ 0 h 85"/>
                <a:gd name="T6" fmla="*/ 5 w 8"/>
                <a:gd name="T7" fmla="*/ 42 h 85"/>
                <a:gd name="T8" fmla="*/ 8 w 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5">
                  <a:moveTo>
                    <a:pt x="8" y="85"/>
                  </a:moveTo>
                  <a:cubicBezTo>
                    <a:pt x="7" y="85"/>
                    <a:pt x="5" y="66"/>
                    <a:pt x="3" y="43"/>
                  </a:cubicBezTo>
                  <a:cubicBezTo>
                    <a:pt x="1" y="19"/>
                    <a:pt x="0" y="0"/>
                    <a:pt x="0" y="0"/>
                  </a:cubicBezTo>
                  <a:cubicBezTo>
                    <a:pt x="1" y="0"/>
                    <a:pt x="3" y="19"/>
                    <a:pt x="5" y="42"/>
                  </a:cubicBezTo>
                  <a:cubicBezTo>
                    <a:pt x="7" y="66"/>
                    <a:pt x="8" y="85"/>
                    <a:pt x="8" y="8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24">
              <a:extLst>
                <a:ext uri="{FF2B5EF4-FFF2-40B4-BE49-F238E27FC236}">
                  <a16:creationId xmlns:a16="http://schemas.microsoft.com/office/drawing/2014/main" id="{DFBEB4E0-2A3B-47D7-B404-611C28E4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920"/>
              <a:ext cx="109" cy="86"/>
            </a:xfrm>
            <a:custGeom>
              <a:avLst/>
              <a:gdLst>
                <a:gd name="T0" fmla="*/ 47 w 47"/>
                <a:gd name="T1" fmla="*/ 37 h 37"/>
                <a:gd name="T2" fmla="*/ 42 w 47"/>
                <a:gd name="T3" fmla="*/ 30 h 37"/>
                <a:gd name="T4" fmla="*/ 27 w 47"/>
                <a:gd name="T5" fmla="*/ 14 h 37"/>
                <a:gd name="T6" fmla="*/ 8 w 47"/>
                <a:gd name="T7" fmla="*/ 4 h 37"/>
                <a:gd name="T8" fmla="*/ 0 w 47"/>
                <a:gd name="T9" fmla="*/ 0 h 37"/>
                <a:gd name="T10" fmla="*/ 9 w 47"/>
                <a:gd name="T11" fmla="*/ 2 h 37"/>
                <a:gd name="T12" fmla="*/ 28 w 47"/>
                <a:gd name="T13" fmla="*/ 13 h 37"/>
                <a:gd name="T14" fmla="*/ 43 w 47"/>
                <a:gd name="T15" fmla="*/ 29 h 37"/>
                <a:gd name="T16" fmla="*/ 47 w 47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37">
                  <a:moveTo>
                    <a:pt x="47" y="37"/>
                  </a:moveTo>
                  <a:cubicBezTo>
                    <a:pt x="47" y="37"/>
                    <a:pt x="45" y="34"/>
                    <a:pt x="42" y="30"/>
                  </a:cubicBezTo>
                  <a:cubicBezTo>
                    <a:pt x="39" y="25"/>
                    <a:pt x="34" y="19"/>
                    <a:pt x="27" y="14"/>
                  </a:cubicBezTo>
                  <a:cubicBezTo>
                    <a:pt x="20" y="9"/>
                    <a:pt x="13" y="5"/>
                    <a:pt x="8" y="4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0"/>
                    <a:pt x="3" y="1"/>
                    <a:pt x="9" y="2"/>
                  </a:cubicBezTo>
                  <a:cubicBezTo>
                    <a:pt x="14" y="4"/>
                    <a:pt x="21" y="7"/>
                    <a:pt x="28" y="13"/>
                  </a:cubicBezTo>
                  <a:cubicBezTo>
                    <a:pt x="35" y="18"/>
                    <a:pt x="40" y="24"/>
                    <a:pt x="43" y="29"/>
                  </a:cubicBezTo>
                  <a:cubicBezTo>
                    <a:pt x="46" y="34"/>
                    <a:pt x="47" y="37"/>
                    <a:pt x="47" y="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25">
              <a:extLst>
                <a:ext uri="{FF2B5EF4-FFF2-40B4-BE49-F238E27FC236}">
                  <a16:creationId xmlns:a16="http://schemas.microsoft.com/office/drawing/2014/main" id="{F34A2297-B867-4C63-AA70-91E73EE35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801"/>
              <a:ext cx="207" cy="44"/>
            </a:xfrm>
            <a:custGeom>
              <a:avLst/>
              <a:gdLst>
                <a:gd name="T0" fmla="*/ 88 w 89"/>
                <a:gd name="T1" fmla="*/ 19 h 19"/>
                <a:gd name="T2" fmla="*/ 76 w 89"/>
                <a:gd name="T3" fmla="*/ 13 h 19"/>
                <a:gd name="T4" fmla="*/ 46 w 89"/>
                <a:gd name="T5" fmla="*/ 4 h 19"/>
                <a:gd name="T6" fmla="*/ 14 w 89"/>
                <a:gd name="T7" fmla="*/ 4 h 19"/>
                <a:gd name="T8" fmla="*/ 0 w 89"/>
                <a:gd name="T9" fmla="*/ 6 h 19"/>
                <a:gd name="T10" fmla="*/ 4 w 89"/>
                <a:gd name="T11" fmla="*/ 5 h 19"/>
                <a:gd name="T12" fmla="*/ 13 w 89"/>
                <a:gd name="T13" fmla="*/ 3 h 19"/>
                <a:gd name="T14" fmla="*/ 46 w 89"/>
                <a:gd name="T15" fmla="*/ 2 h 19"/>
                <a:gd name="T16" fmla="*/ 77 w 89"/>
                <a:gd name="T17" fmla="*/ 12 h 19"/>
                <a:gd name="T18" fmla="*/ 86 w 89"/>
                <a:gd name="T19" fmla="*/ 17 h 19"/>
                <a:gd name="T20" fmla="*/ 88 w 89"/>
                <a:gd name="T2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9" h="19">
                  <a:moveTo>
                    <a:pt x="88" y="19"/>
                  </a:moveTo>
                  <a:cubicBezTo>
                    <a:pt x="88" y="19"/>
                    <a:pt x="84" y="16"/>
                    <a:pt x="76" y="13"/>
                  </a:cubicBezTo>
                  <a:cubicBezTo>
                    <a:pt x="69" y="10"/>
                    <a:pt x="58" y="6"/>
                    <a:pt x="46" y="4"/>
                  </a:cubicBezTo>
                  <a:cubicBezTo>
                    <a:pt x="33" y="2"/>
                    <a:pt x="22" y="3"/>
                    <a:pt x="14" y="4"/>
                  </a:cubicBezTo>
                  <a:cubicBezTo>
                    <a:pt x="5" y="5"/>
                    <a:pt x="1" y="7"/>
                    <a:pt x="0" y="6"/>
                  </a:cubicBezTo>
                  <a:cubicBezTo>
                    <a:pt x="0" y="6"/>
                    <a:pt x="2" y="6"/>
                    <a:pt x="4" y="5"/>
                  </a:cubicBezTo>
                  <a:cubicBezTo>
                    <a:pt x="6" y="4"/>
                    <a:pt x="9" y="3"/>
                    <a:pt x="13" y="3"/>
                  </a:cubicBezTo>
                  <a:cubicBezTo>
                    <a:pt x="22" y="1"/>
                    <a:pt x="33" y="0"/>
                    <a:pt x="46" y="2"/>
                  </a:cubicBezTo>
                  <a:cubicBezTo>
                    <a:pt x="59" y="4"/>
                    <a:pt x="70" y="8"/>
                    <a:pt x="77" y="12"/>
                  </a:cubicBezTo>
                  <a:cubicBezTo>
                    <a:pt x="81" y="14"/>
                    <a:pt x="84" y="15"/>
                    <a:pt x="86" y="17"/>
                  </a:cubicBezTo>
                  <a:cubicBezTo>
                    <a:pt x="88" y="18"/>
                    <a:pt x="89" y="19"/>
                    <a:pt x="88" y="1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26">
              <a:extLst>
                <a:ext uri="{FF2B5EF4-FFF2-40B4-BE49-F238E27FC236}">
                  <a16:creationId xmlns:a16="http://schemas.microsoft.com/office/drawing/2014/main" id="{9D4961F1-6042-46B5-87CA-75D50CC4A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3" y="2843"/>
              <a:ext cx="577" cy="114"/>
            </a:xfrm>
            <a:custGeom>
              <a:avLst/>
              <a:gdLst>
                <a:gd name="T0" fmla="*/ 248 w 248"/>
                <a:gd name="T1" fmla="*/ 49 h 49"/>
                <a:gd name="T2" fmla="*/ 246 w 248"/>
                <a:gd name="T3" fmla="*/ 49 h 49"/>
                <a:gd name="T4" fmla="*/ 238 w 248"/>
                <a:gd name="T5" fmla="*/ 47 h 49"/>
                <a:gd name="T6" fmla="*/ 212 w 248"/>
                <a:gd name="T7" fmla="*/ 41 h 49"/>
                <a:gd name="T8" fmla="*/ 124 w 248"/>
                <a:gd name="T9" fmla="*/ 23 h 49"/>
                <a:gd name="T10" fmla="*/ 36 w 248"/>
                <a:gd name="T11" fmla="*/ 7 h 49"/>
                <a:gd name="T12" fmla="*/ 10 w 248"/>
                <a:gd name="T13" fmla="*/ 2 h 49"/>
                <a:gd name="T14" fmla="*/ 2 w 248"/>
                <a:gd name="T15" fmla="*/ 1 h 49"/>
                <a:gd name="T16" fmla="*/ 0 w 248"/>
                <a:gd name="T17" fmla="*/ 0 h 49"/>
                <a:gd name="T18" fmla="*/ 2 w 248"/>
                <a:gd name="T19" fmla="*/ 0 h 49"/>
                <a:gd name="T20" fmla="*/ 10 w 248"/>
                <a:gd name="T21" fmla="*/ 1 h 49"/>
                <a:gd name="T22" fmla="*/ 37 w 248"/>
                <a:gd name="T23" fmla="*/ 5 h 49"/>
                <a:gd name="T24" fmla="*/ 125 w 248"/>
                <a:gd name="T25" fmla="*/ 21 h 49"/>
                <a:gd name="T26" fmla="*/ 212 w 248"/>
                <a:gd name="T27" fmla="*/ 40 h 49"/>
                <a:gd name="T28" fmla="*/ 239 w 248"/>
                <a:gd name="T29" fmla="*/ 47 h 49"/>
                <a:gd name="T30" fmla="*/ 246 w 248"/>
                <a:gd name="T31" fmla="*/ 48 h 49"/>
                <a:gd name="T32" fmla="*/ 248 w 248"/>
                <a:gd name="T3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8" h="49">
                  <a:moveTo>
                    <a:pt x="248" y="49"/>
                  </a:moveTo>
                  <a:cubicBezTo>
                    <a:pt x="248" y="49"/>
                    <a:pt x="247" y="49"/>
                    <a:pt x="246" y="49"/>
                  </a:cubicBezTo>
                  <a:cubicBezTo>
                    <a:pt x="244" y="48"/>
                    <a:pt x="241" y="48"/>
                    <a:pt x="238" y="47"/>
                  </a:cubicBezTo>
                  <a:cubicBezTo>
                    <a:pt x="232" y="46"/>
                    <a:pt x="223" y="44"/>
                    <a:pt x="212" y="41"/>
                  </a:cubicBezTo>
                  <a:cubicBezTo>
                    <a:pt x="190" y="36"/>
                    <a:pt x="159" y="30"/>
                    <a:pt x="124" y="23"/>
                  </a:cubicBezTo>
                  <a:cubicBezTo>
                    <a:pt x="90" y="16"/>
                    <a:pt x="59" y="10"/>
                    <a:pt x="36" y="7"/>
                  </a:cubicBezTo>
                  <a:cubicBezTo>
                    <a:pt x="25" y="5"/>
                    <a:pt x="16" y="3"/>
                    <a:pt x="10" y="2"/>
                  </a:cubicBezTo>
                  <a:cubicBezTo>
                    <a:pt x="7" y="1"/>
                    <a:pt x="4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7" y="1"/>
                    <a:pt x="10" y="1"/>
                  </a:cubicBezTo>
                  <a:cubicBezTo>
                    <a:pt x="16" y="2"/>
                    <a:pt x="25" y="3"/>
                    <a:pt x="37" y="5"/>
                  </a:cubicBezTo>
                  <a:cubicBezTo>
                    <a:pt x="59" y="9"/>
                    <a:pt x="90" y="14"/>
                    <a:pt x="125" y="21"/>
                  </a:cubicBezTo>
                  <a:cubicBezTo>
                    <a:pt x="159" y="28"/>
                    <a:pt x="190" y="35"/>
                    <a:pt x="212" y="40"/>
                  </a:cubicBezTo>
                  <a:cubicBezTo>
                    <a:pt x="223" y="43"/>
                    <a:pt x="232" y="45"/>
                    <a:pt x="239" y="47"/>
                  </a:cubicBezTo>
                  <a:cubicBezTo>
                    <a:pt x="242" y="47"/>
                    <a:pt x="244" y="48"/>
                    <a:pt x="246" y="48"/>
                  </a:cubicBezTo>
                  <a:cubicBezTo>
                    <a:pt x="247" y="49"/>
                    <a:pt x="248" y="49"/>
                    <a:pt x="248" y="49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427">
              <a:extLst>
                <a:ext uri="{FF2B5EF4-FFF2-40B4-BE49-F238E27FC236}">
                  <a16:creationId xmlns:a16="http://schemas.microsoft.com/office/drawing/2014/main" id="{09C5E301-53EE-4DDF-92B4-C179D3EB3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" y="2743"/>
              <a:ext cx="130" cy="116"/>
            </a:xfrm>
            <a:custGeom>
              <a:avLst/>
              <a:gdLst>
                <a:gd name="T0" fmla="*/ 56 w 56"/>
                <a:gd name="T1" fmla="*/ 50 h 50"/>
                <a:gd name="T2" fmla="*/ 52 w 56"/>
                <a:gd name="T3" fmla="*/ 39 h 50"/>
                <a:gd name="T4" fmla="*/ 44 w 56"/>
                <a:gd name="T5" fmla="*/ 30 h 50"/>
                <a:gd name="T6" fmla="*/ 33 w 56"/>
                <a:gd name="T7" fmla="*/ 20 h 50"/>
                <a:gd name="T8" fmla="*/ 10 w 56"/>
                <a:gd name="T9" fmla="*/ 6 h 50"/>
                <a:gd name="T10" fmla="*/ 0 w 56"/>
                <a:gd name="T11" fmla="*/ 0 h 50"/>
                <a:gd name="T12" fmla="*/ 10 w 56"/>
                <a:gd name="T13" fmla="*/ 4 h 50"/>
                <a:gd name="T14" fmla="*/ 34 w 56"/>
                <a:gd name="T15" fmla="*/ 19 h 50"/>
                <a:gd name="T16" fmla="*/ 46 w 56"/>
                <a:gd name="T17" fmla="*/ 29 h 50"/>
                <a:gd name="T18" fmla="*/ 53 w 56"/>
                <a:gd name="T19" fmla="*/ 39 h 50"/>
                <a:gd name="T20" fmla="*/ 56 w 56"/>
                <a:gd name="T21" fmla="*/ 47 h 50"/>
                <a:gd name="T22" fmla="*/ 56 w 56"/>
                <a:gd name="T2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50">
                  <a:moveTo>
                    <a:pt x="56" y="50"/>
                  </a:moveTo>
                  <a:cubicBezTo>
                    <a:pt x="56" y="50"/>
                    <a:pt x="55" y="46"/>
                    <a:pt x="52" y="39"/>
                  </a:cubicBezTo>
                  <a:cubicBezTo>
                    <a:pt x="50" y="36"/>
                    <a:pt x="48" y="33"/>
                    <a:pt x="44" y="30"/>
                  </a:cubicBezTo>
                  <a:cubicBezTo>
                    <a:pt x="41" y="27"/>
                    <a:pt x="37" y="23"/>
                    <a:pt x="33" y="20"/>
                  </a:cubicBezTo>
                  <a:cubicBezTo>
                    <a:pt x="24" y="14"/>
                    <a:pt x="16" y="9"/>
                    <a:pt x="10" y="6"/>
                  </a:cubicBezTo>
                  <a:cubicBezTo>
                    <a:pt x="3" y="2"/>
                    <a:pt x="0" y="0"/>
                    <a:pt x="0" y="0"/>
                  </a:cubicBezTo>
                  <a:cubicBezTo>
                    <a:pt x="0" y="0"/>
                    <a:pt x="4" y="1"/>
                    <a:pt x="10" y="4"/>
                  </a:cubicBezTo>
                  <a:cubicBezTo>
                    <a:pt x="17" y="7"/>
                    <a:pt x="25" y="12"/>
                    <a:pt x="34" y="19"/>
                  </a:cubicBezTo>
                  <a:cubicBezTo>
                    <a:pt x="38" y="22"/>
                    <a:pt x="42" y="25"/>
                    <a:pt x="46" y="29"/>
                  </a:cubicBezTo>
                  <a:cubicBezTo>
                    <a:pt x="49" y="32"/>
                    <a:pt x="51" y="36"/>
                    <a:pt x="53" y="39"/>
                  </a:cubicBezTo>
                  <a:cubicBezTo>
                    <a:pt x="55" y="42"/>
                    <a:pt x="55" y="45"/>
                    <a:pt x="56" y="47"/>
                  </a:cubicBezTo>
                  <a:cubicBezTo>
                    <a:pt x="56" y="49"/>
                    <a:pt x="56" y="50"/>
                    <a:pt x="56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428">
              <a:extLst>
                <a:ext uri="{FF2B5EF4-FFF2-40B4-BE49-F238E27FC236}">
                  <a16:creationId xmlns:a16="http://schemas.microsoft.com/office/drawing/2014/main" id="{9A44F892-E3B8-45FA-AFBE-6A8DF6E24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" y="2973"/>
              <a:ext cx="37" cy="70"/>
            </a:xfrm>
            <a:custGeom>
              <a:avLst/>
              <a:gdLst>
                <a:gd name="T0" fmla="*/ 16 w 16"/>
                <a:gd name="T1" fmla="*/ 0 h 30"/>
                <a:gd name="T2" fmla="*/ 7 w 16"/>
                <a:gd name="T3" fmla="*/ 14 h 30"/>
                <a:gd name="T4" fmla="*/ 1 w 16"/>
                <a:gd name="T5" fmla="*/ 30 h 30"/>
                <a:gd name="T6" fmla="*/ 5 w 16"/>
                <a:gd name="T7" fmla="*/ 13 h 30"/>
                <a:gd name="T8" fmla="*/ 16 w 16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30">
                  <a:moveTo>
                    <a:pt x="16" y="0"/>
                  </a:moveTo>
                  <a:cubicBezTo>
                    <a:pt x="16" y="0"/>
                    <a:pt x="11" y="6"/>
                    <a:pt x="7" y="14"/>
                  </a:cubicBezTo>
                  <a:cubicBezTo>
                    <a:pt x="2" y="22"/>
                    <a:pt x="1" y="30"/>
                    <a:pt x="1" y="30"/>
                  </a:cubicBezTo>
                  <a:cubicBezTo>
                    <a:pt x="0" y="30"/>
                    <a:pt x="1" y="22"/>
                    <a:pt x="5" y="13"/>
                  </a:cubicBezTo>
                  <a:cubicBezTo>
                    <a:pt x="10" y="5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429">
              <a:extLst>
                <a:ext uri="{FF2B5EF4-FFF2-40B4-BE49-F238E27FC236}">
                  <a16:creationId xmlns:a16="http://schemas.microsoft.com/office/drawing/2014/main" id="{C8A25DBA-F62D-46E2-8479-1ECA51128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" y="2031"/>
              <a:ext cx="65" cy="382"/>
            </a:xfrm>
            <a:prstGeom prst="rect">
              <a:avLst/>
            </a:prstGeom>
            <a:solidFill>
              <a:srgbClr val="B25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430">
              <a:extLst>
                <a:ext uri="{FF2B5EF4-FFF2-40B4-BE49-F238E27FC236}">
                  <a16:creationId xmlns:a16="http://schemas.microsoft.com/office/drawing/2014/main" id="{8E425B1A-A5EE-4F64-8C0A-29F684AD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" y="2024"/>
              <a:ext cx="58" cy="389"/>
            </a:xfrm>
            <a:custGeom>
              <a:avLst/>
              <a:gdLst>
                <a:gd name="T0" fmla="*/ 0 w 25"/>
                <a:gd name="T1" fmla="*/ 0 h 167"/>
                <a:gd name="T2" fmla="*/ 24 w 25"/>
                <a:gd name="T3" fmla="*/ 164 h 167"/>
                <a:gd name="T4" fmla="*/ 25 w 25"/>
                <a:gd name="T5" fmla="*/ 167 h 167"/>
                <a:gd name="T6" fmla="*/ 25 w 25"/>
                <a:gd name="T7" fmla="*/ 167 h 167"/>
                <a:gd name="T8" fmla="*/ 16 w 25"/>
                <a:gd name="T9" fmla="*/ 101 h 167"/>
                <a:gd name="T10" fmla="*/ 2 w 25"/>
                <a:gd name="T11" fmla="*/ 3 h 167"/>
                <a:gd name="T12" fmla="*/ 0 w 25"/>
                <a:gd name="T1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67">
                  <a:moveTo>
                    <a:pt x="0" y="0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2" y="148"/>
                    <a:pt x="19" y="125"/>
                    <a:pt x="16" y="101"/>
                  </a:cubicBezTo>
                  <a:cubicBezTo>
                    <a:pt x="10" y="61"/>
                    <a:pt x="5" y="26"/>
                    <a:pt x="2" y="3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431">
              <a:extLst>
                <a:ext uri="{FF2B5EF4-FFF2-40B4-BE49-F238E27FC236}">
                  <a16:creationId xmlns:a16="http://schemas.microsoft.com/office/drawing/2014/main" id="{DD398827-F35E-42FE-95BD-5C40E7993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" y="2234"/>
              <a:ext cx="1089" cy="346"/>
            </a:xfrm>
            <a:custGeom>
              <a:avLst/>
              <a:gdLst>
                <a:gd name="T0" fmla="*/ 263 w 468"/>
                <a:gd name="T1" fmla="*/ 4 h 149"/>
                <a:gd name="T2" fmla="*/ 187 w 468"/>
                <a:gd name="T3" fmla="*/ 137 h 149"/>
                <a:gd name="T4" fmla="*/ 1 w 468"/>
                <a:gd name="T5" fmla="*/ 141 h 149"/>
                <a:gd name="T6" fmla="*/ 0 w 468"/>
                <a:gd name="T7" fmla="*/ 149 h 149"/>
                <a:gd name="T8" fmla="*/ 181 w 468"/>
                <a:gd name="T9" fmla="*/ 148 h 149"/>
                <a:gd name="T10" fmla="*/ 186 w 468"/>
                <a:gd name="T11" fmla="*/ 148 h 149"/>
                <a:gd name="T12" fmla="*/ 377 w 468"/>
                <a:gd name="T13" fmla="*/ 148 h 149"/>
                <a:gd name="T14" fmla="*/ 415 w 468"/>
                <a:gd name="T15" fmla="*/ 82 h 149"/>
                <a:gd name="T16" fmla="*/ 464 w 468"/>
                <a:gd name="T17" fmla="*/ 11 h 149"/>
                <a:gd name="T18" fmla="*/ 459 w 468"/>
                <a:gd name="T19" fmla="*/ 0 h 149"/>
                <a:gd name="T20" fmla="*/ 269 w 468"/>
                <a:gd name="T21" fmla="*/ 1 h 149"/>
                <a:gd name="T22" fmla="*/ 263 w 468"/>
                <a:gd name="T23" fmla="*/ 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8" h="149">
                  <a:moveTo>
                    <a:pt x="263" y="4"/>
                  </a:moveTo>
                  <a:cubicBezTo>
                    <a:pt x="187" y="137"/>
                    <a:pt x="187" y="137"/>
                    <a:pt x="187" y="137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181" y="148"/>
                    <a:pt x="181" y="148"/>
                    <a:pt x="181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377" y="148"/>
                    <a:pt x="377" y="148"/>
                    <a:pt x="377" y="148"/>
                  </a:cubicBezTo>
                  <a:cubicBezTo>
                    <a:pt x="415" y="82"/>
                    <a:pt x="415" y="82"/>
                    <a:pt x="415" y="82"/>
                  </a:cubicBezTo>
                  <a:cubicBezTo>
                    <a:pt x="464" y="11"/>
                    <a:pt x="464" y="11"/>
                    <a:pt x="464" y="11"/>
                  </a:cubicBezTo>
                  <a:cubicBezTo>
                    <a:pt x="468" y="7"/>
                    <a:pt x="464" y="0"/>
                    <a:pt x="459" y="0"/>
                  </a:cubicBezTo>
                  <a:cubicBezTo>
                    <a:pt x="269" y="1"/>
                    <a:pt x="269" y="1"/>
                    <a:pt x="269" y="1"/>
                  </a:cubicBezTo>
                  <a:cubicBezTo>
                    <a:pt x="266" y="1"/>
                    <a:pt x="264" y="2"/>
                    <a:pt x="263" y="4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432">
              <a:extLst>
                <a:ext uri="{FF2B5EF4-FFF2-40B4-BE49-F238E27FC236}">
                  <a16:creationId xmlns:a16="http://schemas.microsoft.com/office/drawing/2014/main" id="{396E5D18-512E-4643-9B6E-2C86B0C86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" y="2424"/>
              <a:ext cx="172" cy="159"/>
            </a:xfrm>
            <a:custGeom>
              <a:avLst/>
              <a:gdLst>
                <a:gd name="T0" fmla="*/ 64 w 74"/>
                <a:gd name="T1" fmla="*/ 0 h 68"/>
                <a:gd name="T2" fmla="*/ 73 w 74"/>
                <a:gd name="T3" fmla="*/ 16 h 68"/>
                <a:gd name="T4" fmla="*/ 64 w 74"/>
                <a:gd name="T5" fmla="*/ 30 h 68"/>
                <a:gd name="T6" fmla="*/ 54 w 74"/>
                <a:gd name="T7" fmla="*/ 41 h 68"/>
                <a:gd name="T8" fmla="*/ 43 w 74"/>
                <a:gd name="T9" fmla="*/ 55 h 68"/>
                <a:gd name="T10" fmla="*/ 30 w 74"/>
                <a:gd name="T11" fmla="*/ 65 h 68"/>
                <a:gd name="T12" fmla="*/ 15 w 74"/>
                <a:gd name="T13" fmla="*/ 58 h 68"/>
                <a:gd name="T14" fmla="*/ 13 w 74"/>
                <a:gd name="T15" fmla="*/ 54 h 68"/>
                <a:gd name="T16" fmla="*/ 3 w 74"/>
                <a:gd name="T17" fmla="*/ 42 h 68"/>
                <a:gd name="T18" fmla="*/ 12 w 74"/>
                <a:gd name="T19" fmla="*/ 36 h 68"/>
                <a:gd name="T20" fmla="*/ 12 w 74"/>
                <a:gd name="T21" fmla="*/ 25 h 68"/>
                <a:gd name="T22" fmla="*/ 26 w 74"/>
                <a:gd name="T23" fmla="*/ 24 h 68"/>
                <a:gd name="T24" fmla="*/ 29 w 74"/>
                <a:gd name="T25" fmla="*/ 14 h 68"/>
                <a:gd name="T26" fmla="*/ 48 w 74"/>
                <a:gd name="T27" fmla="*/ 21 h 68"/>
                <a:gd name="T28" fmla="*/ 57 w 74"/>
                <a:gd name="T29" fmla="*/ 11 h 68"/>
                <a:gd name="T30" fmla="*/ 64 w 74"/>
                <a:gd name="T3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" h="68">
                  <a:moveTo>
                    <a:pt x="64" y="0"/>
                  </a:moveTo>
                  <a:cubicBezTo>
                    <a:pt x="64" y="0"/>
                    <a:pt x="74" y="9"/>
                    <a:pt x="73" y="16"/>
                  </a:cubicBezTo>
                  <a:cubicBezTo>
                    <a:pt x="71" y="24"/>
                    <a:pt x="71" y="29"/>
                    <a:pt x="64" y="30"/>
                  </a:cubicBezTo>
                  <a:cubicBezTo>
                    <a:pt x="64" y="30"/>
                    <a:pt x="65" y="40"/>
                    <a:pt x="54" y="41"/>
                  </a:cubicBezTo>
                  <a:cubicBezTo>
                    <a:pt x="54" y="41"/>
                    <a:pt x="57" y="53"/>
                    <a:pt x="43" y="55"/>
                  </a:cubicBezTo>
                  <a:cubicBezTo>
                    <a:pt x="43" y="55"/>
                    <a:pt x="39" y="68"/>
                    <a:pt x="30" y="65"/>
                  </a:cubicBezTo>
                  <a:cubicBezTo>
                    <a:pt x="21" y="62"/>
                    <a:pt x="15" y="58"/>
                    <a:pt x="15" y="58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4"/>
                    <a:pt x="0" y="49"/>
                    <a:pt x="3" y="42"/>
                  </a:cubicBezTo>
                  <a:cubicBezTo>
                    <a:pt x="5" y="37"/>
                    <a:pt x="12" y="36"/>
                    <a:pt x="12" y="36"/>
                  </a:cubicBezTo>
                  <a:cubicBezTo>
                    <a:pt x="12" y="36"/>
                    <a:pt x="9" y="30"/>
                    <a:pt x="12" y="25"/>
                  </a:cubicBezTo>
                  <a:cubicBezTo>
                    <a:pt x="16" y="21"/>
                    <a:pt x="26" y="24"/>
                    <a:pt x="26" y="24"/>
                  </a:cubicBezTo>
                  <a:cubicBezTo>
                    <a:pt x="26" y="24"/>
                    <a:pt x="25" y="19"/>
                    <a:pt x="29" y="14"/>
                  </a:cubicBezTo>
                  <a:cubicBezTo>
                    <a:pt x="32" y="10"/>
                    <a:pt x="48" y="21"/>
                    <a:pt x="48" y="21"/>
                  </a:cubicBezTo>
                  <a:cubicBezTo>
                    <a:pt x="57" y="11"/>
                    <a:pt x="57" y="11"/>
                    <a:pt x="57" y="11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33">
              <a:extLst>
                <a:ext uri="{FF2B5EF4-FFF2-40B4-BE49-F238E27FC236}">
                  <a16:creationId xmlns:a16="http://schemas.microsoft.com/office/drawing/2014/main" id="{B0ED73B8-1053-473A-98CF-6763B806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" y="2508"/>
              <a:ext cx="75" cy="47"/>
            </a:xfrm>
            <a:custGeom>
              <a:avLst/>
              <a:gdLst>
                <a:gd name="T0" fmla="*/ 32 w 32"/>
                <a:gd name="T1" fmla="*/ 19 h 20"/>
                <a:gd name="T2" fmla="*/ 16 w 32"/>
                <a:gd name="T3" fmla="*/ 10 h 20"/>
                <a:gd name="T4" fmla="*/ 1 w 32"/>
                <a:gd name="T5" fmla="*/ 0 h 20"/>
                <a:gd name="T6" fmla="*/ 17 w 32"/>
                <a:gd name="T7" fmla="*/ 9 h 20"/>
                <a:gd name="T8" fmla="*/ 32 w 32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0">
                  <a:moveTo>
                    <a:pt x="32" y="19"/>
                  </a:moveTo>
                  <a:cubicBezTo>
                    <a:pt x="32" y="20"/>
                    <a:pt x="24" y="16"/>
                    <a:pt x="16" y="10"/>
                  </a:cubicBezTo>
                  <a:cubicBezTo>
                    <a:pt x="7" y="5"/>
                    <a:pt x="0" y="0"/>
                    <a:pt x="1" y="0"/>
                  </a:cubicBezTo>
                  <a:cubicBezTo>
                    <a:pt x="1" y="0"/>
                    <a:pt x="8" y="4"/>
                    <a:pt x="17" y="9"/>
                  </a:cubicBezTo>
                  <a:cubicBezTo>
                    <a:pt x="25" y="14"/>
                    <a:pt x="32" y="19"/>
                    <a:pt x="32" y="19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34">
              <a:extLst>
                <a:ext uri="{FF2B5EF4-FFF2-40B4-BE49-F238E27FC236}">
                  <a16:creationId xmlns:a16="http://schemas.microsoft.com/office/drawing/2014/main" id="{43CE51FB-C8F0-4ECB-844C-E3385665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1" y="2478"/>
              <a:ext cx="70" cy="44"/>
            </a:xfrm>
            <a:custGeom>
              <a:avLst/>
              <a:gdLst>
                <a:gd name="T0" fmla="*/ 29 w 30"/>
                <a:gd name="T1" fmla="*/ 18 h 19"/>
                <a:gd name="T2" fmla="*/ 15 w 30"/>
                <a:gd name="T3" fmla="*/ 10 h 19"/>
                <a:gd name="T4" fmla="*/ 1 w 30"/>
                <a:gd name="T5" fmla="*/ 1 h 19"/>
                <a:gd name="T6" fmla="*/ 16 w 30"/>
                <a:gd name="T7" fmla="*/ 9 h 19"/>
                <a:gd name="T8" fmla="*/ 29 w 30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9">
                  <a:moveTo>
                    <a:pt x="29" y="18"/>
                  </a:moveTo>
                  <a:cubicBezTo>
                    <a:pt x="29" y="19"/>
                    <a:pt x="23" y="15"/>
                    <a:pt x="15" y="10"/>
                  </a:cubicBezTo>
                  <a:cubicBezTo>
                    <a:pt x="7" y="6"/>
                    <a:pt x="0" y="1"/>
                    <a:pt x="1" y="1"/>
                  </a:cubicBezTo>
                  <a:cubicBezTo>
                    <a:pt x="1" y="0"/>
                    <a:pt x="8" y="4"/>
                    <a:pt x="16" y="9"/>
                  </a:cubicBezTo>
                  <a:cubicBezTo>
                    <a:pt x="24" y="14"/>
                    <a:pt x="30" y="18"/>
                    <a:pt x="29" y="18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35">
              <a:extLst>
                <a:ext uri="{FF2B5EF4-FFF2-40B4-BE49-F238E27FC236}">
                  <a16:creationId xmlns:a16="http://schemas.microsoft.com/office/drawing/2014/main" id="{C6D1CF3B-5A55-4C9F-B51A-58C77E8BA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" y="2459"/>
              <a:ext cx="61" cy="37"/>
            </a:xfrm>
            <a:custGeom>
              <a:avLst/>
              <a:gdLst>
                <a:gd name="T0" fmla="*/ 1 w 26"/>
                <a:gd name="T1" fmla="*/ 0 h 16"/>
                <a:gd name="T2" fmla="*/ 14 w 26"/>
                <a:gd name="T3" fmla="*/ 7 h 16"/>
                <a:gd name="T4" fmla="*/ 26 w 26"/>
                <a:gd name="T5" fmla="*/ 15 h 16"/>
                <a:gd name="T6" fmla="*/ 13 w 26"/>
                <a:gd name="T7" fmla="*/ 9 h 16"/>
                <a:gd name="T8" fmla="*/ 1 w 2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6">
                  <a:moveTo>
                    <a:pt x="1" y="0"/>
                  </a:moveTo>
                  <a:cubicBezTo>
                    <a:pt x="1" y="0"/>
                    <a:pt x="7" y="3"/>
                    <a:pt x="14" y="7"/>
                  </a:cubicBezTo>
                  <a:cubicBezTo>
                    <a:pt x="21" y="12"/>
                    <a:pt x="26" y="15"/>
                    <a:pt x="26" y="15"/>
                  </a:cubicBezTo>
                  <a:cubicBezTo>
                    <a:pt x="26" y="16"/>
                    <a:pt x="20" y="13"/>
                    <a:pt x="13" y="9"/>
                  </a:cubicBezTo>
                  <a:cubicBezTo>
                    <a:pt x="6" y="4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36">
              <a:extLst>
                <a:ext uri="{FF2B5EF4-FFF2-40B4-BE49-F238E27FC236}">
                  <a16:creationId xmlns:a16="http://schemas.microsoft.com/office/drawing/2014/main" id="{E00707A2-269B-4BF1-A9F6-49AB0F7A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" y="2243"/>
              <a:ext cx="626" cy="335"/>
            </a:xfrm>
            <a:custGeom>
              <a:avLst/>
              <a:gdLst>
                <a:gd name="T0" fmla="*/ 269 w 269"/>
                <a:gd name="T1" fmla="*/ 1 h 144"/>
                <a:gd name="T2" fmla="*/ 269 w 269"/>
                <a:gd name="T3" fmla="*/ 1 h 144"/>
                <a:gd name="T4" fmla="*/ 266 w 269"/>
                <a:gd name="T5" fmla="*/ 1 h 144"/>
                <a:gd name="T6" fmla="*/ 256 w 269"/>
                <a:gd name="T7" fmla="*/ 2 h 144"/>
                <a:gd name="T8" fmla="*/ 218 w 269"/>
                <a:gd name="T9" fmla="*/ 2 h 144"/>
                <a:gd name="T10" fmla="*/ 93 w 269"/>
                <a:gd name="T11" fmla="*/ 2 h 144"/>
                <a:gd name="T12" fmla="*/ 84 w 269"/>
                <a:gd name="T13" fmla="*/ 2 h 144"/>
                <a:gd name="T14" fmla="*/ 77 w 269"/>
                <a:gd name="T15" fmla="*/ 5 h 144"/>
                <a:gd name="T16" fmla="*/ 69 w 269"/>
                <a:gd name="T17" fmla="*/ 21 h 144"/>
                <a:gd name="T18" fmla="*/ 52 w 269"/>
                <a:gd name="T19" fmla="*/ 50 h 144"/>
                <a:gd name="T20" fmla="*/ 25 w 269"/>
                <a:gd name="T21" fmla="*/ 99 h 144"/>
                <a:gd name="T22" fmla="*/ 7 w 269"/>
                <a:gd name="T23" fmla="*/ 132 h 144"/>
                <a:gd name="T24" fmla="*/ 2 w 269"/>
                <a:gd name="T25" fmla="*/ 141 h 144"/>
                <a:gd name="T26" fmla="*/ 0 w 269"/>
                <a:gd name="T27" fmla="*/ 143 h 144"/>
                <a:gd name="T28" fmla="*/ 0 w 269"/>
                <a:gd name="T29" fmla="*/ 144 h 144"/>
                <a:gd name="T30" fmla="*/ 0 w 269"/>
                <a:gd name="T31" fmla="*/ 143 h 144"/>
                <a:gd name="T32" fmla="*/ 1 w 269"/>
                <a:gd name="T33" fmla="*/ 140 h 144"/>
                <a:gd name="T34" fmla="*/ 6 w 269"/>
                <a:gd name="T35" fmla="*/ 131 h 144"/>
                <a:gd name="T36" fmla="*/ 24 w 269"/>
                <a:gd name="T37" fmla="*/ 98 h 144"/>
                <a:gd name="T38" fmla="*/ 51 w 269"/>
                <a:gd name="T39" fmla="*/ 49 h 144"/>
                <a:gd name="T40" fmla="*/ 67 w 269"/>
                <a:gd name="T41" fmla="*/ 20 h 144"/>
                <a:gd name="T42" fmla="*/ 75 w 269"/>
                <a:gd name="T43" fmla="*/ 4 h 144"/>
                <a:gd name="T44" fmla="*/ 84 w 269"/>
                <a:gd name="T45" fmla="*/ 0 h 144"/>
                <a:gd name="T46" fmla="*/ 93 w 269"/>
                <a:gd name="T47" fmla="*/ 0 h 144"/>
                <a:gd name="T48" fmla="*/ 218 w 269"/>
                <a:gd name="T49" fmla="*/ 1 h 144"/>
                <a:gd name="T50" fmla="*/ 256 w 269"/>
                <a:gd name="T51" fmla="*/ 1 h 144"/>
                <a:gd name="T52" fmla="*/ 266 w 269"/>
                <a:gd name="T53" fmla="*/ 1 h 144"/>
                <a:gd name="T54" fmla="*/ 269 w 269"/>
                <a:gd name="T55" fmla="*/ 1 h 144"/>
                <a:gd name="T56" fmla="*/ 269 w 269"/>
                <a:gd name="T5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69" h="144">
                  <a:moveTo>
                    <a:pt x="269" y="1"/>
                  </a:moveTo>
                  <a:cubicBezTo>
                    <a:pt x="269" y="1"/>
                    <a:pt x="269" y="1"/>
                    <a:pt x="269" y="1"/>
                  </a:cubicBezTo>
                  <a:cubicBezTo>
                    <a:pt x="268" y="1"/>
                    <a:pt x="267" y="1"/>
                    <a:pt x="266" y="1"/>
                  </a:cubicBezTo>
                  <a:cubicBezTo>
                    <a:pt x="263" y="1"/>
                    <a:pt x="260" y="2"/>
                    <a:pt x="256" y="2"/>
                  </a:cubicBezTo>
                  <a:cubicBezTo>
                    <a:pt x="247" y="2"/>
                    <a:pt x="234" y="2"/>
                    <a:pt x="218" y="2"/>
                  </a:cubicBezTo>
                  <a:cubicBezTo>
                    <a:pt x="186" y="2"/>
                    <a:pt x="142" y="2"/>
                    <a:pt x="93" y="2"/>
                  </a:cubicBezTo>
                  <a:cubicBezTo>
                    <a:pt x="90" y="2"/>
                    <a:pt x="87" y="2"/>
                    <a:pt x="84" y="2"/>
                  </a:cubicBezTo>
                  <a:cubicBezTo>
                    <a:pt x="81" y="2"/>
                    <a:pt x="78" y="3"/>
                    <a:pt x="77" y="5"/>
                  </a:cubicBezTo>
                  <a:cubicBezTo>
                    <a:pt x="74" y="11"/>
                    <a:pt x="71" y="16"/>
                    <a:pt x="69" y="21"/>
                  </a:cubicBezTo>
                  <a:cubicBezTo>
                    <a:pt x="63" y="31"/>
                    <a:pt x="58" y="40"/>
                    <a:pt x="52" y="50"/>
                  </a:cubicBezTo>
                  <a:cubicBezTo>
                    <a:pt x="42" y="68"/>
                    <a:pt x="33" y="85"/>
                    <a:pt x="25" y="99"/>
                  </a:cubicBezTo>
                  <a:cubicBezTo>
                    <a:pt x="17" y="113"/>
                    <a:pt x="11" y="124"/>
                    <a:pt x="7" y="132"/>
                  </a:cubicBezTo>
                  <a:cubicBezTo>
                    <a:pt x="4" y="135"/>
                    <a:pt x="3" y="138"/>
                    <a:pt x="2" y="141"/>
                  </a:cubicBezTo>
                  <a:cubicBezTo>
                    <a:pt x="1" y="142"/>
                    <a:pt x="1" y="142"/>
                    <a:pt x="0" y="143"/>
                  </a:cubicBezTo>
                  <a:cubicBezTo>
                    <a:pt x="0" y="143"/>
                    <a:pt x="0" y="144"/>
                    <a:pt x="0" y="144"/>
                  </a:cubicBezTo>
                  <a:cubicBezTo>
                    <a:pt x="0" y="144"/>
                    <a:pt x="0" y="143"/>
                    <a:pt x="0" y="143"/>
                  </a:cubicBezTo>
                  <a:cubicBezTo>
                    <a:pt x="0" y="142"/>
                    <a:pt x="1" y="141"/>
                    <a:pt x="1" y="140"/>
                  </a:cubicBezTo>
                  <a:cubicBezTo>
                    <a:pt x="2" y="138"/>
                    <a:pt x="4" y="135"/>
                    <a:pt x="6" y="131"/>
                  </a:cubicBezTo>
                  <a:cubicBezTo>
                    <a:pt x="10" y="123"/>
                    <a:pt x="16" y="112"/>
                    <a:pt x="24" y="98"/>
                  </a:cubicBezTo>
                  <a:cubicBezTo>
                    <a:pt x="32" y="84"/>
                    <a:pt x="41" y="67"/>
                    <a:pt x="51" y="49"/>
                  </a:cubicBezTo>
                  <a:cubicBezTo>
                    <a:pt x="56" y="40"/>
                    <a:pt x="61" y="30"/>
                    <a:pt x="67" y="20"/>
                  </a:cubicBezTo>
                  <a:cubicBezTo>
                    <a:pt x="70" y="15"/>
                    <a:pt x="73" y="10"/>
                    <a:pt x="75" y="4"/>
                  </a:cubicBezTo>
                  <a:cubicBezTo>
                    <a:pt x="77" y="2"/>
                    <a:pt x="81" y="0"/>
                    <a:pt x="84" y="0"/>
                  </a:cubicBezTo>
                  <a:cubicBezTo>
                    <a:pt x="87" y="0"/>
                    <a:pt x="90" y="0"/>
                    <a:pt x="93" y="0"/>
                  </a:cubicBezTo>
                  <a:cubicBezTo>
                    <a:pt x="142" y="0"/>
                    <a:pt x="186" y="0"/>
                    <a:pt x="218" y="1"/>
                  </a:cubicBezTo>
                  <a:cubicBezTo>
                    <a:pt x="234" y="1"/>
                    <a:pt x="247" y="1"/>
                    <a:pt x="256" y="1"/>
                  </a:cubicBezTo>
                  <a:cubicBezTo>
                    <a:pt x="260" y="1"/>
                    <a:pt x="263" y="1"/>
                    <a:pt x="266" y="1"/>
                  </a:cubicBezTo>
                  <a:cubicBezTo>
                    <a:pt x="267" y="1"/>
                    <a:pt x="268" y="1"/>
                    <a:pt x="269" y="1"/>
                  </a:cubicBezTo>
                  <a:cubicBezTo>
                    <a:pt x="269" y="1"/>
                    <a:pt x="269" y="1"/>
                    <a:pt x="2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7">
              <a:extLst>
                <a:ext uri="{FF2B5EF4-FFF2-40B4-BE49-F238E27FC236}">
                  <a16:creationId xmlns:a16="http://schemas.microsoft.com/office/drawing/2014/main" id="{12DA73BD-DA8F-42F3-9D6F-9A98CDB95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7" y="2389"/>
              <a:ext cx="44" cy="47"/>
            </a:xfrm>
            <a:custGeom>
              <a:avLst/>
              <a:gdLst>
                <a:gd name="T0" fmla="*/ 3 w 19"/>
                <a:gd name="T1" fmla="*/ 5 h 20"/>
                <a:gd name="T2" fmla="*/ 3 w 19"/>
                <a:gd name="T3" fmla="*/ 17 h 20"/>
                <a:gd name="T4" fmla="*/ 15 w 19"/>
                <a:gd name="T5" fmla="*/ 15 h 20"/>
                <a:gd name="T6" fmla="*/ 15 w 19"/>
                <a:gd name="T7" fmla="*/ 3 h 20"/>
                <a:gd name="T8" fmla="*/ 3 w 19"/>
                <a:gd name="T9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3" y="5"/>
                  </a:moveTo>
                  <a:cubicBezTo>
                    <a:pt x="0" y="8"/>
                    <a:pt x="0" y="14"/>
                    <a:pt x="3" y="17"/>
                  </a:cubicBezTo>
                  <a:cubicBezTo>
                    <a:pt x="7" y="20"/>
                    <a:pt x="12" y="19"/>
                    <a:pt x="15" y="15"/>
                  </a:cubicBezTo>
                  <a:cubicBezTo>
                    <a:pt x="19" y="12"/>
                    <a:pt x="19" y="6"/>
                    <a:pt x="15" y="3"/>
                  </a:cubicBezTo>
                  <a:cubicBezTo>
                    <a:pt x="12" y="0"/>
                    <a:pt x="7" y="1"/>
                    <a:pt x="3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38">
              <a:extLst>
                <a:ext uri="{FF2B5EF4-FFF2-40B4-BE49-F238E27FC236}">
                  <a16:creationId xmlns:a16="http://schemas.microsoft.com/office/drawing/2014/main" id="{C177D9CA-8D93-4738-B572-3447F5B88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" y="2662"/>
              <a:ext cx="370" cy="700"/>
            </a:xfrm>
            <a:custGeom>
              <a:avLst/>
              <a:gdLst>
                <a:gd name="T0" fmla="*/ 83 w 159"/>
                <a:gd name="T1" fmla="*/ 301 h 301"/>
                <a:gd name="T2" fmla="*/ 84 w 159"/>
                <a:gd name="T3" fmla="*/ 300 h 301"/>
                <a:gd name="T4" fmla="*/ 85 w 159"/>
                <a:gd name="T5" fmla="*/ 298 h 301"/>
                <a:gd name="T6" fmla="*/ 88 w 159"/>
                <a:gd name="T7" fmla="*/ 288 h 301"/>
                <a:gd name="T8" fmla="*/ 103 w 159"/>
                <a:gd name="T9" fmla="*/ 254 h 301"/>
                <a:gd name="T10" fmla="*/ 153 w 159"/>
                <a:gd name="T11" fmla="*/ 139 h 301"/>
                <a:gd name="T12" fmla="*/ 152 w 159"/>
                <a:gd name="T13" fmla="*/ 139 h 301"/>
                <a:gd name="T14" fmla="*/ 157 w 159"/>
                <a:gd name="T15" fmla="*/ 104 h 301"/>
                <a:gd name="T16" fmla="*/ 149 w 159"/>
                <a:gd name="T17" fmla="*/ 63 h 301"/>
                <a:gd name="T18" fmla="*/ 138 w 159"/>
                <a:gd name="T19" fmla="*/ 46 h 301"/>
                <a:gd name="T20" fmla="*/ 124 w 159"/>
                <a:gd name="T21" fmla="*/ 33 h 301"/>
                <a:gd name="T22" fmla="*/ 107 w 159"/>
                <a:gd name="T23" fmla="*/ 25 h 301"/>
                <a:gd name="T24" fmla="*/ 91 w 159"/>
                <a:gd name="T25" fmla="*/ 19 h 301"/>
                <a:gd name="T26" fmla="*/ 61 w 159"/>
                <a:gd name="T27" fmla="*/ 10 h 301"/>
                <a:gd name="T28" fmla="*/ 16 w 159"/>
                <a:gd name="T29" fmla="*/ 2 h 301"/>
                <a:gd name="T30" fmla="*/ 4 w 159"/>
                <a:gd name="T31" fmla="*/ 0 h 301"/>
                <a:gd name="T32" fmla="*/ 1 w 159"/>
                <a:gd name="T33" fmla="*/ 0 h 301"/>
                <a:gd name="T34" fmla="*/ 0 w 159"/>
                <a:gd name="T35" fmla="*/ 0 h 301"/>
                <a:gd name="T36" fmla="*/ 1 w 159"/>
                <a:gd name="T37" fmla="*/ 0 h 301"/>
                <a:gd name="T38" fmla="*/ 4 w 159"/>
                <a:gd name="T39" fmla="*/ 0 h 301"/>
                <a:gd name="T40" fmla="*/ 16 w 159"/>
                <a:gd name="T41" fmla="*/ 1 h 301"/>
                <a:gd name="T42" fmla="*/ 61 w 159"/>
                <a:gd name="T43" fmla="*/ 9 h 301"/>
                <a:gd name="T44" fmla="*/ 92 w 159"/>
                <a:gd name="T45" fmla="*/ 17 h 301"/>
                <a:gd name="T46" fmla="*/ 108 w 159"/>
                <a:gd name="T47" fmla="*/ 23 h 301"/>
                <a:gd name="T48" fmla="*/ 125 w 159"/>
                <a:gd name="T49" fmla="*/ 31 h 301"/>
                <a:gd name="T50" fmla="*/ 139 w 159"/>
                <a:gd name="T51" fmla="*/ 45 h 301"/>
                <a:gd name="T52" fmla="*/ 151 w 159"/>
                <a:gd name="T53" fmla="*/ 62 h 301"/>
                <a:gd name="T54" fmla="*/ 159 w 159"/>
                <a:gd name="T55" fmla="*/ 104 h 301"/>
                <a:gd name="T56" fmla="*/ 154 w 159"/>
                <a:gd name="T57" fmla="*/ 140 h 301"/>
                <a:gd name="T58" fmla="*/ 154 w 159"/>
                <a:gd name="T59" fmla="*/ 140 h 301"/>
                <a:gd name="T60" fmla="*/ 154 w 159"/>
                <a:gd name="T61" fmla="*/ 140 h 301"/>
                <a:gd name="T62" fmla="*/ 104 w 159"/>
                <a:gd name="T63" fmla="*/ 255 h 301"/>
                <a:gd name="T64" fmla="*/ 89 w 159"/>
                <a:gd name="T65" fmla="*/ 289 h 301"/>
                <a:gd name="T66" fmla="*/ 85 w 159"/>
                <a:gd name="T67" fmla="*/ 298 h 301"/>
                <a:gd name="T68" fmla="*/ 84 w 159"/>
                <a:gd name="T69" fmla="*/ 300 h 301"/>
                <a:gd name="T70" fmla="*/ 83 w 159"/>
                <a:gd name="T71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301">
                  <a:moveTo>
                    <a:pt x="83" y="301"/>
                  </a:moveTo>
                  <a:cubicBezTo>
                    <a:pt x="83" y="301"/>
                    <a:pt x="83" y="301"/>
                    <a:pt x="84" y="300"/>
                  </a:cubicBezTo>
                  <a:cubicBezTo>
                    <a:pt x="84" y="299"/>
                    <a:pt x="84" y="299"/>
                    <a:pt x="85" y="298"/>
                  </a:cubicBezTo>
                  <a:cubicBezTo>
                    <a:pt x="86" y="295"/>
                    <a:pt x="87" y="292"/>
                    <a:pt x="88" y="288"/>
                  </a:cubicBezTo>
                  <a:cubicBezTo>
                    <a:pt x="92" y="280"/>
                    <a:pt x="97" y="269"/>
                    <a:pt x="103" y="254"/>
                  </a:cubicBezTo>
                  <a:cubicBezTo>
                    <a:pt x="115" y="225"/>
                    <a:pt x="133" y="185"/>
                    <a:pt x="153" y="139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5" y="128"/>
                    <a:pt x="157" y="116"/>
                    <a:pt x="157" y="104"/>
                  </a:cubicBezTo>
                  <a:cubicBezTo>
                    <a:pt x="157" y="89"/>
                    <a:pt x="155" y="75"/>
                    <a:pt x="149" y="63"/>
                  </a:cubicBezTo>
                  <a:cubicBezTo>
                    <a:pt x="146" y="56"/>
                    <a:pt x="142" y="51"/>
                    <a:pt x="138" y="46"/>
                  </a:cubicBezTo>
                  <a:cubicBezTo>
                    <a:pt x="133" y="41"/>
                    <a:pt x="129" y="36"/>
                    <a:pt x="124" y="33"/>
                  </a:cubicBezTo>
                  <a:cubicBezTo>
                    <a:pt x="119" y="29"/>
                    <a:pt x="113" y="27"/>
                    <a:pt x="107" y="25"/>
                  </a:cubicBezTo>
                  <a:cubicBezTo>
                    <a:pt x="102" y="23"/>
                    <a:pt x="96" y="21"/>
                    <a:pt x="91" y="19"/>
                  </a:cubicBezTo>
                  <a:cubicBezTo>
                    <a:pt x="80" y="15"/>
                    <a:pt x="70" y="13"/>
                    <a:pt x="61" y="10"/>
                  </a:cubicBezTo>
                  <a:cubicBezTo>
                    <a:pt x="42" y="6"/>
                    <a:pt x="27" y="4"/>
                    <a:pt x="16" y="2"/>
                  </a:cubicBezTo>
                  <a:cubicBezTo>
                    <a:pt x="11" y="1"/>
                    <a:pt x="7" y="1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7" y="0"/>
                    <a:pt x="11" y="1"/>
                    <a:pt x="16" y="1"/>
                  </a:cubicBezTo>
                  <a:cubicBezTo>
                    <a:pt x="27" y="3"/>
                    <a:pt x="43" y="5"/>
                    <a:pt x="61" y="9"/>
                  </a:cubicBezTo>
                  <a:cubicBezTo>
                    <a:pt x="71" y="11"/>
                    <a:pt x="81" y="14"/>
                    <a:pt x="92" y="17"/>
                  </a:cubicBezTo>
                  <a:cubicBezTo>
                    <a:pt x="97" y="19"/>
                    <a:pt x="103" y="21"/>
                    <a:pt x="108" y="23"/>
                  </a:cubicBezTo>
                  <a:cubicBezTo>
                    <a:pt x="114" y="25"/>
                    <a:pt x="120" y="27"/>
                    <a:pt x="125" y="31"/>
                  </a:cubicBezTo>
                  <a:cubicBezTo>
                    <a:pt x="130" y="35"/>
                    <a:pt x="135" y="40"/>
                    <a:pt x="139" y="45"/>
                  </a:cubicBezTo>
                  <a:cubicBezTo>
                    <a:pt x="143" y="50"/>
                    <a:pt x="148" y="55"/>
                    <a:pt x="151" y="62"/>
                  </a:cubicBezTo>
                  <a:cubicBezTo>
                    <a:pt x="157" y="74"/>
                    <a:pt x="159" y="89"/>
                    <a:pt x="159" y="104"/>
                  </a:cubicBezTo>
                  <a:cubicBezTo>
                    <a:pt x="159" y="116"/>
                    <a:pt x="157" y="128"/>
                    <a:pt x="154" y="140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34" y="186"/>
                    <a:pt x="117" y="226"/>
                    <a:pt x="104" y="255"/>
                  </a:cubicBezTo>
                  <a:cubicBezTo>
                    <a:pt x="98" y="269"/>
                    <a:pt x="93" y="281"/>
                    <a:pt x="89" y="289"/>
                  </a:cubicBezTo>
                  <a:cubicBezTo>
                    <a:pt x="87" y="293"/>
                    <a:pt x="86" y="296"/>
                    <a:pt x="85" y="298"/>
                  </a:cubicBezTo>
                  <a:cubicBezTo>
                    <a:pt x="85" y="299"/>
                    <a:pt x="84" y="299"/>
                    <a:pt x="84" y="300"/>
                  </a:cubicBezTo>
                  <a:cubicBezTo>
                    <a:pt x="84" y="301"/>
                    <a:pt x="83" y="301"/>
                    <a:pt x="83" y="30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39">
              <a:extLst>
                <a:ext uri="{FF2B5EF4-FFF2-40B4-BE49-F238E27FC236}">
                  <a16:creationId xmlns:a16="http://schemas.microsoft.com/office/drawing/2014/main" id="{2A075B6A-6F6D-44E8-869C-A95C2A432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5" y="4060"/>
              <a:ext cx="4171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40">
              <a:extLst>
                <a:ext uri="{FF2B5EF4-FFF2-40B4-BE49-F238E27FC236}">
                  <a16:creationId xmlns:a16="http://schemas.microsoft.com/office/drawing/2014/main" id="{2E4F7FAB-865D-4CB9-B409-B55DCEBD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12"/>
              <a:ext cx="488" cy="505"/>
            </a:xfrm>
            <a:custGeom>
              <a:avLst/>
              <a:gdLst>
                <a:gd name="T0" fmla="*/ 11 w 210"/>
                <a:gd name="T1" fmla="*/ 217 h 217"/>
                <a:gd name="T2" fmla="*/ 50 w 210"/>
                <a:gd name="T3" fmla="*/ 195 h 217"/>
                <a:gd name="T4" fmla="*/ 105 w 210"/>
                <a:gd name="T5" fmla="*/ 210 h 217"/>
                <a:gd name="T6" fmla="*/ 210 w 210"/>
                <a:gd name="T7" fmla="*/ 105 h 217"/>
                <a:gd name="T8" fmla="*/ 105 w 210"/>
                <a:gd name="T9" fmla="*/ 0 h 217"/>
                <a:gd name="T10" fmla="*/ 0 w 210"/>
                <a:gd name="T11" fmla="*/ 105 h 217"/>
                <a:gd name="T12" fmla="*/ 22 w 210"/>
                <a:gd name="T13" fmla="*/ 170 h 217"/>
                <a:gd name="T14" fmla="*/ 22 w 210"/>
                <a:gd name="T15" fmla="*/ 170 h 217"/>
                <a:gd name="T16" fmla="*/ 11 w 210"/>
                <a:gd name="T1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217">
                  <a:moveTo>
                    <a:pt x="11" y="217"/>
                  </a:moveTo>
                  <a:cubicBezTo>
                    <a:pt x="50" y="195"/>
                    <a:pt x="50" y="195"/>
                    <a:pt x="50" y="195"/>
                  </a:cubicBezTo>
                  <a:cubicBezTo>
                    <a:pt x="66" y="205"/>
                    <a:pt x="85" y="210"/>
                    <a:pt x="105" y="210"/>
                  </a:cubicBezTo>
                  <a:cubicBezTo>
                    <a:pt x="163" y="210"/>
                    <a:pt x="210" y="163"/>
                    <a:pt x="210" y="105"/>
                  </a:cubicBezTo>
                  <a:cubicBezTo>
                    <a:pt x="210" y="47"/>
                    <a:pt x="163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30"/>
                    <a:pt x="8" y="152"/>
                    <a:pt x="22" y="170"/>
                  </a:cubicBezTo>
                  <a:cubicBezTo>
                    <a:pt x="22" y="170"/>
                    <a:pt x="22" y="170"/>
                    <a:pt x="22" y="170"/>
                  </a:cubicBezTo>
                  <a:lnTo>
                    <a:pt x="11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1">
              <a:extLst>
                <a:ext uri="{FF2B5EF4-FFF2-40B4-BE49-F238E27FC236}">
                  <a16:creationId xmlns:a16="http://schemas.microsoft.com/office/drawing/2014/main" id="{A785701F-9DD9-452B-807B-4F7A60D5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110"/>
              <a:ext cx="496" cy="507"/>
            </a:xfrm>
            <a:custGeom>
              <a:avLst/>
              <a:gdLst>
                <a:gd name="T0" fmla="*/ 12 w 213"/>
                <a:gd name="T1" fmla="*/ 218 h 218"/>
                <a:gd name="T2" fmla="*/ 23 w 213"/>
                <a:gd name="T3" fmla="*/ 171 h 218"/>
                <a:gd name="T4" fmla="*/ 23 w 213"/>
                <a:gd name="T5" fmla="*/ 170 h 218"/>
                <a:gd name="T6" fmla="*/ 23 w 213"/>
                <a:gd name="T7" fmla="*/ 170 h 218"/>
                <a:gd name="T8" fmla="*/ 23 w 213"/>
                <a:gd name="T9" fmla="*/ 170 h 218"/>
                <a:gd name="T10" fmla="*/ 23 w 213"/>
                <a:gd name="T11" fmla="*/ 171 h 218"/>
                <a:gd name="T12" fmla="*/ 1 w 213"/>
                <a:gd name="T13" fmla="*/ 120 h 218"/>
                <a:gd name="T14" fmla="*/ 1 w 213"/>
                <a:gd name="T15" fmla="*/ 104 h 218"/>
                <a:gd name="T16" fmla="*/ 1 w 213"/>
                <a:gd name="T17" fmla="*/ 95 h 218"/>
                <a:gd name="T18" fmla="*/ 2 w 213"/>
                <a:gd name="T19" fmla="*/ 86 h 218"/>
                <a:gd name="T20" fmla="*/ 16 w 213"/>
                <a:gd name="T21" fmla="*/ 51 h 218"/>
                <a:gd name="T22" fmla="*/ 45 w 213"/>
                <a:gd name="T23" fmla="*/ 20 h 218"/>
                <a:gd name="T24" fmla="*/ 85 w 213"/>
                <a:gd name="T25" fmla="*/ 3 h 218"/>
                <a:gd name="T26" fmla="*/ 132 w 213"/>
                <a:gd name="T27" fmla="*/ 4 h 218"/>
                <a:gd name="T28" fmla="*/ 175 w 213"/>
                <a:gd name="T29" fmla="*/ 26 h 218"/>
                <a:gd name="T30" fmla="*/ 204 w 213"/>
                <a:gd name="T31" fmla="*/ 67 h 218"/>
                <a:gd name="T32" fmla="*/ 211 w 213"/>
                <a:gd name="T33" fmla="*/ 114 h 218"/>
                <a:gd name="T34" fmla="*/ 199 w 213"/>
                <a:gd name="T35" fmla="*/ 157 h 218"/>
                <a:gd name="T36" fmla="*/ 171 w 213"/>
                <a:gd name="T37" fmla="*/ 189 h 218"/>
                <a:gd name="T38" fmla="*/ 137 w 213"/>
                <a:gd name="T39" fmla="*/ 207 h 218"/>
                <a:gd name="T40" fmla="*/ 103 w 213"/>
                <a:gd name="T41" fmla="*/ 212 h 218"/>
                <a:gd name="T42" fmla="*/ 51 w 213"/>
                <a:gd name="T43" fmla="*/ 196 h 218"/>
                <a:gd name="T44" fmla="*/ 51 w 213"/>
                <a:gd name="T45" fmla="*/ 196 h 218"/>
                <a:gd name="T46" fmla="*/ 12 w 213"/>
                <a:gd name="T47" fmla="*/ 218 h 218"/>
                <a:gd name="T48" fmla="*/ 51 w 213"/>
                <a:gd name="T49" fmla="*/ 196 h 218"/>
                <a:gd name="T50" fmla="*/ 51 w 213"/>
                <a:gd name="T51" fmla="*/ 196 h 218"/>
                <a:gd name="T52" fmla="*/ 103 w 213"/>
                <a:gd name="T53" fmla="*/ 211 h 218"/>
                <a:gd name="T54" fmla="*/ 137 w 213"/>
                <a:gd name="T55" fmla="*/ 206 h 218"/>
                <a:gd name="T56" fmla="*/ 171 w 213"/>
                <a:gd name="T57" fmla="*/ 188 h 218"/>
                <a:gd name="T58" fmla="*/ 197 w 213"/>
                <a:gd name="T59" fmla="*/ 157 h 218"/>
                <a:gd name="T60" fmla="*/ 210 w 213"/>
                <a:gd name="T61" fmla="*/ 114 h 218"/>
                <a:gd name="T62" fmla="*/ 203 w 213"/>
                <a:gd name="T63" fmla="*/ 68 h 218"/>
                <a:gd name="T64" fmla="*/ 174 w 213"/>
                <a:gd name="T65" fmla="*/ 28 h 218"/>
                <a:gd name="T66" fmla="*/ 132 w 213"/>
                <a:gd name="T67" fmla="*/ 5 h 218"/>
                <a:gd name="T68" fmla="*/ 86 w 213"/>
                <a:gd name="T69" fmla="*/ 4 h 218"/>
                <a:gd name="T70" fmla="*/ 45 w 213"/>
                <a:gd name="T71" fmla="*/ 22 h 218"/>
                <a:gd name="T72" fmla="*/ 17 w 213"/>
                <a:gd name="T73" fmla="*/ 51 h 218"/>
                <a:gd name="T74" fmla="*/ 4 w 213"/>
                <a:gd name="T75" fmla="*/ 86 h 218"/>
                <a:gd name="T76" fmla="*/ 2 w 213"/>
                <a:gd name="T77" fmla="*/ 95 h 218"/>
                <a:gd name="T78" fmla="*/ 2 w 213"/>
                <a:gd name="T79" fmla="*/ 104 h 218"/>
                <a:gd name="T80" fmla="*/ 2 w 213"/>
                <a:gd name="T81" fmla="*/ 120 h 218"/>
                <a:gd name="T82" fmla="*/ 23 w 213"/>
                <a:gd name="T83" fmla="*/ 170 h 218"/>
                <a:gd name="T84" fmla="*/ 23 w 213"/>
                <a:gd name="T85" fmla="*/ 171 h 218"/>
                <a:gd name="T86" fmla="*/ 23 w 213"/>
                <a:gd name="T87" fmla="*/ 171 h 218"/>
                <a:gd name="T88" fmla="*/ 23 w 213"/>
                <a:gd name="T89" fmla="*/ 171 h 218"/>
                <a:gd name="T90" fmla="*/ 23 w 213"/>
                <a:gd name="T91" fmla="*/ 171 h 218"/>
                <a:gd name="T92" fmla="*/ 12 w 213"/>
                <a:gd name="T93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8">
                  <a:moveTo>
                    <a:pt x="12" y="218"/>
                  </a:moveTo>
                  <a:cubicBezTo>
                    <a:pt x="12" y="215"/>
                    <a:pt x="16" y="201"/>
                    <a:pt x="23" y="171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0"/>
                    <a:pt x="23" y="170"/>
                    <a:pt x="23" y="170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13" y="159"/>
                    <a:pt x="4" y="142"/>
                    <a:pt x="1" y="120"/>
                  </a:cubicBezTo>
                  <a:cubicBezTo>
                    <a:pt x="1" y="115"/>
                    <a:pt x="0" y="110"/>
                    <a:pt x="1" y="104"/>
                  </a:cubicBezTo>
                  <a:cubicBezTo>
                    <a:pt x="1" y="101"/>
                    <a:pt x="1" y="98"/>
                    <a:pt x="1" y="95"/>
                  </a:cubicBezTo>
                  <a:cubicBezTo>
                    <a:pt x="1" y="92"/>
                    <a:pt x="2" y="89"/>
                    <a:pt x="2" y="86"/>
                  </a:cubicBezTo>
                  <a:cubicBezTo>
                    <a:pt x="5" y="74"/>
                    <a:pt x="9" y="62"/>
                    <a:pt x="16" y="51"/>
                  </a:cubicBezTo>
                  <a:cubicBezTo>
                    <a:pt x="23" y="39"/>
                    <a:pt x="33" y="29"/>
                    <a:pt x="45" y="20"/>
                  </a:cubicBezTo>
                  <a:cubicBezTo>
                    <a:pt x="56" y="12"/>
                    <a:pt x="70" y="6"/>
                    <a:pt x="85" y="3"/>
                  </a:cubicBezTo>
                  <a:cubicBezTo>
                    <a:pt x="100" y="0"/>
                    <a:pt x="116" y="0"/>
                    <a:pt x="132" y="4"/>
                  </a:cubicBezTo>
                  <a:cubicBezTo>
                    <a:pt x="148" y="8"/>
                    <a:pt x="163" y="15"/>
                    <a:pt x="175" y="26"/>
                  </a:cubicBezTo>
                  <a:cubicBezTo>
                    <a:pt x="188" y="38"/>
                    <a:pt x="198" y="52"/>
                    <a:pt x="204" y="67"/>
                  </a:cubicBezTo>
                  <a:cubicBezTo>
                    <a:pt x="210" y="82"/>
                    <a:pt x="213" y="99"/>
                    <a:pt x="211" y="114"/>
                  </a:cubicBezTo>
                  <a:cubicBezTo>
                    <a:pt x="210" y="130"/>
                    <a:pt x="206" y="145"/>
                    <a:pt x="199" y="157"/>
                  </a:cubicBezTo>
                  <a:cubicBezTo>
                    <a:pt x="192" y="170"/>
                    <a:pt x="182" y="181"/>
                    <a:pt x="171" y="189"/>
                  </a:cubicBezTo>
                  <a:cubicBezTo>
                    <a:pt x="161" y="198"/>
                    <a:pt x="149" y="204"/>
                    <a:pt x="137" y="207"/>
                  </a:cubicBezTo>
                  <a:cubicBezTo>
                    <a:pt x="125" y="211"/>
                    <a:pt x="114" y="212"/>
                    <a:pt x="103" y="212"/>
                  </a:cubicBezTo>
                  <a:cubicBezTo>
                    <a:pt x="81" y="211"/>
                    <a:pt x="63" y="204"/>
                    <a:pt x="51" y="196"/>
                  </a:cubicBezTo>
                  <a:cubicBezTo>
                    <a:pt x="51" y="196"/>
                    <a:pt x="51" y="196"/>
                    <a:pt x="51" y="196"/>
                  </a:cubicBezTo>
                  <a:cubicBezTo>
                    <a:pt x="26" y="210"/>
                    <a:pt x="14" y="217"/>
                    <a:pt x="12" y="218"/>
                  </a:cubicBezTo>
                  <a:cubicBezTo>
                    <a:pt x="14" y="217"/>
                    <a:pt x="26" y="210"/>
                    <a:pt x="51" y="196"/>
                  </a:cubicBezTo>
                  <a:cubicBezTo>
                    <a:pt x="51" y="196"/>
                    <a:pt x="51" y="196"/>
                    <a:pt x="51" y="196"/>
                  </a:cubicBezTo>
                  <a:cubicBezTo>
                    <a:pt x="64" y="203"/>
                    <a:pt x="82" y="210"/>
                    <a:pt x="103" y="211"/>
                  </a:cubicBezTo>
                  <a:cubicBezTo>
                    <a:pt x="114" y="211"/>
                    <a:pt x="125" y="210"/>
                    <a:pt x="137" y="206"/>
                  </a:cubicBezTo>
                  <a:cubicBezTo>
                    <a:pt x="148" y="203"/>
                    <a:pt x="160" y="197"/>
                    <a:pt x="171" y="188"/>
                  </a:cubicBezTo>
                  <a:cubicBezTo>
                    <a:pt x="181" y="180"/>
                    <a:pt x="190" y="169"/>
                    <a:pt x="197" y="157"/>
                  </a:cubicBezTo>
                  <a:cubicBezTo>
                    <a:pt x="204" y="144"/>
                    <a:pt x="209" y="129"/>
                    <a:pt x="210" y="114"/>
                  </a:cubicBezTo>
                  <a:cubicBezTo>
                    <a:pt x="211" y="99"/>
                    <a:pt x="209" y="83"/>
                    <a:pt x="203" y="68"/>
                  </a:cubicBezTo>
                  <a:cubicBezTo>
                    <a:pt x="197" y="52"/>
                    <a:pt x="187" y="39"/>
                    <a:pt x="174" y="28"/>
                  </a:cubicBezTo>
                  <a:cubicBezTo>
                    <a:pt x="162" y="17"/>
                    <a:pt x="147" y="9"/>
                    <a:pt x="132" y="5"/>
                  </a:cubicBezTo>
                  <a:cubicBezTo>
                    <a:pt x="116" y="2"/>
                    <a:pt x="100" y="1"/>
                    <a:pt x="86" y="4"/>
                  </a:cubicBezTo>
                  <a:cubicBezTo>
                    <a:pt x="71" y="7"/>
                    <a:pt x="57" y="13"/>
                    <a:pt x="45" y="22"/>
                  </a:cubicBezTo>
                  <a:cubicBezTo>
                    <a:pt x="34" y="30"/>
                    <a:pt x="24" y="40"/>
                    <a:pt x="17" y="51"/>
                  </a:cubicBezTo>
                  <a:cubicBezTo>
                    <a:pt x="10" y="63"/>
                    <a:pt x="6" y="75"/>
                    <a:pt x="4" y="86"/>
                  </a:cubicBezTo>
                  <a:cubicBezTo>
                    <a:pt x="3" y="89"/>
                    <a:pt x="3" y="92"/>
                    <a:pt x="2" y="95"/>
                  </a:cubicBezTo>
                  <a:cubicBezTo>
                    <a:pt x="2" y="98"/>
                    <a:pt x="2" y="101"/>
                    <a:pt x="2" y="104"/>
                  </a:cubicBezTo>
                  <a:cubicBezTo>
                    <a:pt x="1" y="110"/>
                    <a:pt x="2" y="115"/>
                    <a:pt x="2" y="120"/>
                  </a:cubicBezTo>
                  <a:cubicBezTo>
                    <a:pt x="5" y="142"/>
                    <a:pt x="14" y="159"/>
                    <a:pt x="23" y="170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16" y="201"/>
                    <a:pt x="12" y="215"/>
                    <a:pt x="12" y="21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42">
              <a:extLst>
                <a:ext uri="{FF2B5EF4-FFF2-40B4-BE49-F238E27FC236}">
                  <a16:creationId xmlns:a16="http://schemas.microsoft.com/office/drawing/2014/main" id="{F7342F57-2080-417C-99C0-64AFC87C4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66"/>
              <a:ext cx="267" cy="197"/>
            </a:xfrm>
            <a:custGeom>
              <a:avLst/>
              <a:gdLst>
                <a:gd name="T0" fmla="*/ 0 w 267"/>
                <a:gd name="T1" fmla="*/ 104 h 197"/>
                <a:gd name="T2" fmla="*/ 34 w 267"/>
                <a:gd name="T3" fmla="*/ 69 h 197"/>
                <a:gd name="T4" fmla="*/ 102 w 267"/>
                <a:gd name="T5" fmla="*/ 127 h 197"/>
                <a:gd name="T6" fmla="*/ 234 w 267"/>
                <a:gd name="T7" fmla="*/ 0 h 197"/>
                <a:gd name="T8" fmla="*/ 267 w 267"/>
                <a:gd name="T9" fmla="*/ 37 h 197"/>
                <a:gd name="T10" fmla="*/ 97 w 267"/>
                <a:gd name="T11" fmla="*/ 197 h 197"/>
                <a:gd name="T12" fmla="*/ 0 w 267"/>
                <a:gd name="T13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7" h="197">
                  <a:moveTo>
                    <a:pt x="0" y="104"/>
                  </a:moveTo>
                  <a:lnTo>
                    <a:pt x="34" y="69"/>
                  </a:lnTo>
                  <a:lnTo>
                    <a:pt x="102" y="127"/>
                  </a:lnTo>
                  <a:lnTo>
                    <a:pt x="234" y="0"/>
                  </a:lnTo>
                  <a:lnTo>
                    <a:pt x="267" y="37"/>
                  </a:lnTo>
                  <a:lnTo>
                    <a:pt x="97" y="197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FF7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43">
              <a:extLst>
                <a:ext uri="{FF2B5EF4-FFF2-40B4-BE49-F238E27FC236}">
                  <a16:creationId xmlns:a16="http://schemas.microsoft.com/office/drawing/2014/main" id="{C8EB5418-931D-4867-BFE8-333972F1D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2664"/>
              <a:ext cx="88" cy="1398"/>
            </a:xfrm>
            <a:custGeom>
              <a:avLst/>
              <a:gdLst>
                <a:gd name="T0" fmla="*/ 65 w 88"/>
                <a:gd name="T1" fmla="*/ 1398 h 1398"/>
                <a:gd name="T2" fmla="*/ 23 w 88"/>
                <a:gd name="T3" fmla="*/ 1398 h 1398"/>
                <a:gd name="T4" fmla="*/ 0 w 88"/>
                <a:gd name="T5" fmla="*/ 0 h 1398"/>
                <a:gd name="T6" fmla="*/ 88 w 88"/>
                <a:gd name="T7" fmla="*/ 0 h 1398"/>
                <a:gd name="T8" fmla="*/ 65 w 88"/>
                <a:gd name="T9" fmla="*/ 1398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398">
                  <a:moveTo>
                    <a:pt x="65" y="1398"/>
                  </a:moveTo>
                  <a:lnTo>
                    <a:pt x="23" y="1398"/>
                  </a:lnTo>
                  <a:lnTo>
                    <a:pt x="0" y="0"/>
                  </a:lnTo>
                  <a:lnTo>
                    <a:pt x="88" y="0"/>
                  </a:lnTo>
                  <a:lnTo>
                    <a:pt x="65" y="1398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44">
              <a:extLst>
                <a:ext uri="{FF2B5EF4-FFF2-40B4-BE49-F238E27FC236}">
                  <a16:creationId xmlns:a16="http://schemas.microsoft.com/office/drawing/2014/main" id="{5AE58AA0-C019-4565-A331-D71C045BA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62"/>
              <a:ext cx="93" cy="1402"/>
            </a:xfrm>
            <a:custGeom>
              <a:avLst/>
              <a:gdLst>
                <a:gd name="T0" fmla="*/ 29 w 40"/>
                <a:gd name="T1" fmla="*/ 602 h 603"/>
                <a:gd name="T2" fmla="*/ 29 w 40"/>
                <a:gd name="T3" fmla="*/ 599 h 603"/>
                <a:gd name="T4" fmla="*/ 29 w 40"/>
                <a:gd name="T5" fmla="*/ 590 h 603"/>
                <a:gd name="T6" fmla="*/ 29 w 40"/>
                <a:gd name="T7" fmla="*/ 555 h 603"/>
                <a:gd name="T8" fmla="*/ 31 w 40"/>
                <a:gd name="T9" fmla="*/ 427 h 603"/>
                <a:gd name="T10" fmla="*/ 37 w 40"/>
                <a:gd name="T11" fmla="*/ 1 h 603"/>
                <a:gd name="T12" fmla="*/ 39 w 40"/>
                <a:gd name="T13" fmla="*/ 2 h 603"/>
                <a:gd name="T14" fmla="*/ 11 w 40"/>
                <a:gd name="T15" fmla="*/ 2 h 603"/>
                <a:gd name="T16" fmla="*/ 1 w 40"/>
                <a:gd name="T17" fmla="*/ 2 h 603"/>
                <a:gd name="T18" fmla="*/ 2 w 40"/>
                <a:gd name="T19" fmla="*/ 1 h 603"/>
                <a:gd name="T20" fmla="*/ 11 w 40"/>
                <a:gd name="T21" fmla="*/ 602 h 603"/>
                <a:gd name="T22" fmla="*/ 11 w 40"/>
                <a:gd name="T23" fmla="*/ 602 h 603"/>
                <a:gd name="T24" fmla="*/ 24 w 40"/>
                <a:gd name="T25" fmla="*/ 602 h 603"/>
                <a:gd name="T26" fmla="*/ 29 w 40"/>
                <a:gd name="T27" fmla="*/ 602 h 603"/>
                <a:gd name="T28" fmla="*/ 24 w 40"/>
                <a:gd name="T29" fmla="*/ 602 h 603"/>
                <a:gd name="T30" fmla="*/ 11 w 40"/>
                <a:gd name="T31" fmla="*/ 603 h 603"/>
                <a:gd name="T32" fmla="*/ 11 w 40"/>
                <a:gd name="T33" fmla="*/ 603 h 603"/>
                <a:gd name="T34" fmla="*/ 11 w 40"/>
                <a:gd name="T35" fmla="*/ 602 h 603"/>
                <a:gd name="T36" fmla="*/ 0 w 40"/>
                <a:gd name="T37" fmla="*/ 1 h 603"/>
                <a:gd name="T38" fmla="*/ 0 w 40"/>
                <a:gd name="T39" fmla="*/ 0 h 603"/>
                <a:gd name="T40" fmla="*/ 1 w 40"/>
                <a:gd name="T41" fmla="*/ 0 h 603"/>
                <a:gd name="T42" fmla="*/ 11 w 40"/>
                <a:gd name="T43" fmla="*/ 0 h 603"/>
                <a:gd name="T44" fmla="*/ 39 w 40"/>
                <a:gd name="T45" fmla="*/ 0 h 603"/>
                <a:gd name="T46" fmla="*/ 40 w 40"/>
                <a:gd name="T47" fmla="*/ 0 h 603"/>
                <a:gd name="T48" fmla="*/ 40 w 40"/>
                <a:gd name="T49" fmla="*/ 1 h 603"/>
                <a:gd name="T50" fmla="*/ 32 w 40"/>
                <a:gd name="T51" fmla="*/ 428 h 603"/>
                <a:gd name="T52" fmla="*/ 30 w 40"/>
                <a:gd name="T53" fmla="*/ 556 h 603"/>
                <a:gd name="T54" fmla="*/ 29 w 40"/>
                <a:gd name="T55" fmla="*/ 590 h 603"/>
                <a:gd name="T56" fmla="*/ 29 w 40"/>
                <a:gd name="T57" fmla="*/ 599 h 603"/>
                <a:gd name="T58" fmla="*/ 29 w 40"/>
                <a:gd name="T59" fmla="*/ 602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" h="603">
                  <a:moveTo>
                    <a:pt x="29" y="602"/>
                  </a:moveTo>
                  <a:cubicBezTo>
                    <a:pt x="29" y="602"/>
                    <a:pt x="29" y="601"/>
                    <a:pt x="29" y="599"/>
                  </a:cubicBezTo>
                  <a:cubicBezTo>
                    <a:pt x="29" y="597"/>
                    <a:pt x="29" y="594"/>
                    <a:pt x="29" y="590"/>
                  </a:cubicBezTo>
                  <a:cubicBezTo>
                    <a:pt x="29" y="582"/>
                    <a:pt x="29" y="570"/>
                    <a:pt x="29" y="555"/>
                  </a:cubicBezTo>
                  <a:cubicBezTo>
                    <a:pt x="29" y="525"/>
                    <a:pt x="30" y="481"/>
                    <a:pt x="31" y="427"/>
                  </a:cubicBezTo>
                  <a:cubicBezTo>
                    <a:pt x="33" y="318"/>
                    <a:pt x="35" y="168"/>
                    <a:pt x="37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0" y="2"/>
                    <a:pt x="20" y="2"/>
                    <a:pt x="11" y="2"/>
                  </a:cubicBezTo>
                  <a:cubicBezTo>
                    <a:pt x="8" y="2"/>
                    <a:pt x="4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7" y="295"/>
                    <a:pt x="11" y="540"/>
                    <a:pt x="11" y="602"/>
                  </a:cubicBezTo>
                  <a:cubicBezTo>
                    <a:pt x="11" y="602"/>
                    <a:pt x="11" y="602"/>
                    <a:pt x="11" y="602"/>
                  </a:cubicBezTo>
                  <a:cubicBezTo>
                    <a:pt x="17" y="602"/>
                    <a:pt x="21" y="602"/>
                    <a:pt x="24" y="602"/>
                  </a:cubicBezTo>
                  <a:cubicBezTo>
                    <a:pt x="27" y="602"/>
                    <a:pt x="29" y="602"/>
                    <a:pt x="29" y="602"/>
                  </a:cubicBezTo>
                  <a:cubicBezTo>
                    <a:pt x="29" y="602"/>
                    <a:pt x="27" y="602"/>
                    <a:pt x="24" y="602"/>
                  </a:cubicBezTo>
                  <a:cubicBezTo>
                    <a:pt x="21" y="602"/>
                    <a:pt x="17" y="603"/>
                    <a:pt x="11" y="603"/>
                  </a:cubicBezTo>
                  <a:cubicBezTo>
                    <a:pt x="11" y="603"/>
                    <a:pt x="11" y="603"/>
                    <a:pt x="11" y="603"/>
                  </a:cubicBezTo>
                  <a:cubicBezTo>
                    <a:pt x="11" y="602"/>
                    <a:pt x="11" y="602"/>
                    <a:pt x="11" y="602"/>
                  </a:cubicBezTo>
                  <a:cubicBezTo>
                    <a:pt x="9" y="540"/>
                    <a:pt x="5" y="295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0"/>
                    <a:pt x="8" y="0"/>
                    <a:pt x="11" y="0"/>
                  </a:cubicBezTo>
                  <a:cubicBezTo>
                    <a:pt x="20" y="0"/>
                    <a:pt x="30" y="0"/>
                    <a:pt x="3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7" y="169"/>
                    <a:pt x="34" y="319"/>
                    <a:pt x="32" y="428"/>
                  </a:cubicBezTo>
                  <a:cubicBezTo>
                    <a:pt x="31" y="482"/>
                    <a:pt x="30" y="526"/>
                    <a:pt x="30" y="556"/>
                  </a:cubicBezTo>
                  <a:cubicBezTo>
                    <a:pt x="29" y="571"/>
                    <a:pt x="29" y="582"/>
                    <a:pt x="29" y="590"/>
                  </a:cubicBezTo>
                  <a:cubicBezTo>
                    <a:pt x="29" y="594"/>
                    <a:pt x="29" y="597"/>
                    <a:pt x="29" y="599"/>
                  </a:cubicBezTo>
                  <a:cubicBezTo>
                    <a:pt x="29" y="601"/>
                    <a:pt x="29" y="602"/>
                    <a:pt x="29" y="6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45">
              <a:extLst>
                <a:ext uri="{FF2B5EF4-FFF2-40B4-BE49-F238E27FC236}">
                  <a16:creationId xmlns:a16="http://schemas.microsoft.com/office/drawing/2014/main" id="{2EF93870-3B70-429D-B6DF-316EB7BDB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8" y="2669"/>
              <a:ext cx="89" cy="1393"/>
            </a:xfrm>
            <a:custGeom>
              <a:avLst/>
              <a:gdLst>
                <a:gd name="T0" fmla="*/ 54 w 89"/>
                <a:gd name="T1" fmla="*/ 1393 h 1393"/>
                <a:gd name="T2" fmla="*/ 14 w 89"/>
                <a:gd name="T3" fmla="*/ 1393 h 1393"/>
                <a:gd name="T4" fmla="*/ 0 w 89"/>
                <a:gd name="T5" fmla="*/ 0 h 1393"/>
                <a:gd name="T6" fmla="*/ 89 w 89"/>
                <a:gd name="T7" fmla="*/ 0 h 1393"/>
                <a:gd name="T8" fmla="*/ 54 w 89"/>
                <a:gd name="T9" fmla="*/ 1393 h 1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393">
                  <a:moveTo>
                    <a:pt x="54" y="1393"/>
                  </a:moveTo>
                  <a:lnTo>
                    <a:pt x="14" y="1393"/>
                  </a:lnTo>
                  <a:lnTo>
                    <a:pt x="0" y="0"/>
                  </a:lnTo>
                  <a:lnTo>
                    <a:pt x="89" y="0"/>
                  </a:lnTo>
                  <a:lnTo>
                    <a:pt x="54" y="1393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46">
              <a:extLst>
                <a:ext uri="{FF2B5EF4-FFF2-40B4-BE49-F238E27FC236}">
                  <a16:creationId xmlns:a16="http://schemas.microsoft.com/office/drawing/2014/main" id="{9C21D62F-2CD4-4081-9835-4F38EAFFA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" y="2666"/>
              <a:ext cx="93" cy="1398"/>
            </a:xfrm>
            <a:custGeom>
              <a:avLst/>
              <a:gdLst>
                <a:gd name="T0" fmla="*/ 24 w 40"/>
                <a:gd name="T1" fmla="*/ 600 h 601"/>
                <a:gd name="T2" fmla="*/ 24 w 40"/>
                <a:gd name="T3" fmla="*/ 597 h 601"/>
                <a:gd name="T4" fmla="*/ 25 w 40"/>
                <a:gd name="T5" fmla="*/ 588 h 601"/>
                <a:gd name="T6" fmla="*/ 25 w 40"/>
                <a:gd name="T7" fmla="*/ 553 h 601"/>
                <a:gd name="T8" fmla="*/ 28 w 40"/>
                <a:gd name="T9" fmla="*/ 425 h 601"/>
                <a:gd name="T10" fmla="*/ 38 w 40"/>
                <a:gd name="T11" fmla="*/ 1 h 601"/>
                <a:gd name="T12" fmla="*/ 39 w 40"/>
                <a:gd name="T13" fmla="*/ 2 h 601"/>
                <a:gd name="T14" fmla="*/ 11 w 40"/>
                <a:gd name="T15" fmla="*/ 2 h 601"/>
                <a:gd name="T16" fmla="*/ 1 w 40"/>
                <a:gd name="T17" fmla="*/ 2 h 601"/>
                <a:gd name="T18" fmla="*/ 2 w 40"/>
                <a:gd name="T19" fmla="*/ 1 h 601"/>
                <a:gd name="T20" fmla="*/ 7 w 40"/>
                <a:gd name="T21" fmla="*/ 600 h 601"/>
                <a:gd name="T22" fmla="*/ 7 w 40"/>
                <a:gd name="T23" fmla="*/ 600 h 601"/>
                <a:gd name="T24" fmla="*/ 20 w 40"/>
                <a:gd name="T25" fmla="*/ 600 h 601"/>
                <a:gd name="T26" fmla="*/ 24 w 40"/>
                <a:gd name="T27" fmla="*/ 600 h 601"/>
                <a:gd name="T28" fmla="*/ 20 w 40"/>
                <a:gd name="T29" fmla="*/ 600 h 601"/>
                <a:gd name="T30" fmla="*/ 7 w 40"/>
                <a:gd name="T31" fmla="*/ 601 h 601"/>
                <a:gd name="T32" fmla="*/ 7 w 40"/>
                <a:gd name="T33" fmla="*/ 601 h 601"/>
                <a:gd name="T34" fmla="*/ 7 w 40"/>
                <a:gd name="T35" fmla="*/ 600 h 601"/>
                <a:gd name="T36" fmla="*/ 0 w 40"/>
                <a:gd name="T37" fmla="*/ 1 h 601"/>
                <a:gd name="T38" fmla="*/ 0 w 40"/>
                <a:gd name="T39" fmla="*/ 0 h 601"/>
                <a:gd name="T40" fmla="*/ 1 w 40"/>
                <a:gd name="T41" fmla="*/ 0 h 601"/>
                <a:gd name="T42" fmla="*/ 11 w 40"/>
                <a:gd name="T43" fmla="*/ 0 h 601"/>
                <a:gd name="T44" fmla="*/ 39 w 40"/>
                <a:gd name="T45" fmla="*/ 0 h 601"/>
                <a:gd name="T46" fmla="*/ 40 w 40"/>
                <a:gd name="T47" fmla="*/ 0 h 601"/>
                <a:gd name="T48" fmla="*/ 40 w 40"/>
                <a:gd name="T49" fmla="*/ 1 h 601"/>
                <a:gd name="T50" fmla="*/ 29 w 40"/>
                <a:gd name="T51" fmla="*/ 426 h 601"/>
                <a:gd name="T52" fmla="*/ 26 w 40"/>
                <a:gd name="T53" fmla="*/ 554 h 601"/>
                <a:gd name="T54" fmla="*/ 25 w 40"/>
                <a:gd name="T55" fmla="*/ 588 h 601"/>
                <a:gd name="T56" fmla="*/ 25 w 40"/>
                <a:gd name="T57" fmla="*/ 597 h 601"/>
                <a:gd name="T58" fmla="*/ 24 w 40"/>
                <a:gd name="T59" fmla="*/ 60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" h="601">
                  <a:moveTo>
                    <a:pt x="24" y="600"/>
                  </a:moveTo>
                  <a:cubicBezTo>
                    <a:pt x="24" y="600"/>
                    <a:pt x="24" y="599"/>
                    <a:pt x="24" y="597"/>
                  </a:cubicBezTo>
                  <a:cubicBezTo>
                    <a:pt x="24" y="595"/>
                    <a:pt x="25" y="592"/>
                    <a:pt x="25" y="588"/>
                  </a:cubicBezTo>
                  <a:cubicBezTo>
                    <a:pt x="25" y="580"/>
                    <a:pt x="25" y="568"/>
                    <a:pt x="25" y="553"/>
                  </a:cubicBezTo>
                  <a:cubicBezTo>
                    <a:pt x="26" y="523"/>
                    <a:pt x="27" y="479"/>
                    <a:pt x="28" y="425"/>
                  </a:cubicBezTo>
                  <a:cubicBezTo>
                    <a:pt x="30" y="317"/>
                    <a:pt x="34" y="168"/>
                    <a:pt x="38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0" y="2"/>
                    <a:pt x="21" y="2"/>
                    <a:pt x="11" y="2"/>
                  </a:cubicBezTo>
                  <a:cubicBezTo>
                    <a:pt x="8" y="2"/>
                    <a:pt x="5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294"/>
                    <a:pt x="7" y="538"/>
                    <a:pt x="7" y="600"/>
                  </a:cubicBezTo>
                  <a:cubicBezTo>
                    <a:pt x="7" y="600"/>
                    <a:pt x="7" y="600"/>
                    <a:pt x="7" y="600"/>
                  </a:cubicBezTo>
                  <a:cubicBezTo>
                    <a:pt x="13" y="600"/>
                    <a:pt x="17" y="600"/>
                    <a:pt x="20" y="600"/>
                  </a:cubicBezTo>
                  <a:cubicBezTo>
                    <a:pt x="23" y="600"/>
                    <a:pt x="24" y="600"/>
                    <a:pt x="24" y="600"/>
                  </a:cubicBezTo>
                  <a:cubicBezTo>
                    <a:pt x="24" y="600"/>
                    <a:pt x="23" y="600"/>
                    <a:pt x="20" y="600"/>
                  </a:cubicBezTo>
                  <a:cubicBezTo>
                    <a:pt x="17" y="600"/>
                    <a:pt x="13" y="601"/>
                    <a:pt x="7" y="601"/>
                  </a:cubicBezTo>
                  <a:cubicBezTo>
                    <a:pt x="7" y="601"/>
                    <a:pt x="7" y="601"/>
                    <a:pt x="7" y="601"/>
                  </a:cubicBezTo>
                  <a:cubicBezTo>
                    <a:pt x="7" y="600"/>
                    <a:pt x="7" y="600"/>
                    <a:pt x="7" y="600"/>
                  </a:cubicBezTo>
                  <a:cubicBezTo>
                    <a:pt x="6" y="538"/>
                    <a:pt x="3" y="294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8" y="0"/>
                    <a:pt x="11" y="0"/>
                  </a:cubicBezTo>
                  <a:cubicBezTo>
                    <a:pt x="21" y="0"/>
                    <a:pt x="30" y="0"/>
                    <a:pt x="3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6" y="168"/>
                    <a:pt x="32" y="318"/>
                    <a:pt x="29" y="426"/>
                  </a:cubicBezTo>
                  <a:cubicBezTo>
                    <a:pt x="28" y="480"/>
                    <a:pt x="27" y="524"/>
                    <a:pt x="26" y="554"/>
                  </a:cubicBezTo>
                  <a:cubicBezTo>
                    <a:pt x="25" y="569"/>
                    <a:pt x="25" y="580"/>
                    <a:pt x="25" y="588"/>
                  </a:cubicBezTo>
                  <a:cubicBezTo>
                    <a:pt x="25" y="592"/>
                    <a:pt x="25" y="595"/>
                    <a:pt x="25" y="597"/>
                  </a:cubicBezTo>
                  <a:cubicBezTo>
                    <a:pt x="24" y="599"/>
                    <a:pt x="24" y="600"/>
                    <a:pt x="24" y="6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447">
              <a:extLst>
                <a:ext uri="{FF2B5EF4-FFF2-40B4-BE49-F238E27FC236}">
                  <a16:creationId xmlns:a16="http://schemas.microsoft.com/office/drawing/2014/main" id="{4C1665F1-FFAB-42CB-8213-8E0347EB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" y="2557"/>
              <a:ext cx="3248" cy="116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48">
              <a:extLst>
                <a:ext uri="{FF2B5EF4-FFF2-40B4-BE49-F238E27FC236}">
                  <a16:creationId xmlns:a16="http://schemas.microsoft.com/office/drawing/2014/main" id="{4489D0EC-9D16-4847-81F5-551343C49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555"/>
              <a:ext cx="3250" cy="121"/>
            </a:xfrm>
            <a:custGeom>
              <a:avLst/>
              <a:gdLst>
                <a:gd name="T0" fmla="*/ 0 w 1397"/>
                <a:gd name="T1" fmla="*/ 1 h 52"/>
                <a:gd name="T2" fmla="*/ 7 w 1397"/>
                <a:gd name="T3" fmla="*/ 1 h 52"/>
                <a:gd name="T4" fmla="*/ 28 w 1397"/>
                <a:gd name="T5" fmla="*/ 1 h 52"/>
                <a:gd name="T6" fmla="*/ 109 w 1397"/>
                <a:gd name="T7" fmla="*/ 1 h 52"/>
                <a:gd name="T8" fmla="*/ 407 w 1397"/>
                <a:gd name="T9" fmla="*/ 1 h 52"/>
                <a:gd name="T10" fmla="*/ 1396 w 1397"/>
                <a:gd name="T11" fmla="*/ 0 h 52"/>
                <a:gd name="T12" fmla="*/ 1397 w 1397"/>
                <a:gd name="T13" fmla="*/ 0 h 52"/>
                <a:gd name="T14" fmla="*/ 1397 w 1397"/>
                <a:gd name="T15" fmla="*/ 1 h 52"/>
                <a:gd name="T16" fmla="*/ 1397 w 1397"/>
                <a:gd name="T17" fmla="*/ 51 h 52"/>
                <a:gd name="T18" fmla="*/ 1397 w 1397"/>
                <a:gd name="T19" fmla="*/ 51 h 52"/>
                <a:gd name="T20" fmla="*/ 1397 w 1397"/>
                <a:gd name="T21" fmla="*/ 52 h 52"/>
                <a:gd name="T22" fmla="*/ 1396 w 1397"/>
                <a:gd name="T23" fmla="*/ 52 h 52"/>
                <a:gd name="T24" fmla="*/ 0 w 1397"/>
                <a:gd name="T25" fmla="*/ 51 h 52"/>
                <a:gd name="T26" fmla="*/ 0 w 1397"/>
                <a:gd name="T27" fmla="*/ 51 h 52"/>
                <a:gd name="T28" fmla="*/ 0 w 1397"/>
                <a:gd name="T29" fmla="*/ 51 h 52"/>
                <a:gd name="T30" fmla="*/ 0 w 1397"/>
                <a:gd name="T31" fmla="*/ 13 h 52"/>
                <a:gd name="T32" fmla="*/ 0 w 1397"/>
                <a:gd name="T33" fmla="*/ 1 h 52"/>
                <a:gd name="T34" fmla="*/ 0 w 1397"/>
                <a:gd name="T35" fmla="*/ 51 h 52"/>
                <a:gd name="T36" fmla="*/ 0 w 1397"/>
                <a:gd name="T37" fmla="*/ 51 h 52"/>
                <a:gd name="T38" fmla="*/ 1396 w 1397"/>
                <a:gd name="T39" fmla="*/ 50 h 52"/>
                <a:gd name="T40" fmla="*/ 1395 w 1397"/>
                <a:gd name="T41" fmla="*/ 51 h 52"/>
                <a:gd name="T42" fmla="*/ 1395 w 1397"/>
                <a:gd name="T43" fmla="*/ 51 h 52"/>
                <a:gd name="T44" fmla="*/ 1395 w 1397"/>
                <a:gd name="T45" fmla="*/ 1 h 52"/>
                <a:gd name="T46" fmla="*/ 1396 w 1397"/>
                <a:gd name="T47" fmla="*/ 2 h 52"/>
                <a:gd name="T48" fmla="*/ 408 w 1397"/>
                <a:gd name="T49" fmla="*/ 2 h 52"/>
                <a:gd name="T50" fmla="*/ 109 w 1397"/>
                <a:gd name="T51" fmla="*/ 2 h 52"/>
                <a:gd name="T52" fmla="*/ 28 w 1397"/>
                <a:gd name="T53" fmla="*/ 2 h 52"/>
                <a:gd name="T54" fmla="*/ 7 w 1397"/>
                <a:gd name="T55" fmla="*/ 1 h 52"/>
                <a:gd name="T56" fmla="*/ 0 w 1397"/>
                <a:gd name="T57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97" h="52">
                  <a:moveTo>
                    <a:pt x="0" y="1"/>
                  </a:moveTo>
                  <a:cubicBezTo>
                    <a:pt x="0" y="1"/>
                    <a:pt x="2" y="1"/>
                    <a:pt x="7" y="1"/>
                  </a:cubicBezTo>
                  <a:cubicBezTo>
                    <a:pt x="12" y="1"/>
                    <a:pt x="19" y="1"/>
                    <a:pt x="28" y="1"/>
                  </a:cubicBezTo>
                  <a:cubicBezTo>
                    <a:pt x="46" y="1"/>
                    <a:pt x="74" y="1"/>
                    <a:pt x="109" y="1"/>
                  </a:cubicBezTo>
                  <a:cubicBezTo>
                    <a:pt x="179" y="1"/>
                    <a:pt x="281" y="1"/>
                    <a:pt x="407" y="1"/>
                  </a:cubicBezTo>
                  <a:cubicBezTo>
                    <a:pt x="659" y="1"/>
                    <a:pt x="1008" y="1"/>
                    <a:pt x="1396" y="0"/>
                  </a:cubicBezTo>
                  <a:cubicBezTo>
                    <a:pt x="1397" y="0"/>
                    <a:pt x="1397" y="0"/>
                    <a:pt x="1397" y="0"/>
                  </a:cubicBezTo>
                  <a:cubicBezTo>
                    <a:pt x="1397" y="1"/>
                    <a:pt x="1397" y="1"/>
                    <a:pt x="1397" y="1"/>
                  </a:cubicBezTo>
                  <a:cubicBezTo>
                    <a:pt x="1397" y="17"/>
                    <a:pt x="1397" y="34"/>
                    <a:pt x="1397" y="51"/>
                  </a:cubicBezTo>
                  <a:cubicBezTo>
                    <a:pt x="1397" y="51"/>
                    <a:pt x="1397" y="51"/>
                    <a:pt x="1397" y="51"/>
                  </a:cubicBezTo>
                  <a:cubicBezTo>
                    <a:pt x="1397" y="52"/>
                    <a:pt x="1397" y="52"/>
                    <a:pt x="1397" y="52"/>
                  </a:cubicBezTo>
                  <a:cubicBezTo>
                    <a:pt x="1396" y="52"/>
                    <a:pt x="1396" y="52"/>
                    <a:pt x="1396" y="52"/>
                  </a:cubicBezTo>
                  <a:cubicBezTo>
                    <a:pt x="722" y="52"/>
                    <a:pt x="155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34"/>
                    <a:pt x="0" y="22"/>
                    <a:pt x="0" y="13"/>
                  </a:cubicBezTo>
                  <a:cubicBezTo>
                    <a:pt x="0" y="5"/>
                    <a:pt x="0" y="1"/>
                    <a:pt x="0" y="1"/>
                  </a:cubicBezTo>
                  <a:cubicBezTo>
                    <a:pt x="0" y="3"/>
                    <a:pt x="0" y="17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55" y="51"/>
                    <a:pt x="722" y="50"/>
                    <a:pt x="1396" y="50"/>
                  </a:cubicBezTo>
                  <a:cubicBezTo>
                    <a:pt x="1395" y="51"/>
                    <a:pt x="1395" y="51"/>
                    <a:pt x="1395" y="51"/>
                  </a:cubicBezTo>
                  <a:cubicBezTo>
                    <a:pt x="1395" y="51"/>
                    <a:pt x="1395" y="51"/>
                    <a:pt x="1395" y="51"/>
                  </a:cubicBezTo>
                  <a:cubicBezTo>
                    <a:pt x="1395" y="34"/>
                    <a:pt x="1395" y="17"/>
                    <a:pt x="1395" y="1"/>
                  </a:cubicBezTo>
                  <a:cubicBezTo>
                    <a:pt x="1396" y="2"/>
                    <a:pt x="1396" y="2"/>
                    <a:pt x="1396" y="2"/>
                  </a:cubicBezTo>
                  <a:cubicBezTo>
                    <a:pt x="1008" y="2"/>
                    <a:pt x="660" y="2"/>
                    <a:pt x="408" y="2"/>
                  </a:cubicBezTo>
                  <a:cubicBezTo>
                    <a:pt x="281" y="2"/>
                    <a:pt x="180" y="2"/>
                    <a:pt x="109" y="2"/>
                  </a:cubicBezTo>
                  <a:cubicBezTo>
                    <a:pt x="74" y="2"/>
                    <a:pt x="47" y="2"/>
                    <a:pt x="28" y="2"/>
                  </a:cubicBezTo>
                  <a:cubicBezTo>
                    <a:pt x="19" y="1"/>
                    <a:pt x="12" y="1"/>
                    <a:pt x="7" y="1"/>
                  </a:cubicBezTo>
                  <a:cubicBezTo>
                    <a:pt x="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449">
              <a:extLst>
                <a:ext uri="{FF2B5EF4-FFF2-40B4-BE49-F238E27FC236}">
                  <a16:creationId xmlns:a16="http://schemas.microsoft.com/office/drawing/2014/main" id="{87586260-1A8E-414A-B54E-A80EFD10E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59"/>
              <a:ext cx="684" cy="86"/>
            </a:xfrm>
            <a:custGeom>
              <a:avLst/>
              <a:gdLst>
                <a:gd name="T0" fmla="*/ 294 w 294"/>
                <a:gd name="T1" fmla="*/ 0 h 37"/>
                <a:gd name="T2" fmla="*/ 293 w 294"/>
                <a:gd name="T3" fmla="*/ 1 h 37"/>
                <a:gd name="T4" fmla="*/ 292 w 294"/>
                <a:gd name="T5" fmla="*/ 2 h 37"/>
                <a:gd name="T6" fmla="*/ 285 w 294"/>
                <a:gd name="T7" fmla="*/ 7 h 37"/>
                <a:gd name="T8" fmla="*/ 271 w 294"/>
                <a:gd name="T9" fmla="*/ 10 h 37"/>
                <a:gd name="T10" fmla="*/ 253 w 294"/>
                <a:gd name="T11" fmla="*/ 11 h 37"/>
                <a:gd name="T12" fmla="*/ 230 w 294"/>
                <a:gd name="T13" fmla="*/ 9 h 37"/>
                <a:gd name="T14" fmla="*/ 204 w 294"/>
                <a:gd name="T15" fmla="*/ 6 h 37"/>
                <a:gd name="T16" fmla="*/ 146 w 294"/>
                <a:gd name="T17" fmla="*/ 16 h 37"/>
                <a:gd name="T18" fmla="*/ 90 w 294"/>
                <a:gd name="T19" fmla="*/ 32 h 37"/>
                <a:gd name="T20" fmla="*/ 64 w 294"/>
                <a:gd name="T21" fmla="*/ 36 h 37"/>
                <a:gd name="T22" fmla="*/ 41 w 294"/>
                <a:gd name="T23" fmla="*/ 36 h 37"/>
                <a:gd name="T24" fmla="*/ 10 w 294"/>
                <a:gd name="T25" fmla="*/ 28 h 37"/>
                <a:gd name="T26" fmla="*/ 0 w 294"/>
                <a:gd name="T27" fmla="*/ 22 h 37"/>
                <a:gd name="T28" fmla="*/ 1 w 294"/>
                <a:gd name="T29" fmla="*/ 22 h 37"/>
                <a:gd name="T30" fmla="*/ 3 w 294"/>
                <a:gd name="T31" fmla="*/ 24 h 37"/>
                <a:gd name="T32" fmla="*/ 10 w 294"/>
                <a:gd name="T33" fmla="*/ 27 h 37"/>
                <a:gd name="T34" fmla="*/ 41 w 294"/>
                <a:gd name="T35" fmla="*/ 35 h 37"/>
                <a:gd name="T36" fmla="*/ 64 w 294"/>
                <a:gd name="T37" fmla="*/ 35 h 37"/>
                <a:gd name="T38" fmla="*/ 89 w 294"/>
                <a:gd name="T39" fmla="*/ 31 h 37"/>
                <a:gd name="T40" fmla="*/ 145 w 294"/>
                <a:gd name="T41" fmla="*/ 14 h 37"/>
                <a:gd name="T42" fmla="*/ 204 w 294"/>
                <a:gd name="T43" fmla="*/ 5 h 37"/>
                <a:gd name="T44" fmla="*/ 230 w 294"/>
                <a:gd name="T45" fmla="*/ 8 h 37"/>
                <a:gd name="T46" fmla="*/ 253 w 294"/>
                <a:gd name="T47" fmla="*/ 10 h 37"/>
                <a:gd name="T48" fmla="*/ 271 w 294"/>
                <a:gd name="T49" fmla="*/ 10 h 37"/>
                <a:gd name="T50" fmla="*/ 285 w 294"/>
                <a:gd name="T51" fmla="*/ 6 h 37"/>
                <a:gd name="T52" fmla="*/ 294 w 294"/>
                <a:gd name="T5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37">
                  <a:moveTo>
                    <a:pt x="294" y="0"/>
                  </a:moveTo>
                  <a:cubicBezTo>
                    <a:pt x="293" y="1"/>
                    <a:pt x="293" y="1"/>
                    <a:pt x="293" y="1"/>
                  </a:cubicBezTo>
                  <a:cubicBezTo>
                    <a:pt x="293" y="1"/>
                    <a:pt x="293" y="2"/>
                    <a:pt x="292" y="2"/>
                  </a:cubicBezTo>
                  <a:cubicBezTo>
                    <a:pt x="290" y="3"/>
                    <a:pt x="288" y="5"/>
                    <a:pt x="285" y="7"/>
                  </a:cubicBezTo>
                  <a:cubicBezTo>
                    <a:pt x="281" y="8"/>
                    <a:pt x="277" y="10"/>
                    <a:pt x="271" y="10"/>
                  </a:cubicBezTo>
                  <a:cubicBezTo>
                    <a:pt x="266" y="11"/>
                    <a:pt x="260" y="11"/>
                    <a:pt x="253" y="11"/>
                  </a:cubicBezTo>
                  <a:cubicBezTo>
                    <a:pt x="246" y="11"/>
                    <a:pt x="238" y="10"/>
                    <a:pt x="230" y="9"/>
                  </a:cubicBezTo>
                  <a:cubicBezTo>
                    <a:pt x="222" y="8"/>
                    <a:pt x="213" y="7"/>
                    <a:pt x="204" y="6"/>
                  </a:cubicBezTo>
                  <a:cubicBezTo>
                    <a:pt x="186" y="6"/>
                    <a:pt x="166" y="10"/>
                    <a:pt x="146" y="16"/>
                  </a:cubicBezTo>
                  <a:cubicBezTo>
                    <a:pt x="126" y="21"/>
                    <a:pt x="108" y="28"/>
                    <a:pt x="90" y="32"/>
                  </a:cubicBezTo>
                  <a:cubicBezTo>
                    <a:pt x="81" y="34"/>
                    <a:pt x="72" y="35"/>
                    <a:pt x="64" y="36"/>
                  </a:cubicBezTo>
                  <a:cubicBezTo>
                    <a:pt x="56" y="37"/>
                    <a:pt x="48" y="37"/>
                    <a:pt x="41" y="36"/>
                  </a:cubicBezTo>
                  <a:cubicBezTo>
                    <a:pt x="27" y="35"/>
                    <a:pt x="17" y="31"/>
                    <a:pt x="10" y="28"/>
                  </a:cubicBezTo>
                  <a:cubicBezTo>
                    <a:pt x="3" y="25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1" y="23"/>
                    <a:pt x="2" y="23"/>
                    <a:pt x="3" y="24"/>
                  </a:cubicBezTo>
                  <a:cubicBezTo>
                    <a:pt x="4" y="25"/>
                    <a:pt x="7" y="26"/>
                    <a:pt x="10" y="27"/>
                  </a:cubicBezTo>
                  <a:cubicBezTo>
                    <a:pt x="17" y="31"/>
                    <a:pt x="28" y="34"/>
                    <a:pt x="41" y="35"/>
                  </a:cubicBezTo>
                  <a:cubicBezTo>
                    <a:pt x="48" y="36"/>
                    <a:pt x="56" y="36"/>
                    <a:pt x="64" y="35"/>
                  </a:cubicBezTo>
                  <a:cubicBezTo>
                    <a:pt x="72" y="34"/>
                    <a:pt x="80" y="33"/>
                    <a:pt x="89" y="31"/>
                  </a:cubicBezTo>
                  <a:cubicBezTo>
                    <a:pt x="107" y="27"/>
                    <a:pt x="125" y="20"/>
                    <a:pt x="145" y="14"/>
                  </a:cubicBezTo>
                  <a:cubicBezTo>
                    <a:pt x="165" y="8"/>
                    <a:pt x="186" y="5"/>
                    <a:pt x="204" y="5"/>
                  </a:cubicBezTo>
                  <a:cubicBezTo>
                    <a:pt x="213" y="5"/>
                    <a:pt x="222" y="7"/>
                    <a:pt x="230" y="8"/>
                  </a:cubicBezTo>
                  <a:cubicBezTo>
                    <a:pt x="238" y="9"/>
                    <a:pt x="246" y="10"/>
                    <a:pt x="253" y="10"/>
                  </a:cubicBezTo>
                  <a:cubicBezTo>
                    <a:pt x="260" y="10"/>
                    <a:pt x="266" y="10"/>
                    <a:pt x="271" y="10"/>
                  </a:cubicBezTo>
                  <a:cubicBezTo>
                    <a:pt x="277" y="9"/>
                    <a:pt x="281" y="8"/>
                    <a:pt x="285" y="6"/>
                  </a:cubicBezTo>
                  <a:cubicBezTo>
                    <a:pt x="291" y="3"/>
                    <a:pt x="294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450">
              <a:extLst>
                <a:ext uri="{FF2B5EF4-FFF2-40B4-BE49-F238E27FC236}">
                  <a16:creationId xmlns:a16="http://schemas.microsoft.com/office/drawing/2014/main" id="{E7652307-2B7A-45EB-A862-ACCAFEE16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562"/>
              <a:ext cx="298" cy="46"/>
            </a:xfrm>
            <a:custGeom>
              <a:avLst/>
              <a:gdLst>
                <a:gd name="T0" fmla="*/ 128 w 128"/>
                <a:gd name="T1" fmla="*/ 0 h 20"/>
                <a:gd name="T2" fmla="*/ 124 w 128"/>
                <a:gd name="T3" fmla="*/ 3 h 20"/>
                <a:gd name="T4" fmla="*/ 111 w 128"/>
                <a:gd name="T5" fmla="*/ 9 h 20"/>
                <a:gd name="T6" fmla="*/ 90 w 128"/>
                <a:gd name="T7" fmla="*/ 16 h 20"/>
                <a:gd name="T8" fmla="*/ 63 w 128"/>
                <a:gd name="T9" fmla="*/ 20 h 20"/>
                <a:gd name="T10" fmla="*/ 14 w 128"/>
                <a:gd name="T11" fmla="*/ 12 h 20"/>
                <a:gd name="T12" fmla="*/ 3 w 128"/>
                <a:gd name="T13" fmla="*/ 4 h 20"/>
                <a:gd name="T14" fmla="*/ 1 w 128"/>
                <a:gd name="T15" fmla="*/ 1 h 20"/>
                <a:gd name="T16" fmla="*/ 0 w 128"/>
                <a:gd name="T17" fmla="*/ 0 h 20"/>
                <a:gd name="T18" fmla="*/ 3 w 128"/>
                <a:gd name="T19" fmla="*/ 4 h 20"/>
                <a:gd name="T20" fmla="*/ 15 w 128"/>
                <a:gd name="T21" fmla="*/ 11 h 20"/>
                <a:gd name="T22" fmla="*/ 63 w 128"/>
                <a:gd name="T23" fmla="*/ 18 h 20"/>
                <a:gd name="T24" fmla="*/ 90 w 128"/>
                <a:gd name="T25" fmla="*/ 15 h 20"/>
                <a:gd name="T26" fmla="*/ 111 w 128"/>
                <a:gd name="T27" fmla="*/ 9 h 20"/>
                <a:gd name="T28" fmla="*/ 123 w 128"/>
                <a:gd name="T29" fmla="*/ 2 h 20"/>
                <a:gd name="T30" fmla="*/ 128 w 128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20">
                  <a:moveTo>
                    <a:pt x="128" y="0"/>
                  </a:moveTo>
                  <a:cubicBezTo>
                    <a:pt x="128" y="0"/>
                    <a:pt x="127" y="1"/>
                    <a:pt x="124" y="3"/>
                  </a:cubicBezTo>
                  <a:cubicBezTo>
                    <a:pt x="121" y="5"/>
                    <a:pt x="117" y="7"/>
                    <a:pt x="111" y="9"/>
                  </a:cubicBezTo>
                  <a:cubicBezTo>
                    <a:pt x="105" y="12"/>
                    <a:pt x="98" y="14"/>
                    <a:pt x="90" y="16"/>
                  </a:cubicBezTo>
                  <a:cubicBezTo>
                    <a:pt x="82" y="18"/>
                    <a:pt x="73" y="20"/>
                    <a:pt x="63" y="20"/>
                  </a:cubicBezTo>
                  <a:cubicBezTo>
                    <a:pt x="43" y="20"/>
                    <a:pt x="26" y="16"/>
                    <a:pt x="14" y="12"/>
                  </a:cubicBezTo>
                  <a:cubicBezTo>
                    <a:pt x="9" y="9"/>
                    <a:pt x="5" y="6"/>
                    <a:pt x="3" y="4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3" y="4"/>
                  </a:cubicBezTo>
                  <a:cubicBezTo>
                    <a:pt x="5" y="6"/>
                    <a:pt x="9" y="9"/>
                    <a:pt x="15" y="11"/>
                  </a:cubicBezTo>
                  <a:cubicBezTo>
                    <a:pt x="26" y="15"/>
                    <a:pt x="44" y="19"/>
                    <a:pt x="63" y="18"/>
                  </a:cubicBezTo>
                  <a:cubicBezTo>
                    <a:pt x="73" y="18"/>
                    <a:pt x="82" y="17"/>
                    <a:pt x="90" y="15"/>
                  </a:cubicBezTo>
                  <a:cubicBezTo>
                    <a:pt x="98" y="13"/>
                    <a:pt x="105" y="11"/>
                    <a:pt x="111" y="9"/>
                  </a:cubicBezTo>
                  <a:cubicBezTo>
                    <a:pt x="116" y="6"/>
                    <a:pt x="121" y="4"/>
                    <a:pt x="123" y="2"/>
                  </a:cubicBezTo>
                  <a:cubicBezTo>
                    <a:pt x="126" y="1"/>
                    <a:pt x="128" y="0"/>
                    <a:pt x="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51">
              <a:extLst>
                <a:ext uri="{FF2B5EF4-FFF2-40B4-BE49-F238E27FC236}">
                  <a16:creationId xmlns:a16="http://schemas.microsoft.com/office/drawing/2014/main" id="{285A023A-F588-411E-8823-44ACC662F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2583"/>
              <a:ext cx="412" cy="86"/>
            </a:xfrm>
            <a:custGeom>
              <a:avLst/>
              <a:gdLst>
                <a:gd name="T0" fmla="*/ 112 w 177"/>
                <a:gd name="T1" fmla="*/ 22 h 37"/>
                <a:gd name="T2" fmla="*/ 114 w 177"/>
                <a:gd name="T3" fmla="*/ 23 h 37"/>
                <a:gd name="T4" fmla="*/ 120 w 177"/>
                <a:gd name="T5" fmla="*/ 24 h 37"/>
                <a:gd name="T6" fmla="*/ 145 w 177"/>
                <a:gd name="T7" fmla="*/ 21 h 37"/>
                <a:gd name="T8" fmla="*/ 145 w 177"/>
                <a:gd name="T9" fmla="*/ 22 h 37"/>
                <a:gd name="T10" fmla="*/ 114 w 177"/>
                <a:gd name="T11" fmla="*/ 12 h 37"/>
                <a:gd name="T12" fmla="*/ 75 w 177"/>
                <a:gd name="T13" fmla="*/ 21 h 37"/>
                <a:gd name="T14" fmla="*/ 72 w 177"/>
                <a:gd name="T15" fmla="*/ 24 h 37"/>
                <a:gd name="T16" fmla="*/ 75 w 177"/>
                <a:gd name="T17" fmla="*/ 27 h 37"/>
                <a:gd name="T18" fmla="*/ 80 w 177"/>
                <a:gd name="T19" fmla="*/ 29 h 37"/>
                <a:gd name="T20" fmla="*/ 86 w 177"/>
                <a:gd name="T21" fmla="*/ 30 h 37"/>
                <a:gd name="T22" fmla="*/ 111 w 177"/>
                <a:gd name="T23" fmla="*/ 34 h 37"/>
                <a:gd name="T24" fmla="*/ 137 w 177"/>
                <a:gd name="T25" fmla="*/ 35 h 37"/>
                <a:gd name="T26" fmla="*/ 151 w 177"/>
                <a:gd name="T27" fmla="*/ 34 h 37"/>
                <a:gd name="T28" fmla="*/ 157 w 177"/>
                <a:gd name="T29" fmla="*/ 33 h 37"/>
                <a:gd name="T30" fmla="*/ 164 w 177"/>
                <a:gd name="T31" fmla="*/ 31 h 37"/>
                <a:gd name="T32" fmla="*/ 172 w 177"/>
                <a:gd name="T33" fmla="*/ 26 h 37"/>
                <a:gd name="T34" fmla="*/ 174 w 177"/>
                <a:gd name="T35" fmla="*/ 18 h 37"/>
                <a:gd name="T36" fmla="*/ 167 w 177"/>
                <a:gd name="T37" fmla="*/ 12 h 37"/>
                <a:gd name="T38" fmla="*/ 158 w 177"/>
                <a:gd name="T39" fmla="*/ 9 h 37"/>
                <a:gd name="T40" fmla="*/ 119 w 177"/>
                <a:gd name="T41" fmla="*/ 2 h 37"/>
                <a:gd name="T42" fmla="*/ 53 w 177"/>
                <a:gd name="T43" fmla="*/ 11 h 37"/>
                <a:gd name="T44" fmla="*/ 13 w 177"/>
                <a:gd name="T45" fmla="*/ 28 h 37"/>
                <a:gd name="T46" fmla="*/ 4 w 177"/>
                <a:gd name="T47" fmla="*/ 35 h 37"/>
                <a:gd name="T48" fmla="*/ 1 w 177"/>
                <a:gd name="T49" fmla="*/ 36 h 37"/>
                <a:gd name="T50" fmla="*/ 0 w 177"/>
                <a:gd name="T51" fmla="*/ 37 h 37"/>
                <a:gd name="T52" fmla="*/ 1 w 177"/>
                <a:gd name="T53" fmla="*/ 36 h 37"/>
                <a:gd name="T54" fmla="*/ 3 w 177"/>
                <a:gd name="T55" fmla="*/ 34 h 37"/>
                <a:gd name="T56" fmla="*/ 13 w 177"/>
                <a:gd name="T57" fmla="*/ 28 h 37"/>
                <a:gd name="T58" fmla="*/ 53 w 177"/>
                <a:gd name="T59" fmla="*/ 10 h 37"/>
                <a:gd name="T60" fmla="*/ 119 w 177"/>
                <a:gd name="T61" fmla="*/ 1 h 37"/>
                <a:gd name="T62" fmla="*/ 159 w 177"/>
                <a:gd name="T63" fmla="*/ 8 h 37"/>
                <a:gd name="T64" fmla="*/ 168 w 177"/>
                <a:gd name="T65" fmla="*/ 11 h 37"/>
                <a:gd name="T66" fmla="*/ 176 w 177"/>
                <a:gd name="T67" fmla="*/ 18 h 37"/>
                <a:gd name="T68" fmla="*/ 174 w 177"/>
                <a:gd name="T69" fmla="*/ 27 h 37"/>
                <a:gd name="T70" fmla="*/ 165 w 177"/>
                <a:gd name="T71" fmla="*/ 32 h 37"/>
                <a:gd name="T72" fmla="*/ 158 w 177"/>
                <a:gd name="T73" fmla="*/ 34 h 37"/>
                <a:gd name="T74" fmla="*/ 151 w 177"/>
                <a:gd name="T75" fmla="*/ 35 h 37"/>
                <a:gd name="T76" fmla="*/ 137 w 177"/>
                <a:gd name="T77" fmla="*/ 36 h 37"/>
                <a:gd name="T78" fmla="*/ 110 w 177"/>
                <a:gd name="T79" fmla="*/ 35 h 37"/>
                <a:gd name="T80" fmla="*/ 86 w 177"/>
                <a:gd name="T81" fmla="*/ 31 h 37"/>
                <a:gd name="T82" fmla="*/ 80 w 177"/>
                <a:gd name="T83" fmla="*/ 30 h 37"/>
                <a:gd name="T84" fmla="*/ 74 w 177"/>
                <a:gd name="T85" fmla="*/ 28 h 37"/>
                <a:gd name="T86" fmla="*/ 71 w 177"/>
                <a:gd name="T87" fmla="*/ 26 h 37"/>
                <a:gd name="T88" fmla="*/ 70 w 177"/>
                <a:gd name="T89" fmla="*/ 24 h 37"/>
                <a:gd name="T90" fmla="*/ 74 w 177"/>
                <a:gd name="T91" fmla="*/ 20 h 37"/>
                <a:gd name="T92" fmla="*/ 115 w 177"/>
                <a:gd name="T93" fmla="*/ 11 h 37"/>
                <a:gd name="T94" fmla="*/ 145 w 177"/>
                <a:gd name="T95" fmla="*/ 21 h 37"/>
                <a:gd name="T96" fmla="*/ 146 w 177"/>
                <a:gd name="T97" fmla="*/ 22 h 37"/>
                <a:gd name="T98" fmla="*/ 145 w 177"/>
                <a:gd name="T99" fmla="*/ 22 h 37"/>
                <a:gd name="T100" fmla="*/ 120 w 177"/>
                <a:gd name="T101" fmla="*/ 25 h 37"/>
                <a:gd name="T102" fmla="*/ 112 w 177"/>
                <a:gd name="T103" fmla="*/ 2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7" h="37">
                  <a:moveTo>
                    <a:pt x="112" y="22"/>
                  </a:moveTo>
                  <a:cubicBezTo>
                    <a:pt x="112" y="22"/>
                    <a:pt x="112" y="22"/>
                    <a:pt x="114" y="23"/>
                  </a:cubicBezTo>
                  <a:cubicBezTo>
                    <a:pt x="115" y="23"/>
                    <a:pt x="117" y="24"/>
                    <a:pt x="120" y="24"/>
                  </a:cubicBezTo>
                  <a:cubicBezTo>
                    <a:pt x="126" y="25"/>
                    <a:pt x="135" y="25"/>
                    <a:pt x="145" y="21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37" y="17"/>
                    <a:pt x="127" y="13"/>
                    <a:pt x="114" y="12"/>
                  </a:cubicBezTo>
                  <a:cubicBezTo>
                    <a:pt x="102" y="11"/>
                    <a:pt x="87" y="13"/>
                    <a:pt x="75" y="21"/>
                  </a:cubicBezTo>
                  <a:cubicBezTo>
                    <a:pt x="73" y="21"/>
                    <a:pt x="72" y="23"/>
                    <a:pt x="72" y="24"/>
                  </a:cubicBezTo>
                  <a:cubicBezTo>
                    <a:pt x="72" y="25"/>
                    <a:pt x="73" y="26"/>
                    <a:pt x="75" y="27"/>
                  </a:cubicBezTo>
                  <a:cubicBezTo>
                    <a:pt x="76" y="28"/>
                    <a:pt x="78" y="28"/>
                    <a:pt x="80" y="29"/>
                  </a:cubicBezTo>
                  <a:cubicBezTo>
                    <a:pt x="82" y="29"/>
                    <a:pt x="84" y="29"/>
                    <a:pt x="86" y="30"/>
                  </a:cubicBezTo>
                  <a:cubicBezTo>
                    <a:pt x="94" y="31"/>
                    <a:pt x="102" y="33"/>
                    <a:pt x="111" y="34"/>
                  </a:cubicBezTo>
                  <a:cubicBezTo>
                    <a:pt x="119" y="35"/>
                    <a:pt x="128" y="35"/>
                    <a:pt x="137" y="35"/>
                  </a:cubicBezTo>
                  <a:cubicBezTo>
                    <a:pt x="142" y="35"/>
                    <a:pt x="146" y="35"/>
                    <a:pt x="151" y="34"/>
                  </a:cubicBezTo>
                  <a:cubicBezTo>
                    <a:pt x="153" y="34"/>
                    <a:pt x="155" y="33"/>
                    <a:pt x="157" y="33"/>
                  </a:cubicBezTo>
                  <a:cubicBezTo>
                    <a:pt x="160" y="32"/>
                    <a:pt x="162" y="32"/>
                    <a:pt x="164" y="31"/>
                  </a:cubicBezTo>
                  <a:cubicBezTo>
                    <a:pt x="167" y="30"/>
                    <a:pt x="170" y="28"/>
                    <a:pt x="172" y="26"/>
                  </a:cubicBezTo>
                  <a:cubicBezTo>
                    <a:pt x="174" y="24"/>
                    <a:pt x="175" y="21"/>
                    <a:pt x="174" y="18"/>
                  </a:cubicBezTo>
                  <a:cubicBezTo>
                    <a:pt x="173" y="16"/>
                    <a:pt x="170" y="14"/>
                    <a:pt x="167" y="12"/>
                  </a:cubicBezTo>
                  <a:cubicBezTo>
                    <a:pt x="164" y="11"/>
                    <a:pt x="161" y="10"/>
                    <a:pt x="158" y="9"/>
                  </a:cubicBezTo>
                  <a:cubicBezTo>
                    <a:pt x="145" y="5"/>
                    <a:pt x="132" y="3"/>
                    <a:pt x="119" y="2"/>
                  </a:cubicBezTo>
                  <a:cubicBezTo>
                    <a:pt x="94" y="1"/>
                    <a:pt x="71" y="5"/>
                    <a:pt x="53" y="11"/>
                  </a:cubicBezTo>
                  <a:cubicBezTo>
                    <a:pt x="35" y="16"/>
                    <a:pt x="22" y="23"/>
                    <a:pt x="13" y="28"/>
                  </a:cubicBezTo>
                  <a:cubicBezTo>
                    <a:pt x="9" y="31"/>
                    <a:pt x="6" y="33"/>
                    <a:pt x="4" y="35"/>
                  </a:cubicBezTo>
                  <a:cubicBezTo>
                    <a:pt x="3" y="35"/>
                    <a:pt x="2" y="36"/>
                    <a:pt x="1" y="36"/>
                  </a:cubicBezTo>
                  <a:cubicBezTo>
                    <a:pt x="1" y="37"/>
                    <a:pt x="0" y="37"/>
                    <a:pt x="0" y="37"/>
                  </a:cubicBezTo>
                  <a:cubicBezTo>
                    <a:pt x="0" y="37"/>
                    <a:pt x="0" y="37"/>
                    <a:pt x="1" y="36"/>
                  </a:cubicBezTo>
                  <a:cubicBezTo>
                    <a:pt x="2" y="36"/>
                    <a:pt x="2" y="35"/>
                    <a:pt x="3" y="34"/>
                  </a:cubicBezTo>
                  <a:cubicBezTo>
                    <a:pt x="5" y="33"/>
                    <a:pt x="9" y="31"/>
                    <a:pt x="13" y="28"/>
                  </a:cubicBezTo>
                  <a:cubicBezTo>
                    <a:pt x="21" y="22"/>
                    <a:pt x="35" y="15"/>
                    <a:pt x="53" y="10"/>
                  </a:cubicBezTo>
                  <a:cubicBezTo>
                    <a:pt x="71" y="4"/>
                    <a:pt x="94" y="0"/>
                    <a:pt x="119" y="1"/>
                  </a:cubicBezTo>
                  <a:cubicBezTo>
                    <a:pt x="132" y="2"/>
                    <a:pt x="146" y="3"/>
                    <a:pt x="159" y="8"/>
                  </a:cubicBezTo>
                  <a:cubicBezTo>
                    <a:pt x="162" y="9"/>
                    <a:pt x="165" y="10"/>
                    <a:pt x="168" y="11"/>
                  </a:cubicBezTo>
                  <a:cubicBezTo>
                    <a:pt x="171" y="13"/>
                    <a:pt x="174" y="15"/>
                    <a:pt x="176" y="18"/>
                  </a:cubicBezTo>
                  <a:cubicBezTo>
                    <a:pt x="177" y="21"/>
                    <a:pt x="176" y="25"/>
                    <a:pt x="174" y="27"/>
                  </a:cubicBezTo>
                  <a:cubicBezTo>
                    <a:pt x="171" y="29"/>
                    <a:pt x="168" y="31"/>
                    <a:pt x="165" y="32"/>
                  </a:cubicBezTo>
                  <a:cubicBezTo>
                    <a:pt x="162" y="33"/>
                    <a:pt x="160" y="34"/>
                    <a:pt x="158" y="34"/>
                  </a:cubicBezTo>
                  <a:cubicBezTo>
                    <a:pt x="155" y="35"/>
                    <a:pt x="153" y="35"/>
                    <a:pt x="151" y="35"/>
                  </a:cubicBezTo>
                  <a:cubicBezTo>
                    <a:pt x="146" y="36"/>
                    <a:pt x="142" y="36"/>
                    <a:pt x="137" y="36"/>
                  </a:cubicBezTo>
                  <a:cubicBezTo>
                    <a:pt x="128" y="37"/>
                    <a:pt x="119" y="36"/>
                    <a:pt x="110" y="35"/>
                  </a:cubicBezTo>
                  <a:cubicBezTo>
                    <a:pt x="102" y="34"/>
                    <a:pt x="94" y="32"/>
                    <a:pt x="86" y="31"/>
                  </a:cubicBezTo>
                  <a:cubicBezTo>
                    <a:pt x="84" y="31"/>
                    <a:pt x="82" y="30"/>
                    <a:pt x="80" y="30"/>
                  </a:cubicBezTo>
                  <a:cubicBezTo>
                    <a:pt x="78" y="29"/>
                    <a:pt x="76" y="29"/>
                    <a:pt x="74" y="28"/>
                  </a:cubicBezTo>
                  <a:cubicBezTo>
                    <a:pt x="73" y="28"/>
                    <a:pt x="72" y="27"/>
                    <a:pt x="71" y="26"/>
                  </a:cubicBezTo>
                  <a:cubicBezTo>
                    <a:pt x="71" y="26"/>
                    <a:pt x="70" y="25"/>
                    <a:pt x="70" y="24"/>
                  </a:cubicBezTo>
                  <a:cubicBezTo>
                    <a:pt x="71" y="22"/>
                    <a:pt x="73" y="21"/>
                    <a:pt x="74" y="20"/>
                  </a:cubicBezTo>
                  <a:cubicBezTo>
                    <a:pt x="87" y="12"/>
                    <a:pt x="102" y="10"/>
                    <a:pt x="115" y="11"/>
                  </a:cubicBezTo>
                  <a:cubicBezTo>
                    <a:pt x="127" y="12"/>
                    <a:pt x="138" y="16"/>
                    <a:pt x="145" y="21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35" y="26"/>
                    <a:pt x="126" y="26"/>
                    <a:pt x="120" y="25"/>
                  </a:cubicBezTo>
                  <a:cubicBezTo>
                    <a:pt x="114" y="24"/>
                    <a:pt x="112" y="22"/>
                    <a:pt x="112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452">
              <a:extLst>
                <a:ext uri="{FF2B5EF4-FFF2-40B4-BE49-F238E27FC236}">
                  <a16:creationId xmlns:a16="http://schemas.microsoft.com/office/drawing/2014/main" id="{E7DBB056-5182-41B1-9D6E-4DF089A78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" y="2562"/>
              <a:ext cx="118" cy="111"/>
            </a:xfrm>
            <a:custGeom>
              <a:avLst/>
              <a:gdLst>
                <a:gd name="T0" fmla="*/ 48 w 51"/>
                <a:gd name="T1" fmla="*/ 0 h 48"/>
                <a:gd name="T2" fmla="*/ 50 w 51"/>
                <a:gd name="T3" fmla="*/ 3 h 48"/>
                <a:gd name="T4" fmla="*/ 51 w 51"/>
                <a:gd name="T5" fmla="*/ 10 h 48"/>
                <a:gd name="T6" fmla="*/ 37 w 51"/>
                <a:gd name="T7" fmla="*/ 32 h 48"/>
                <a:gd name="T8" fmla="*/ 24 w 51"/>
                <a:gd name="T9" fmla="*/ 41 h 48"/>
                <a:gd name="T10" fmla="*/ 12 w 51"/>
                <a:gd name="T11" fmla="*/ 46 h 48"/>
                <a:gd name="T12" fmla="*/ 3 w 51"/>
                <a:gd name="T13" fmla="*/ 47 h 48"/>
                <a:gd name="T14" fmla="*/ 0 w 51"/>
                <a:gd name="T15" fmla="*/ 48 h 48"/>
                <a:gd name="T16" fmla="*/ 12 w 51"/>
                <a:gd name="T17" fmla="*/ 45 h 48"/>
                <a:gd name="T18" fmla="*/ 24 w 51"/>
                <a:gd name="T19" fmla="*/ 40 h 48"/>
                <a:gd name="T20" fmla="*/ 36 w 51"/>
                <a:gd name="T21" fmla="*/ 31 h 48"/>
                <a:gd name="T22" fmla="*/ 49 w 51"/>
                <a:gd name="T23" fmla="*/ 10 h 48"/>
                <a:gd name="T24" fmla="*/ 48 w 51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48">
                  <a:moveTo>
                    <a:pt x="48" y="0"/>
                  </a:moveTo>
                  <a:cubicBezTo>
                    <a:pt x="48" y="0"/>
                    <a:pt x="49" y="1"/>
                    <a:pt x="50" y="3"/>
                  </a:cubicBezTo>
                  <a:cubicBezTo>
                    <a:pt x="50" y="5"/>
                    <a:pt x="51" y="7"/>
                    <a:pt x="51" y="10"/>
                  </a:cubicBezTo>
                  <a:cubicBezTo>
                    <a:pt x="50" y="17"/>
                    <a:pt x="45" y="25"/>
                    <a:pt x="37" y="32"/>
                  </a:cubicBezTo>
                  <a:cubicBezTo>
                    <a:pt x="33" y="36"/>
                    <a:pt x="29" y="38"/>
                    <a:pt x="24" y="41"/>
                  </a:cubicBezTo>
                  <a:cubicBezTo>
                    <a:pt x="20" y="43"/>
                    <a:pt x="16" y="45"/>
                    <a:pt x="12" y="46"/>
                  </a:cubicBezTo>
                  <a:cubicBezTo>
                    <a:pt x="8" y="47"/>
                    <a:pt x="5" y="47"/>
                    <a:pt x="3" y="47"/>
                  </a:cubicBezTo>
                  <a:cubicBezTo>
                    <a:pt x="1" y="48"/>
                    <a:pt x="0" y="48"/>
                    <a:pt x="0" y="48"/>
                  </a:cubicBezTo>
                  <a:cubicBezTo>
                    <a:pt x="0" y="47"/>
                    <a:pt x="5" y="47"/>
                    <a:pt x="12" y="45"/>
                  </a:cubicBezTo>
                  <a:cubicBezTo>
                    <a:pt x="15" y="44"/>
                    <a:pt x="19" y="42"/>
                    <a:pt x="24" y="40"/>
                  </a:cubicBezTo>
                  <a:cubicBezTo>
                    <a:pt x="28" y="37"/>
                    <a:pt x="32" y="34"/>
                    <a:pt x="36" y="31"/>
                  </a:cubicBezTo>
                  <a:cubicBezTo>
                    <a:pt x="44" y="24"/>
                    <a:pt x="49" y="16"/>
                    <a:pt x="49" y="10"/>
                  </a:cubicBezTo>
                  <a:cubicBezTo>
                    <a:pt x="50" y="4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453">
              <a:extLst>
                <a:ext uri="{FF2B5EF4-FFF2-40B4-BE49-F238E27FC236}">
                  <a16:creationId xmlns:a16="http://schemas.microsoft.com/office/drawing/2014/main" id="{F279FBBD-388C-4A06-87F1-A23652FAC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" y="2587"/>
              <a:ext cx="472" cy="86"/>
            </a:xfrm>
            <a:custGeom>
              <a:avLst/>
              <a:gdLst>
                <a:gd name="T0" fmla="*/ 203 w 203"/>
                <a:gd name="T1" fmla="*/ 34 h 37"/>
                <a:gd name="T2" fmla="*/ 197 w 203"/>
                <a:gd name="T3" fmla="*/ 29 h 37"/>
                <a:gd name="T4" fmla="*/ 175 w 203"/>
                <a:gd name="T5" fmla="*/ 21 h 37"/>
                <a:gd name="T6" fmla="*/ 158 w 203"/>
                <a:gd name="T7" fmla="*/ 22 h 37"/>
                <a:gd name="T8" fmla="*/ 139 w 203"/>
                <a:gd name="T9" fmla="*/ 23 h 37"/>
                <a:gd name="T10" fmla="*/ 119 w 203"/>
                <a:gd name="T11" fmla="*/ 15 h 37"/>
                <a:gd name="T12" fmla="*/ 100 w 203"/>
                <a:gd name="T13" fmla="*/ 6 h 37"/>
                <a:gd name="T14" fmla="*/ 57 w 203"/>
                <a:gd name="T15" fmla="*/ 5 h 37"/>
                <a:gd name="T16" fmla="*/ 25 w 203"/>
                <a:gd name="T17" fmla="*/ 19 h 37"/>
                <a:gd name="T18" fmla="*/ 6 w 203"/>
                <a:gd name="T19" fmla="*/ 32 h 37"/>
                <a:gd name="T20" fmla="*/ 1 w 203"/>
                <a:gd name="T21" fmla="*/ 35 h 37"/>
                <a:gd name="T22" fmla="*/ 0 w 203"/>
                <a:gd name="T23" fmla="*/ 37 h 37"/>
                <a:gd name="T24" fmla="*/ 1 w 203"/>
                <a:gd name="T25" fmla="*/ 35 h 37"/>
                <a:gd name="T26" fmla="*/ 6 w 203"/>
                <a:gd name="T27" fmla="*/ 31 h 37"/>
                <a:gd name="T28" fmla="*/ 24 w 203"/>
                <a:gd name="T29" fmla="*/ 18 h 37"/>
                <a:gd name="T30" fmla="*/ 56 w 203"/>
                <a:gd name="T31" fmla="*/ 4 h 37"/>
                <a:gd name="T32" fmla="*/ 100 w 203"/>
                <a:gd name="T33" fmla="*/ 5 h 37"/>
                <a:gd name="T34" fmla="*/ 120 w 203"/>
                <a:gd name="T35" fmla="*/ 14 h 37"/>
                <a:gd name="T36" fmla="*/ 139 w 203"/>
                <a:gd name="T37" fmla="*/ 22 h 37"/>
                <a:gd name="T38" fmla="*/ 158 w 203"/>
                <a:gd name="T39" fmla="*/ 21 h 37"/>
                <a:gd name="T40" fmla="*/ 175 w 203"/>
                <a:gd name="T41" fmla="*/ 20 h 37"/>
                <a:gd name="T42" fmla="*/ 197 w 203"/>
                <a:gd name="T43" fmla="*/ 29 h 37"/>
                <a:gd name="T44" fmla="*/ 203 w 203"/>
                <a:gd name="T45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37">
                  <a:moveTo>
                    <a:pt x="203" y="34"/>
                  </a:moveTo>
                  <a:cubicBezTo>
                    <a:pt x="203" y="34"/>
                    <a:pt x="201" y="32"/>
                    <a:pt x="197" y="29"/>
                  </a:cubicBezTo>
                  <a:cubicBezTo>
                    <a:pt x="192" y="26"/>
                    <a:pt x="185" y="23"/>
                    <a:pt x="175" y="21"/>
                  </a:cubicBezTo>
                  <a:cubicBezTo>
                    <a:pt x="170" y="21"/>
                    <a:pt x="164" y="21"/>
                    <a:pt x="158" y="22"/>
                  </a:cubicBezTo>
                  <a:cubicBezTo>
                    <a:pt x="152" y="22"/>
                    <a:pt x="146" y="24"/>
                    <a:pt x="139" y="23"/>
                  </a:cubicBezTo>
                  <a:cubicBezTo>
                    <a:pt x="132" y="23"/>
                    <a:pt x="125" y="19"/>
                    <a:pt x="119" y="15"/>
                  </a:cubicBezTo>
                  <a:cubicBezTo>
                    <a:pt x="114" y="12"/>
                    <a:pt x="107" y="8"/>
                    <a:pt x="100" y="6"/>
                  </a:cubicBezTo>
                  <a:cubicBezTo>
                    <a:pt x="85" y="2"/>
                    <a:pt x="70" y="2"/>
                    <a:pt x="57" y="5"/>
                  </a:cubicBezTo>
                  <a:cubicBezTo>
                    <a:pt x="44" y="9"/>
                    <a:pt x="33" y="14"/>
                    <a:pt x="25" y="19"/>
                  </a:cubicBezTo>
                  <a:cubicBezTo>
                    <a:pt x="16" y="24"/>
                    <a:pt x="10" y="28"/>
                    <a:pt x="6" y="32"/>
                  </a:cubicBezTo>
                  <a:cubicBezTo>
                    <a:pt x="4" y="33"/>
                    <a:pt x="2" y="34"/>
                    <a:pt x="1" y="35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0" y="37"/>
                    <a:pt x="0" y="36"/>
                    <a:pt x="1" y="35"/>
                  </a:cubicBezTo>
                  <a:cubicBezTo>
                    <a:pt x="2" y="34"/>
                    <a:pt x="4" y="33"/>
                    <a:pt x="6" y="31"/>
                  </a:cubicBezTo>
                  <a:cubicBezTo>
                    <a:pt x="10" y="28"/>
                    <a:pt x="16" y="23"/>
                    <a:pt x="24" y="18"/>
                  </a:cubicBezTo>
                  <a:cubicBezTo>
                    <a:pt x="32" y="13"/>
                    <a:pt x="43" y="7"/>
                    <a:pt x="56" y="4"/>
                  </a:cubicBezTo>
                  <a:cubicBezTo>
                    <a:pt x="69" y="1"/>
                    <a:pt x="85" y="0"/>
                    <a:pt x="100" y="5"/>
                  </a:cubicBezTo>
                  <a:cubicBezTo>
                    <a:pt x="108" y="7"/>
                    <a:pt x="115" y="11"/>
                    <a:pt x="120" y="14"/>
                  </a:cubicBezTo>
                  <a:cubicBezTo>
                    <a:pt x="126" y="18"/>
                    <a:pt x="132" y="21"/>
                    <a:pt x="139" y="22"/>
                  </a:cubicBezTo>
                  <a:cubicBezTo>
                    <a:pt x="146" y="22"/>
                    <a:pt x="152" y="21"/>
                    <a:pt x="158" y="21"/>
                  </a:cubicBezTo>
                  <a:cubicBezTo>
                    <a:pt x="164" y="20"/>
                    <a:pt x="170" y="20"/>
                    <a:pt x="175" y="20"/>
                  </a:cubicBezTo>
                  <a:cubicBezTo>
                    <a:pt x="186" y="22"/>
                    <a:pt x="193" y="26"/>
                    <a:pt x="197" y="29"/>
                  </a:cubicBezTo>
                  <a:cubicBezTo>
                    <a:pt x="202" y="32"/>
                    <a:pt x="203" y="34"/>
                    <a:pt x="203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54">
              <a:extLst>
                <a:ext uri="{FF2B5EF4-FFF2-40B4-BE49-F238E27FC236}">
                  <a16:creationId xmlns:a16="http://schemas.microsoft.com/office/drawing/2014/main" id="{1DE09B0B-2B10-4218-8043-41545DBDE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" y="2559"/>
              <a:ext cx="514" cy="105"/>
            </a:xfrm>
            <a:custGeom>
              <a:avLst/>
              <a:gdLst>
                <a:gd name="T0" fmla="*/ 221 w 221"/>
                <a:gd name="T1" fmla="*/ 0 h 45"/>
                <a:gd name="T2" fmla="*/ 220 w 221"/>
                <a:gd name="T3" fmla="*/ 2 h 45"/>
                <a:gd name="T4" fmla="*/ 215 w 221"/>
                <a:gd name="T5" fmla="*/ 6 h 45"/>
                <a:gd name="T6" fmla="*/ 194 w 221"/>
                <a:gd name="T7" fmla="*/ 21 h 45"/>
                <a:gd name="T8" fmla="*/ 159 w 221"/>
                <a:gd name="T9" fmla="*/ 37 h 45"/>
                <a:gd name="T10" fmla="*/ 136 w 221"/>
                <a:gd name="T11" fmla="*/ 43 h 45"/>
                <a:gd name="T12" fmla="*/ 111 w 221"/>
                <a:gd name="T13" fmla="*/ 45 h 45"/>
                <a:gd name="T14" fmla="*/ 62 w 221"/>
                <a:gd name="T15" fmla="*/ 37 h 45"/>
                <a:gd name="T16" fmla="*/ 27 w 221"/>
                <a:gd name="T17" fmla="*/ 21 h 45"/>
                <a:gd name="T18" fmla="*/ 7 w 221"/>
                <a:gd name="T19" fmla="*/ 6 h 45"/>
                <a:gd name="T20" fmla="*/ 2 w 221"/>
                <a:gd name="T21" fmla="*/ 2 h 45"/>
                <a:gd name="T22" fmla="*/ 1 w 221"/>
                <a:gd name="T23" fmla="*/ 0 h 45"/>
                <a:gd name="T24" fmla="*/ 2 w 221"/>
                <a:gd name="T25" fmla="*/ 1 h 45"/>
                <a:gd name="T26" fmla="*/ 7 w 221"/>
                <a:gd name="T27" fmla="*/ 6 h 45"/>
                <a:gd name="T28" fmla="*/ 28 w 221"/>
                <a:gd name="T29" fmla="*/ 20 h 45"/>
                <a:gd name="T30" fmla="*/ 63 w 221"/>
                <a:gd name="T31" fmla="*/ 36 h 45"/>
                <a:gd name="T32" fmla="*/ 111 w 221"/>
                <a:gd name="T33" fmla="*/ 44 h 45"/>
                <a:gd name="T34" fmla="*/ 136 w 221"/>
                <a:gd name="T35" fmla="*/ 41 h 45"/>
                <a:gd name="T36" fmla="*/ 158 w 221"/>
                <a:gd name="T37" fmla="*/ 36 h 45"/>
                <a:gd name="T38" fmla="*/ 194 w 221"/>
                <a:gd name="T39" fmla="*/ 20 h 45"/>
                <a:gd name="T40" fmla="*/ 214 w 221"/>
                <a:gd name="T41" fmla="*/ 6 h 45"/>
                <a:gd name="T42" fmla="*/ 219 w 221"/>
                <a:gd name="T43" fmla="*/ 1 h 45"/>
                <a:gd name="T44" fmla="*/ 221 w 221"/>
                <a:gd name="T4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1" h="45">
                  <a:moveTo>
                    <a:pt x="221" y="0"/>
                  </a:moveTo>
                  <a:cubicBezTo>
                    <a:pt x="221" y="0"/>
                    <a:pt x="221" y="0"/>
                    <a:pt x="220" y="2"/>
                  </a:cubicBezTo>
                  <a:cubicBezTo>
                    <a:pt x="218" y="3"/>
                    <a:pt x="217" y="4"/>
                    <a:pt x="215" y="6"/>
                  </a:cubicBezTo>
                  <a:cubicBezTo>
                    <a:pt x="211" y="10"/>
                    <a:pt x="204" y="15"/>
                    <a:pt x="194" y="21"/>
                  </a:cubicBezTo>
                  <a:cubicBezTo>
                    <a:pt x="185" y="26"/>
                    <a:pt x="173" y="32"/>
                    <a:pt x="159" y="37"/>
                  </a:cubicBezTo>
                  <a:cubicBezTo>
                    <a:pt x="152" y="39"/>
                    <a:pt x="144" y="41"/>
                    <a:pt x="136" y="43"/>
                  </a:cubicBezTo>
                  <a:cubicBezTo>
                    <a:pt x="128" y="44"/>
                    <a:pt x="120" y="45"/>
                    <a:pt x="111" y="45"/>
                  </a:cubicBezTo>
                  <a:cubicBezTo>
                    <a:pt x="93" y="45"/>
                    <a:pt x="76" y="42"/>
                    <a:pt x="62" y="37"/>
                  </a:cubicBezTo>
                  <a:cubicBezTo>
                    <a:pt x="48" y="32"/>
                    <a:pt x="36" y="27"/>
                    <a:pt x="27" y="21"/>
                  </a:cubicBezTo>
                  <a:cubicBezTo>
                    <a:pt x="18" y="15"/>
                    <a:pt x="11" y="10"/>
                    <a:pt x="7" y="6"/>
                  </a:cubicBezTo>
                  <a:cubicBezTo>
                    <a:pt x="5" y="4"/>
                    <a:pt x="3" y="3"/>
                    <a:pt x="2" y="2"/>
                  </a:cubicBezTo>
                  <a:cubicBezTo>
                    <a:pt x="1" y="0"/>
                    <a:pt x="0" y="0"/>
                    <a:pt x="1" y="0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4" y="2"/>
                    <a:pt x="5" y="4"/>
                    <a:pt x="7" y="6"/>
                  </a:cubicBezTo>
                  <a:cubicBezTo>
                    <a:pt x="12" y="10"/>
                    <a:pt x="19" y="15"/>
                    <a:pt x="28" y="20"/>
                  </a:cubicBezTo>
                  <a:cubicBezTo>
                    <a:pt x="37" y="26"/>
                    <a:pt x="49" y="31"/>
                    <a:pt x="63" y="36"/>
                  </a:cubicBezTo>
                  <a:cubicBezTo>
                    <a:pt x="77" y="41"/>
                    <a:pt x="93" y="44"/>
                    <a:pt x="111" y="44"/>
                  </a:cubicBezTo>
                  <a:cubicBezTo>
                    <a:pt x="119" y="44"/>
                    <a:pt x="128" y="43"/>
                    <a:pt x="136" y="41"/>
                  </a:cubicBezTo>
                  <a:cubicBezTo>
                    <a:pt x="144" y="40"/>
                    <a:pt x="151" y="38"/>
                    <a:pt x="158" y="36"/>
                  </a:cubicBezTo>
                  <a:cubicBezTo>
                    <a:pt x="172" y="31"/>
                    <a:pt x="184" y="25"/>
                    <a:pt x="194" y="20"/>
                  </a:cubicBezTo>
                  <a:cubicBezTo>
                    <a:pt x="203" y="15"/>
                    <a:pt x="210" y="10"/>
                    <a:pt x="214" y="6"/>
                  </a:cubicBezTo>
                  <a:cubicBezTo>
                    <a:pt x="217" y="4"/>
                    <a:pt x="218" y="2"/>
                    <a:pt x="219" y="1"/>
                  </a:cubicBezTo>
                  <a:cubicBezTo>
                    <a:pt x="220" y="0"/>
                    <a:pt x="221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55">
              <a:extLst>
                <a:ext uri="{FF2B5EF4-FFF2-40B4-BE49-F238E27FC236}">
                  <a16:creationId xmlns:a16="http://schemas.microsoft.com/office/drawing/2014/main" id="{59FE5FA2-656D-4B5B-8225-97CF5C577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6" y="2557"/>
              <a:ext cx="324" cy="49"/>
            </a:xfrm>
            <a:custGeom>
              <a:avLst/>
              <a:gdLst>
                <a:gd name="T0" fmla="*/ 139 w 139"/>
                <a:gd name="T1" fmla="*/ 0 h 21"/>
                <a:gd name="T2" fmla="*/ 138 w 139"/>
                <a:gd name="T3" fmla="*/ 1 h 21"/>
                <a:gd name="T4" fmla="*/ 134 w 139"/>
                <a:gd name="T5" fmla="*/ 3 h 21"/>
                <a:gd name="T6" fmla="*/ 120 w 139"/>
                <a:gd name="T7" fmla="*/ 10 h 21"/>
                <a:gd name="T8" fmla="*/ 98 w 139"/>
                <a:gd name="T9" fmla="*/ 17 h 21"/>
                <a:gd name="T10" fmla="*/ 69 w 139"/>
                <a:gd name="T11" fmla="*/ 21 h 21"/>
                <a:gd name="T12" fmla="*/ 18 w 139"/>
                <a:gd name="T13" fmla="*/ 10 h 21"/>
                <a:gd name="T14" fmla="*/ 4 w 139"/>
                <a:gd name="T15" fmla="*/ 4 h 21"/>
                <a:gd name="T16" fmla="*/ 1 w 139"/>
                <a:gd name="T17" fmla="*/ 2 h 21"/>
                <a:gd name="T18" fmla="*/ 0 w 139"/>
                <a:gd name="T19" fmla="*/ 1 h 21"/>
                <a:gd name="T20" fmla="*/ 5 w 139"/>
                <a:gd name="T21" fmla="*/ 3 h 21"/>
                <a:gd name="T22" fmla="*/ 19 w 139"/>
                <a:gd name="T23" fmla="*/ 9 h 21"/>
                <a:gd name="T24" fmla="*/ 69 w 139"/>
                <a:gd name="T25" fmla="*/ 19 h 21"/>
                <a:gd name="T26" fmla="*/ 98 w 139"/>
                <a:gd name="T27" fmla="*/ 16 h 21"/>
                <a:gd name="T28" fmla="*/ 120 w 139"/>
                <a:gd name="T29" fmla="*/ 9 h 21"/>
                <a:gd name="T30" fmla="*/ 134 w 139"/>
                <a:gd name="T31" fmla="*/ 3 h 21"/>
                <a:gd name="T32" fmla="*/ 139 w 139"/>
                <a:gd name="T3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21">
                  <a:moveTo>
                    <a:pt x="139" y="0"/>
                  </a:moveTo>
                  <a:cubicBezTo>
                    <a:pt x="139" y="0"/>
                    <a:pt x="139" y="1"/>
                    <a:pt x="138" y="1"/>
                  </a:cubicBezTo>
                  <a:cubicBezTo>
                    <a:pt x="137" y="2"/>
                    <a:pt x="136" y="2"/>
                    <a:pt x="134" y="3"/>
                  </a:cubicBezTo>
                  <a:cubicBezTo>
                    <a:pt x="131" y="5"/>
                    <a:pt x="126" y="7"/>
                    <a:pt x="120" y="10"/>
                  </a:cubicBezTo>
                  <a:cubicBezTo>
                    <a:pt x="114" y="12"/>
                    <a:pt x="107" y="15"/>
                    <a:pt x="98" y="17"/>
                  </a:cubicBezTo>
                  <a:cubicBezTo>
                    <a:pt x="90" y="19"/>
                    <a:pt x="80" y="21"/>
                    <a:pt x="69" y="21"/>
                  </a:cubicBezTo>
                  <a:cubicBezTo>
                    <a:pt x="48" y="21"/>
                    <a:pt x="30" y="15"/>
                    <a:pt x="18" y="10"/>
                  </a:cubicBezTo>
                  <a:cubicBezTo>
                    <a:pt x="12" y="8"/>
                    <a:pt x="7" y="6"/>
                    <a:pt x="4" y="4"/>
                  </a:cubicBezTo>
                  <a:cubicBezTo>
                    <a:pt x="3" y="3"/>
                    <a:pt x="2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5" y="3"/>
                  </a:cubicBezTo>
                  <a:cubicBezTo>
                    <a:pt x="8" y="5"/>
                    <a:pt x="13" y="7"/>
                    <a:pt x="19" y="9"/>
                  </a:cubicBezTo>
                  <a:cubicBezTo>
                    <a:pt x="31" y="14"/>
                    <a:pt x="49" y="19"/>
                    <a:pt x="69" y="19"/>
                  </a:cubicBezTo>
                  <a:cubicBezTo>
                    <a:pt x="80" y="19"/>
                    <a:pt x="89" y="18"/>
                    <a:pt x="98" y="16"/>
                  </a:cubicBezTo>
                  <a:cubicBezTo>
                    <a:pt x="106" y="14"/>
                    <a:pt x="114" y="11"/>
                    <a:pt x="120" y="9"/>
                  </a:cubicBezTo>
                  <a:cubicBezTo>
                    <a:pt x="126" y="6"/>
                    <a:pt x="131" y="4"/>
                    <a:pt x="134" y="3"/>
                  </a:cubicBezTo>
                  <a:cubicBezTo>
                    <a:pt x="137" y="1"/>
                    <a:pt x="139" y="0"/>
                    <a:pt x="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56">
              <a:extLst>
                <a:ext uri="{FF2B5EF4-FFF2-40B4-BE49-F238E27FC236}">
                  <a16:creationId xmlns:a16="http://schemas.microsoft.com/office/drawing/2014/main" id="{3542FDB4-79C7-4D19-A2FD-593C6C300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2" y="2566"/>
              <a:ext cx="328" cy="107"/>
            </a:xfrm>
            <a:custGeom>
              <a:avLst/>
              <a:gdLst>
                <a:gd name="T0" fmla="*/ 141 w 141"/>
                <a:gd name="T1" fmla="*/ 1 h 46"/>
                <a:gd name="T2" fmla="*/ 139 w 141"/>
                <a:gd name="T3" fmla="*/ 1 h 46"/>
                <a:gd name="T4" fmla="*/ 135 w 141"/>
                <a:gd name="T5" fmla="*/ 1 h 46"/>
                <a:gd name="T6" fmla="*/ 132 w 141"/>
                <a:gd name="T7" fmla="*/ 1 h 46"/>
                <a:gd name="T8" fmla="*/ 128 w 141"/>
                <a:gd name="T9" fmla="*/ 1 h 46"/>
                <a:gd name="T10" fmla="*/ 118 w 141"/>
                <a:gd name="T11" fmla="*/ 1 h 46"/>
                <a:gd name="T12" fmla="*/ 113 w 141"/>
                <a:gd name="T13" fmla="*/ 1 h 46"/>
                <a:gd name="T14" fmla="*/ 107 w 141"/>
                <a:gd name="T15" fmla="*/ 2 h 46"/>
                <a:gd name="T16" fmla="*/ 93 w 141"/>
                <a:gd name="T17" fmla="*/ 4 h 46"/>
                <a:gd name="T18" fmla="*/ 64 w 141"/>
                <a:gd name="T19" fmla="*/ 11 h 46"/>
                <a:gd name="T20" fmla="*/ 37 w 141"/>
                <a:gd name="T21" fmla="*/ 22 h 46"/>
                <a:gd name="T22" fmla="*/ 26 w 141"/>
                <a:gd name="T23" fmla="*/ 28 h 46"/>
                <a:gd name="T24" fmla="*/ 21 w 141"/>
                <a:gd name="T25" fmla="*/ 30 h 46"/>
                <a:gd name="T26" fmla="*/ 17 w 141"/>
                <a:gd name="T27" fmla="*/ 33 h 46"/>
                <a:gd name="T28" fmla="*/ 9 w 141"/>
                <a:gd name="T29" fmla="*/ 38 h 46"/>
                <a:gd name="T30" fmla="*/ 6 w 141"/>
                <a:gd name="T31" fmla="*/ 41 h 46"/>
                <a:gd name="T32" fmla="*/ 4 w 141"/>
                <a:gd name="T33" fmla="*/ 42 h 46"/>
                <a:gd name="T34" fmla="*/ 1 w 141"/>
                <a:gd name="T35" fmla="*/ 45 h 46"/>
                <a:gd name="T36" fmla="*/ 0 w 141"/>
                <a:gd name="T37" fmla="*/ 46 h 46"/>
                <a:gd name="T38" fmla="*/ 1 w 141"/>
                <a:gd name="T39" fmla="*/ 45 h 46"/>
                <a:gd name="T40" fmla="*/ 4 w 141"/>
                <a:gd name="T41" fmla="*/ 42 h 46"/>
                <a:gd name="T42" fmla="*/ 6 w 141"/>
                <a:gd name="T43" fmla="*/ 40 h 46"/>
                <a:gd name="T44" fmla="*/ 9 w 141"/>
                <a:gd name="T45" fmla="*/ 38 h 46"/>
                <a:gd name="T46" fmla="*/ 16 w 141"/>
                <a:gd name="T47" fmla="*/ 33 h 46"/>
                <a:gd name="T48" fmla="*/ 20 w 141"/>
                <a:gd name="T49" fmla="*/ 30 h 46"/>
                <a:gd name="T50" fmla="*/ 25 w 141"/>
                <a:gd name="T51" fmla="*/ 27 h 46"/>
                <a:gd name="T52" fmla="*/ 36 w 141"/>
                <a:gd name="T53" fmla="*/ 21 h 46"/>
                <a:gd name="T54" fmla="*/ 64 w 141"/>
                <a:gd name="T55" fmla="*/ 9 h 46"/>
                <a:gd name="T56" fmla="*/ 93 w 141"/>
                <a:gd name="T57" fmla="*/ 2 h 46"/>
                <a:gd name="T58" fmla="*/ 106 w 141"/>
                <a:gd name="T59" fmla="*/ 1 h 46"/>
                <a:gd name="T60" fmla="*/ 112 w 141"/>
                <a:gd name="T61" fmla="*/ 0 h 46"/>
                <a:gd name="T62" fmla="*/ 118 w 141"/>
                <a:gd name="T63" fmla="*/ 0 h 46"/>
                <a:gd name="T64" fmla="*/ 128 w 141"/>
                <a:gd name="T65" fmla="*/ 0 h 46"/>
                <a:gd name="T66" fmla="*/ 132 w 141"/>
                <a:gd name="T67" fmla="*/ 0 h 46"/>
                <a:gd name="T68" fmla="*/ 135 w 141"/>
                <a:gd name="T69" fmla="*/ 1 h 46"/>
                <a:gd name="T70" fmla="*/ 139 w 141"/>
                <a:gd name="T71" fmla="*/ 1 h 46"/>
                <a:gd name="T72" fmla="*/ 141 w 141"/>
                <a:gd name="T73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1" h="46">
                  <a:moveTo>
                    <a:pt x="141" y="1"/>
                  </a:moveTo>
                  <a:cubicBezTo>
                    <a:pt x="141" y="2"/>
                    <a:pt x="140" y="2"/>
                    <a:pt x="139" y="1"/>
                  </a:cubicBezTo>
                  <a:cubicBezTo>
                    <a:pt x="138" y="1"/>
                    <a:pt x="137" y="1"/>
                    <a:pt x="135" y="1"/>
                  </a:cubicBezTo>
                  <a:cubicBezTo>
                    <a:pt x="134" y="1"/>
                    <a:pt x="133" y="1"/>
                    <a:pt x="132" y="1"/>
                  </a:cubicBezTo>
                  <a:cubicBezTo>
                    <a:pt x="130" y="1"/>
                    <a:pt x="129" y="1"/>
                    <a:pt x="128" y="1"/>
                  </a:cubicBezTo>
                  <a:cubicBezTo>
                    <a:pt x="125" y="1"/>
                    <a:pt x="122" y="1"/>
                    <a:pt x="118" y="1"/>
                  </a:cubicBezTo>
                  <a:cubicBezTo>
                    <a:pt x="116" y="1"/>
                    <a:pt x="114" y="1"/>
                    <a:pt x="113" y="1"/>
                  </a:cubicBezTo>
                  <a:cubicBezTo>
                    <a:pt x="111" y="2"/>
                    <a:pt x="109" y="2"/>
                    <a:pt x="107" y="2"/>
                  </a:cubicBezTo>
                  <a:cubicBezTo>
                    <a:pt x="102" y="2"/>
                    <a:pt x="98" y="3"/>
                    <a:pt x="93" y="4"/>
                  </a:cubicBezTo>
                  <a:cubicBezTo>
                    <a:pt x="84" y="5"/>
                    <a:pt x="74" y="8"/>
                    <a:pt x="64" y="11"/>
                  </a:cubicBezTo>
                  <a:cubicBezTo>
                    <a:pt x="54" y="14"/>
                    <a:pt x="45" y="18"/>
                    <a:pt x="37" y="22"/>
                  </a:cubicBezTo>
                  <a:cubicBezTo>
                    <a:pt x="33" y="24"/>
                    <a:pt x="29" y="26"/>
                    <a:pt x="26" y="28"/>
                  </a:cubicBezTo>
                  <a:cubicBezTo>
                    <a:pt x="24" y="29"/>
                    <a:pt x="22" y="30"/>
                    <a:pt x="21" y="30"/>
                  </a:cubicBezTo>
                  <a:cubicBezTo>
                    <a:pt x="19" y="31"/>
                    <a:pt x="18" y="32"/>
                    <a:pt x="17" y="33"/>
                  </a:cubicBezTo>
                  <a:cubicBezTo>
                    <a:pt x="14" y="35"/>
                    <a:pt x="11" y="37"/>
                    <a:pt x="9" y="38"/>
                  </a:cubicBezTo>
                  <a:cubicBezTo>
                    <a:pt x="8" y="39"/>
                    <a:pt x="7" y="40"/>
                    <a:pt x="6" y="41"/>
                  </a:cubicBezTo>
                  <a:cubicBezTo>
                    <a:pt x="6" y="41"/>
                    <a:pt x="5" y="42"/>
                    <a:pt x="4" y="42"/>
                  </a:cubicBezTo>
                  <a:cubicBezTo>
                    <a:pt x="3" y="44"/>
                    <a:pt x="2" y="44"/>
                    <a:pt x="1" y="4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1" y="45"/>
                  </a:cubicBezTo>
                  <a:cubicBezTo>
                    <a:pt x="1" y="44"/>
                    <a:pt x="2" y="43"/>
                    <a:pt x="4" y="42"/>
                  </a:cubicBezTo>
                  <a:cubicBezTo>
                    <a:pt x="4" y="41"/>
                    <a:pt x="5" y="41"/>
                    <a:pt x="6" y="40"/>
                  </a:cubicBezTo>
                  <a:cubicBezTo>
                    <a:pt x="7" y="39"/>
                    <a:pt x="8" y="39"/>
                    <a:pt x="9" y="38"/>
                  </a:cubicBezTo>
                  <a:cubicBezTo>
                    <a:pt x="11" y="36"/>
                    <a:pt x="13" y="34"/>
                    <a:pt x="16" y="33"/>
                  </a:cubicBezTo>
                  <a:cubicBezTo>
                    <a:pt x="17" y="32"/>
                    <a:pt x="19" y="31"/>
                    <a:pt x="20" y="30"/>
                  </a:cubicBezTo>
                  <a:cubicBezTo>
                    <a:pt x="22" y="29"/>
                    <a:pt x="23" y="28"/>
                    <a:pt x="25" y="27"/>
                  </a:cubicBezTo>
                  <a:cubicBezTo>
                    <a:pt x="28" y="25"/>
                    <a:pt x="32" y="23"/>
                    <a:pt x="36" y="21"/>
                  </a:cubicBezTo>
                  <a:cubicBezTo>
                    <a:pt x="44" y="17"/>
                    <a:pt x="53" y="13"/>
                    <a:pt x="64" y="9"/>
                  </a:cubicBezTo>
                  <a:cubicBezTo>
                    <a:pt x="74" y="6"/>
                    <a:pt x="84" y="4"/>
                    <a:pt x="93" y="2"/>
                  </a:cubicBezTo>
                  <a:cubicBezTo>
                    <a:pt x="98" y="2"/>
                    <a:pt x="102" y="1"/>
                    <a:pt x="106" y="1"/>
                  </a:cubicBezTo>
                  <a:cubicBezTo>
                    <a:pt x="108" y="1"/>
                    <a:pt x="110" y="0"/>
                    <a:pt x="112" y="0"/>
                  </a:cubicBezTo>
                  <a:cubicBezTo>
                    <a:pt x="114" y="0"/>
                    <a:pt x="116" y="0"/>
                    <a:pt x="118" y="0"/>
                  </a:cubicBezTo>
                  <a:cubicBezTo>
                    <a:pt x="122" y="0"/>
                    <a:pt x="125" y="0"/>
                    <a:pt x="128" y="0"/>
                  </a:cubicBezTo>
                  <a:cubicBezTo>
                    <a:pt x="129" y="0"/>
                    <a:pt x="130" y="0"/>
                    <a:pt x="132" y="0"/>
                  </a:cubicBezTo>
                  <a:cubicBezTo>
                    <a:pt x="133" y="0"/>
                    <a:pt x="134" y="1"/>
                    <a:pt x="135" y="1"/>
                  </a:cubicBezTo>
                  <a:cubicBezTo>
                    <a:pt x="137" y="1"/>
                    <a:pt x="138" y="1"/>
                    <a:pt x="139" y="1"/>
                  </a:cubicBezTo>
                  <a:cubicBezTo>
                    <a:pt x="141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57">
              <a:extLst>
                <a:ext uri="{FF2B5EF4-FFF2-40B4-BE49-F238E27FC236}">
                  <a16:creationId xmlns:a16="http://schemas.microsoft.com/office/drawing/2014/main" id="{A9E5E350-6A21-4610-B1C3-40436362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" y="2566"/>
              <a:ext cx="653" cy="107"/>
            </a:xfrm>
            <a:custGeom>
              <a:avLst/>
              <a:gdLst>
                <a:gd name="T0" fmla="*/ 281 w 281"/>
                <a:gd name="T1" fmla="*/ 42 h 46"/>
                <a:gd name="T2" fmla="*/ 274 w 281"/>
                <a:gd name="T3" fmla="*/ 35 h 46"/>
                <a:gd name="T4" fmla="*/ 245 w 281"/>
                <a:gd name="T5" fmla="*/ 22 h 46"/>
                <a:gd name="T6" fmla="*/ 223 w 281"/>
                <a:gd name="T7" fmla="*/ 18 h 46"/>
                <a:gd name="T8" fmla="*/ 198 w 281"/>
                <a:gd name="T9" fmla="*/ 15 h 46"/>
                <a:gd name="T10" fmla="*/ 170 w 281"/>
                <a:gd name="T11" fmla="*/ 9 h 46"/>
                <a:gd name="T12" fmla="*/ 140 w 281"/>
                <a:gd name="T13" fmla="*/ 4 h 46"/>
                <a:gd name="T14" fmla="*/ 82 w 281"/>
                <a:gd name="T15" fmla="*/ 10 h 46"/>
                <a:gd name="T16" fmla="*/ 59 w 281"/>
                <a:gd name="T17" fmla="*/ 19 h 46"/>
                <a:gd name="T18" fmla="*/ 39 w 281"/>
                <a:gd name="T19" fmla="*/ 27 h 46"/>
                <a:gd name="T20" fmla="*/ 11 w 281"/>
                <a:gd name="T21" fmla="*/ 41 h 46"/>
                <a:gd name="T22" fmla="*/ 3 w 281"/>
                <a:gd name="T23" fmla="*/ 45 h 46"/>
                <a:gd name="T24" fmla="*/ 1 w 281"/>
                <a:gd name="T25" fmla="*/ 46 h 46"/>
                <a:gd name="T26" fmla="*/ 0 w 281"/>
                <a:gd name="T27" fmla="*/ 46 h 46"/>
                <a:gd name="T28" fmla="*/ 1 w 281"/>
                <a:gd name="T29" fmla="*/ 46 h 46"/>
                <a:gd name="T30" fmla="*/ 3 w 281"/>
                <a:gd name="T31" fmla="*/ 44 h 46"/>
                <a:gd name="T32" fmla="*/ 10 w 281"/>
                <a:gd name="T33" fmla="*/ 40 h 46"/>
                <a:gd name="T34" fmla="*/ 38 w 281"/>
                <a:gd name="T35" fmla="*/ 27 h 46"/>
                <a:gd name="T36" fmla="*/ 58 w 281"/>
                <a:gd name="T37" fmla="*/ 18 h 46"/>
                <a:gd name="T38" fmla="*/ 82 w 281"/>
                <a:gd name="T39" fmla="*/ 9 h 46"/>
                <a:gd name="T40" fmla="*/ 140 w 281"/>
                <a:gd name="T41" fmla="*/ 2 h 46"/>
                <a:gd name="T42" fmla="*/ 170 w 281"/>
                <a:gd name="T43" fmla="*/ 8 h 46"/>
                <a:gd name="T44" fmla="*/ 198 w 281"/>
                <a:gd name="T45" fmla="*/ 14 h 46"/>
                <a:gd name="T46" fmla="*/ 224 w 281"/>
                <a:gd name="T47" fmla="*/ 17 h 46"/>
                <a:gd name="T48" fmla="*/ 246 w 281"/>
                <a:gd name="T49" fmla="*/ 21 h 46"/>
                <a:gd name="T50" fmla="*/ 274 w 281"/>
                <a:gd name="T51" fmla="*/ 35 h 46"/>
                <a:gd name="T52" fmla="*/ 281 w 281"/>
                <a:gd name="T53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1" h="46">
                  <a:moveTo>
                    <a:pt x="281" y="42"/>
                  </a:moveTo>
                  <a:cubicBezTo>
                    <a:pt x="281" y="42"/>
                    <a:pt x="279" y="39"/>
                    <a:pt x="274" y="35"/>
                  </a:cubicBezTo>
                  <a:cubicBezTo>
                    <a:pt x="268" y="31"/>
                    <a:pt x="259" y="26"/>
                    <a:pt x="245" y="22"/>
                  </a:cubicBezTo>
                  <a:cubicBezTo>
                    <a:pt x="239" y="21"/>
                    <a:pt x="231" y="19"/>
                    <a:pt x="223" y="18"/>
                  </a:cubicBezTo>
                  <a:cubicBezTo>
                    <a:pt x="215" y="17"/>
                    <a:pt x="207" y="16"/>
                    <a:pt x="198" y="15"/>
                  </a:cubicBezTo>
                  <a:cubicBezTo>
                    <a:pt x="189" y="14"/>
                    <a:pt x="179" y="12"/>
                    <a:pt x="170" y="9"/>
                  </a:cubicBezTo>
                  <a:cubicBezTo>
                    <a:pt x="160" y="7"/>
                    <a:pt x="151" y="5"/>
                    <a:pt x="140" y="4"/>
                  </a:cubicBezTo>
                  <a:cubicBezTo>
                    <a:pt x="119" y="1"/>
                    <a:pt x="99" y="5"/>
                    <a:pt x="82" y="10"/>
                  </a:cubicBezTo>
                  <a:cubicBezTo>
                    <a:pt x="74" y="13"/>
                    <a:pt x="66" y="16"/>
                    <a:pt x="59" y="19"/>
                  </a:cubicBezTo>
                  <a:cubicBezTo>
                    <a:pt x="51" y="22"/>
                    <a:pt x="45" y="25"/>
                    <a:pt x="39" y="27"/>
                  </a:cubicBezTo>
                  <a:cubicBezTo>
                    <a:pt x="27" y="33"/>
                    <a:pt x="17" y="38"/>
                    <a:pt x="11" y="41"/>
                  </a:cubicBezTo>
                  <a:cubicBezTo>
                    <a:pt x="7" y="43"/>
                    <a:pt x="5" y="44"/>
                    <a:pt x="3" y="45"/>
                  </a:cubicBezTo>
                  <a:cubicBezTo>
                    <a:pt x="2" y="45"/>
                    <a:pt x="2" y="45"/>
                    <a:pt x="1" y="46"/>
                  </a:cubicBezTo>
                  <a:cubicBezTo>
                    <a:pt x="1" y="46"/>
                    <a:pt x="0" y="46"/>
                    <a:pt x="0" y="46"/>
                  </a:cubicBezTo>
                  <a:cubicBezTo>
                    <a:pt x="0" y="46"/>
                    <a:pt x="1" y="46"/>
                    <a:pt x="1" y="46"/>
                  </a:cubicBezTo>
                  <a:cubicBezTo>
                    <a:pt x="1" y="45"/>
                    <a:pt x="2" y="45"/>
                    <a:pt x="3" y="44"/>
                  </a:cubicBezTo>
                  <a:cubicBezTo>
                    <a:pt x="5" y="44"/>
                    <a:pt x="7" y="42"/>
                    <a:pt x="10" y="40"/>
                  </a:cubicBezTo>
                  <a:cubicBezTo>
                    <a:pt x="17" y="37"/>
                    <a:pt x="26" y="32"/>
                    <a:pt x="38" y="27"/>
                  </a:cubicBezTo>
                  <a:cubicBezTo>
                    <a:pt x="44" y="24"/>
                    <a:pt x="51" y="21"/>
                    <a:pt x="58" y="18"/>
                  </a:cubicBezTo>
                  <a:cubicBezTo>
                    <a:pt x="65" y="15"/>
                    <a:pt x="73" y="12"/>
                    <a:pt x="82" y="9"/>
                  </a:cubicBezTo>
                  <a:cubicBezTo>
                    <a:pt x="99" y="4"/>
                    <a:pt x="119" y="0"/>
                    <a:pt x="140" y="2"/>
                  </a:cubicBezTo>
                  <a:cubicBezTo>
                    <a:pt x="151" y="3"/>
                    <a:pt x="161" y="6"/>
                    <a:pt x="170" y="8"/>
                  </a:cubicBezTo>
                  <a:cubicBezTo>
                    <a:pt x="180" y="11"/>
                    <a:pt x="189" y="13"/>
                    <a:pt x="198" y="14"/>
                  </a:cubicBezTo>
                  <a:cubicBezTo>
                    <a:pt x="207" y="15"/>
                    <a:pt x="216" y="16"/>
                    <a:pt x="224" y="17"/>
                  </a:cubicBezTo>
                  <a:cubicBezTo>
                    <a:pt x="232" y="18"/>
                    <a:pt x="239" y="19"/>
                    <a:pt x="246" y="21"/>
                  </a:cubicBezTo>
                  <a:cubicBezTo>
                    <a:pt x="259" y="25"/>
                    <a:pt x="269" y="30"/>
                    <a:pt x="274" y="35"/>
                  </a:cubicBezTo>
                  <a:cubicBezTo>
                    <a:pt x="280" y="39"/>
                    <a:pt x="281" y="42"/>
                    <a:pt x="28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58">
              <a:extLst>
                <a:ext uri="{FF2B5EF4-FFF2-40B4-BE49-F238E27FC236}">
                  <a16:creationId xmlns:a16="http://schemas.microsoft.com/office/drawing/2014/main" id="{3E5B46D5-C681-4CF6-8E63-ACD3EC5E4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" y="2559"/>
              <a:ext cx="163" cy="114"/>
            </a:xfrm>
            <a:custGeom>
              <a:avLst/>
              <a:gdLst>
                <a:gd name="T0" fmla="*/ 70 w 70"/>
                <a:gd name="T1" fmla="*/ 0 h 49"/>
                <a:gd name="T2" fmla="*/ 70 w 70"/>
                <a:gd name="T3" fmla="*/ 3 h 49"/>
                <a:gd name="T4" fmla="*/ 67 w 70"/>
                <a:gd name="T5" fmla="*/ 12 h 49"/>
                <a:gd name="T6" fmla="*/ 45 w 70"/>
                <a:gd name="T7" fmla="*/ 34 h 49"/>
                <a:gd name="T8" fmla="*/ 14 w 70"/>
                <a:gd name="T9" fmla="*/ 46 h 49"/>
                <a:gd name="T10" fmla="*/ 3 w 70"/>
                <a:gd name="T11" fmla="*/ 48 h 49"/>
                <a:gd name="T12" fmla="*/ 0 w 70"/>
                <a:gd name="T13" fmla="*/ 49 h 49"/>
                <a:gd name="T14" fmla="*/ 3 w 70"/>
                <a:gd name="T15" fmla="*/ 48 h 49"/>
                <a:gd name="T16" fmla="*/ 13 w 70"/>
                <a:gd name="T17" fmla="*/ 45 h 49"/>
                <a:gd name="T18" fmla="*/ 44 w 70"/>
                <a:gd name="T19" fmla="*/ 33 h 49"/>
                <a:gd name="T20" fmla="*/ 66 w 70"/>
                <a:gd name="T21" fmla="*/ 11 h 49"/>
                <a:gd name="T22" fmla="*/ 70 w 70"/>
                <a:gd name="T2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49">
                  <a:moveTo>
                    <a:pt x="70" y="0"/>
                  </a:moveTo>
                  <a:cubicBezTo>
                    <a:pt x="70" y="0"/>
                    <a:pt x="70" y="1"/>
                    <a:pt x="70" y="3"/>
                  </a:cubicBezTo>
                  <a:cubicBezTo>
                    <a:pt x="69" y="5"/>
                    <a:pt x="68" y="8"/>
                    <a:pt x="67" y="12"/>
                  </a:cubicBezTo>
                  <a:cubicBezTo>
                    <a:pt x="64" y="18"/>
                    <a:pt x="57" y="28"/>
                    <a:pt x="45" y="34"/>
                  </a:cubicBezTo>
                  <a:cubicBezTo>
                    <a:pt x="34" y="40"/>
                    <a:pt x="22" y="44"/>
                    <a:pt x="14" y="46"/>
                  </a:cubicBezTo>
                  <a:cubicBezTo>
                    <a:pt x="9" y="47"/>
                    <a:pt x="6" y="48"/>
                    <a:pt x="3" y="48"/>
                  </a:cubicBezTo>
                  <a:cubicBezTo>
                    <a:pt x="1" y="49"/>
                    <a:pt x="0" y="49"/>
                    <a:pt x="0" y="49"/>
                  </a:cubicBezTo>
                  <a:cubicBezTo>
                    <a:pt x="0" y="49"/>
                    <a:pt x="1" y="48"/>
                    <a:pt x="3" y="48"/>
                  </a:cubicBezTo>
                  <a:cubicBezTo>
                    <a:pt x="6" y="47"/>
                    <a:pt x="9" y="46"/>
                    <a:pt x="13" y="45"/>
                  </a:cubicBezTo>
                  <a:cubicBezTo>
                    <a:pt x="21" y="42"/>
                    <a:pt x="33" y="39"/>
                    <a:pt x="44" y="33"/>
                  </a:cubicBezTo>
                  <a:cubicBezTo>
                    <a:pt x="56" y="27"/>
                    <a:pt x="62" y="18"/>
                    <a:pt x="66" y="11"/>
                  </a:cubicBezTo>
                  <a:cubicBezTo>
                    <a:pt x="69" y="5"/>
                    <a:pt x="69" y="0"/>
                    <a:pt x="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59">
              <a:extLst>
                <a:ext uri="{FF2B5EF4-FFF2-40B4-BE49-F238E27FC236}">
                  <a16:creationId xmlns:a16="http://schemas.microsoft.com/office/drawing/2014/main" id="{A9A58FA3-CC05-46A6-B22D-D80CDE6F9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559"/>
              <a:ext cx="242" cy="114"/>
            </a:xfrm>
            <a:custGeom>
              <a:avLst/>
              <a:gdLst>
                <a:gd name="T0" fmla="*/ 1 w 104"/>
                <a:gd name="T1" fmla="*/ 49 h 49"/>
                <a:gd name="T2" fmla="*/ 4 w 104"/>
                <a:gd name="T3" fmla="*/ 46 h 49"/>
                <a:gd name="T4" fmla="*/ 14 w 104"/>
                <a:gd name="T5" fmla="*/ 40 h 49"/>
                <a:gd name="T6" fmla="*/ 50 w 104"/>
                <a:gd name="T7" fmla="*/ 21 h 49"/>
                <a:gd name="T8" fmla="*/ 87 w 104"/>
                <a:gd name="T9" fmla="*/ 6 h 49"/>
                <a:gd name="T10" fmla="*/ 99 w 104"/>
                <a:gd name="T11" fmla="*/ 1 h 49"/>
                <a:gd name="T12" fmla="*/ 104 w 104"/>
                <a:gd name="T13" fmla="*/ 0 h 49"/>
                <a:gd name="T14" fmla="*/ 99 w 104"/>
                <a:gd name="T15" fmla="*/ 2 h 49"/>
                <a:gd name="T16" fmla="*/ 88 w 104"/>
                <a:gd name="T17" fmla="*/ 7 h 49"/>
                <a:gd name="T18" fmla="*/ 50 w 104"/>
                <a:gd name="T19" fmla="*/ 22 h 49"/>
                <a:gd name="T20" fmla="*/ 15 w 104"/>
                <a:gd name="T21" fmla="*/ 41 h 49"/>
                <a:gd name="T22" fmla="*/ 4 w 104"/>
                <a:gd name="T23" fmla="*/ 47 h 49"/>
                <a:gd name="T24" fmla="*/ 1 w 104"/>
                <a:gd name="T2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49">
                  <a:moveTo>
                    <a:pt x="1" y="49"/>
                  </a:moveTo>
                  <a:cubicBezTo>
                    <a:pt x="0" y="49"/>
                    <a:pt x="2" y="48"/>
                    <a:pt x="4" y="46"/>
                  </a:cubicBezTo>
                  <a:cubicBezTo>
                    <a:pt x="6" y="45"/>
                    <a:pt x="10" y="42"/>
                    <a:pt x="14" y="40"/>
                  </a:cubicBezTo>
                  <a:cubicBezTo>
                    <a:pt x="22" y="34"/>
                    <a:pt x="35" y="28"/>
                    <a:pt x="50" y="21"/>
                  </a:cubicBezTo>
                  <a:cubicBezTo>
                    <a:pt x="64" y="15"/>
                    <a:pt x="78" y="9"/>
                    <a:pt x="87" y="6"/>
                  </a:cubicBezTo>
                  <a:cubicBezTo>
                    <a:pt x="92" y="4"/>
                    <a:pt x="96" y="2"/>
                    <a:pt x="99" y="1"/>
                  </a:cubicBezTo>
                  <a:cubicBezTo>
                    <a:pt x="102" y="1"/>
                    <a:pt x="103" y="0"/>
                    <a:pt x="104" y="0"/>
                  </a:cubicBezTo>
                  <a:cubicBezTo>
                    <a:pt x="104" y="0"/>
                    <a:pt x="102" y="1"/>
                    <a:pt x="99" y="2"/>
                  </a:cubicBezTo>
                  <a:cubicBezTo>
                    <a:pt x="96" y="3"/>
                    <a:pt x="93" y="5"/>
                    <a:pt x="88" y="7"/>
                  </a:cubicBezTo>
                  <a:cubicBezTo>
                    <a:pt x="78" y="11"/>
                    <a:pt x="65" y="16"/>
                    <a:pt x="50" y="22"/>
                  </a:cubicBezTo>
                  <a:cubicBezTo>
                    <a:pt x="36" y="29"/>
                    <a:pt x="23" y="35"/>
                    <a:pt x="15" y="41"/>
                  </a:cubicBezTo>
                  <a:cubicBezTo>
                    <a:pt x="10" y="43"/>
                    <a:pt x="7" y="45"/>
                    <a:pt x="4" y="47"/>
                  </a:cubicBezTo>
                  <a:cubicBezTo>
                    <a:pt x="2" y="48"/>
                    <a:pt x="1" y="49"/>
                    <a:pt x="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60">
              <a:extLst>
                <a:ext uri="{FF2B5EF4-FFF2-40B4-BE49-F238E27FC236}">
                  <a16:creationId xmlns:a16="http://schemas.microsoft.com/office/drawing/2014/main" id="{A5C9489E-510A-490F-BEDE-E644FB2CC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564"/>
              <a:ext cx="504" cy="109"/>
            </a:xfrm>
            <a:custGeom>
              <a:avLst/>
              <a:gdLst>
                <a:gd name="T0" fmla="*/ 217 w 217"/>
                <a:gd name="T1" fmla="*/ 0 h 47"/>
                <a:gd name="T2" fmla="*/ 208 w 217"/>
                <a:gd name="T3" fmla="*/ 0 h 47"/>
                <a:gd name="T4" fmla="*/ 185 w 217"/>
                <a:gd name="T5" fmla="*/ 6 h 47"/>
                <a:gd name="T6" fmla="*/ 155 w 217"/>
                <a:gd name="T7" fmla="*/ 22 h 47"/>
                <a:gd name="T8" fmla="*/ 137 w 217"/>
                <a:gd name="T9" fmla="*/ 32 h 47"/>
                <a:gd name="T10" fmla="*/ 115 w 217"/>
                <a:gd name="T11" fmla="*/ 39 h 47"/>
                <a:gd name="T12" fmla="*/ 70 w 217"/>
                <a:gd name="T13" fmla="*/ 43 h 47"/>
                <a:gd name="T14" fmla="*/ 34 w 217"/>
                <a:gd name="T15" fmla="*/ 44 h 47"/>
                <a:gd name="T16" fmla="*/ 9 w 217"/>
                <a:gd name="T17" fmla="*/ 46 h 47"/>
                <a:gd name="T18" fmla="*/ 2 w 217"/>
                <a:gd name="T19" fmla="*/ 47 h 47"/>
                <a:gd name="T20" fmla="*/ 0 w 217"/>
                <a:gd name="T21" fmla="*/ 47 h 47"/>
                <a:gd name="T22" fmla="*/ 2 w 217"/>
                <a:gd name="T23" fmla="*/ 46 h 47"/>
                <a:gd name="T24" fmla="*/ 9 w 217"/>
                <a:gd name="T25" fmla="*/ 45 h 47"/>
                <a:gd name="T26" fmla="*/ 33 w 217"/>
                <a:gd name="T27" fmla="*/ 43 h 47"/>
                <a:gd name="T28" fmla="*/ 70 w 217"/>
                <a:gd name="T29" fmla="*/ 42 h 47"/>
                <a:gd name="T30" fmla="*/ 114 w 217"/>
                <a:gd name="T31" fmla="*/ 37 h 47"/>
                <a:gd name="T32" fmla="*/ 136 w 217"/>
                <a:gd name="T33" fmla="*/ 31 h 47"/>
                <a:gd name="T34" fmla="*/ 154 w 217"/>
                <a:gd name="T35" fmla="*/ 21 h 47"/>
                <a:gd name="T36" fmla="*/ 184 w 217"/>
                <a:gd name="T37" fmla="*/ 5 h 47"/>
                <a:gd name="T38" fmla="*/ 208 w 217"/>
                <a:gd name="T39" fmla="*/ 0 h 47"/>
                <a:gd name="T40" fmla="*/ 215 w 217"/>
                <a:gd name="T41" fmla="*/ 0 h 47"/>
                <a:gd name="T42" fmla="*/ 217 w 217"/>
                <a:gd name="T4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7" h="47">
                  <a:moveTo>
                    <a:pt x="217" y="0"/>
                  </a:moveTo>
                  <a:cubicBezTo>
                    <a:pt x="217" y="0"/>
                    <a:pt x="214" y="0"/>
                    <a:pt x="208" y="0"/>
                  </a:cubicBezTo>
                  <a:cubicBezTo>
                    <a:pt x="203" y="1"/>
                    <a:pt x="194" y="2"/>
                    <a:pt x="185" y="6"/>
                  </a:cubicBezTo>
                  <a:cubicBezTo>
                    <a:pt x="176" y="10"/>
                    <a:pt x="166" y="16"/>
                    <a:pt x="155" y="22"/>
                  </a:cubicBezTo>
                  <a:cubicBezTo>
                    <a:pt x="149" y="26"/>
                    <a:pt x="143" y="29"/>
                    <a:pt x="137" y="32"/>
                  </a:cubicBezTo>
                  <a:cubicBezTo>
                    <a:pt x="130" y="35"/>
                    <a:pt x="122" y="37"/>
                    <a:pt x="115" y="39"/>
                  </a:cubicBezTo>
                  <a:cubicBezTo>
                    <a:pt x="99" y="42"/>
                    <a:pt x="84" y="43"/>
                    <a:pt x="70" y="43"/>
                  </a:cubicBezTo>
                  <a:cubicBezTo>
                    <a:pt x="56" y="43"/>
                    <a:pt x="44" y="43"/>
                    <a:pt x="34" y="44"/>
                  </a:cubicBezTo>
                  <a:cubicBezTo>
                    <a:pt x="23" y="44"/>
                    <a:pt x="15" y="45"/>
                    <a:pt x="9" y="46"/>
                  </a:cubicBezTo>
                  <a:cubicBezTo>
                    <a:pt x="6" y="46"/>
                    <a:pt x="4" y="46"/>
                    <a:pt x="2" y="47"/>
                  </a:cubicBezTo>
                  <a:cubicBezTo>
                    <a:pt x="1" y="47"/>
                    <a:pt x="0" y="47"/>
                    <a:pt x="0" y="47"/>
                  </a:cubicBezTo>
                  <a:cubicBezTo>
                    <a:pt x="0" y="47"/>
                    <a:pt x="1" y="47"/>
                    <a:pt x="2" y="46"/>
                  </a:cubicBezTo>
                  <a:cubicBezTo>
                    <a:pt x="4" y="46"/>
                    <a:pt x="6" y="46"/>
                    <a:pt x="9" y="45"/>
                  </a:cubicBezTo>
                  <a:cubicBezTo>
                    <a:pt x="15" y="44"/>
                    <a:pt x="23" y="43"/>
                    <a:pt x="33" y="43"/>
                  </a:cubicBezTo>
                  <a:cubicBezTo>
                    <a:pt x="44" y="42"/>
                    <a:pt x="56" y="42"/>
                    <a:pt x="70" y="42"/>
                  </a:cubicBezTo>
                  <a:cubicBezTo>
                    <a:pt x="84" y="41"/>
                    <a:pt x="99" y="41"/>
                    <a:pt x="114" y="37"/>
                  </a:cubicBezTo>
                  <a:cubicBezTo>
                    <a:pt x="122" y="36"/>
                    <a:pt x="129" y="34"/>
                    <a:pt x="136" y="31"/>
                  </a:cubicBezTo>
                  <a:cubicBezTo>
                    <a:pt x="142" y="28"/>
                    <a:pt x="148" y="25"/>
                    <a:pt x="154" y="21"/>
                  </a:cubicBezTo>
                  <a:cubicBezTo>
                    <a:pt x="165" y="15"/>
                    <a:pt x="175" y="9"/>
                    <a:pt x="184" y="5"/>
                  </a:cubicBezTo>
                  <a:cubicBezTo>
                    <a:pt x="194" y="1"/>
                    <a:pt x="202" y="0"/>
                    <a:pt x="208" y="0"/>
                  </a:cubicBezTo>
                  <a:cubicBezTo>
                    <a:pt x="211" y="0"/>
                    <a:pt x="213" y="0"/>
                    <a:pt x="215" y="0"/>
                  </a:cubicBezTo>
                  <a:cubicBezTo>
                    <a:pt x="217" y="0"/>
                    <a:pt x="217" y="0"/>
                    <a:pt x="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61">
              <a:extLst>
                <a:ext uri="{FF2B5EF4-FFF2-40B4-BE49-F238E27FC236}">
                  <a16:creationId xmlns:a16="http://schemas.microsoft.com/office/drawing/2014/main" id="{D1E6C7E6-78BC-4FA7-9C7D-5A6AE1FC8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7" y="2559"/>
              <a:ext cx="239" cy="114"/>
            </a:xfrm>
            <a:custGeom>
              <a:avLst/>
              <a:gdLst>
                <a:gd name="T0" fmla="*/ 0 w 103"/>
                <a:gd name="T1" fmla="*/ 49 h 49"/>
                <a:gd name="T2" fmla="*/ 3 w 103"/>
                <a:gd name="T3" fmla="*/ 46 h 49"/>
                <a:gd name="T4" fmla="*/ 13 w 103"/>
                <a:gd name="T5" fmla="*/ 40 h 49"/>
                <a:gd name="T6" fmla="*/ 49 w 103"/>
                <a:gd name="T7" fmla="*/ 21 h 49"/>
                <a:gd name="T8" fmla="*/ 87 w 103"/>
                <a:gd name="T9" fmla="*/ 6 h 49"/>
                <a:gd name="T10" fmla="*/ 98 w 103"/>
                <a:gd name="T11" fmla="*/ 1 h 49"/>
                <a:gd name="T12" fmla="*/ 103 w 103"/>
                <a:gd name="T13" fmla="*/ 0 h 49"/>
                <a:gd name="T14" fmla="*/ 99 w 103"/>
                <a:gd name="T15" fmla="*/ 2 h 49"/>
                <a:gd name="T16" fmla="*/ 87 w 103"/>
                <a:gd name="T17" fmla="*/ 7 h 49"/>
                <a:gd name="T18" fmla="*/ 50 w 103"/>
                <a:gd name="T19" fmla="*/ 22 h 49"/>
                <a:gd name="T20" fmla="*/ 14 w 103"/>
                <a:gd name="T21" fmla="*/ 41 h 49"/>
                <a:gd name="T22" fmla="*/ 4 w 103"/>
                <a:gd name="T23" fmla="*/ 47 h 49"/>
                <a:gd name="T24" fmla="*/ 0 w 103"/>
                <a:gd name="T2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" h="49">
                  <a:moveTo>
                    <a:pt x="0" y="49"/>
                  </a:moveTo>
                  <a:cubicBezTo>
                    <a:pt x="0" y="49"/>
                    <a:pt x="1" y="48"/>
                    <a:pt x="3" y="46"/>
                  </a:cubicBezTo>
                  <a:cubicBezTo>
                    <a:pt x="6" y="45"/>
                    <a:pt x="9" y="42"/>
                    <a:pt x="13" y="40"/>
                  </a:cubicBezTo>
                  <a:cubicBezTo>
                    <a:pt x="22" y="34"/>
                    <a:pt x="34" y="28"/>
                    <a:pt x="49" y="21"/>
                  </a:cubicBezTo>
                  <a:cubicBezTo>
                    <a:pt x="63" y="15"/>
                    <a:pt x="77" y="9"/>
                    <a:pt x="87" y="6"/>
                  </a:cubicBezTo>
                  <a:cubicBezTo>
                    <a:pt x="92" y="4"/>
                    <a:pt x="96" y="2"/>
                    <a:pt x="98" y="1"/>
                  </a:cubicBezTo>
                  <a:cubicBezTo>
                    <a:pt x="101" y="1"/>
                    <a:pt x="103" y="0"/>
                    <a:pt x="103" y="0"/>
                  </a:cubicBezTo>
                  <a:cubicBezTo>
                    <a:pt x="103" y="0"/>
                    <a:pt x="101" y="1"/>
                    <a:pt x="99" y="2"/>
                  </a:cubicBezTo>
                  <a:cubicBezTo>
                    <a:pt x="96" y="3"/>
                    <a:pt x="92" y="5"/>
                    <a:pt x="87" y="7"/>
                  </a:cubicBezTo>
                  <a:cubicBezTo>
                    <a:pt x="78" y="11"/>
                    <a:pt x="64" y="16"/>
                    <a:pt x="50" y="22"/>
                  </a:cubicBezTo>
                  <a:cubicBezTo>
                    <a:pt x="35" y="29"/>
                    <a:pt x="23" y="35"/>
                    <a:pt x="14" y="41"/>
                  </a:cubicBezTo>
                  <a:cubicBezTo>
                    <a:pt x="10" y="43"/>
                    <a:pt x="6" y="45"/>
                    <a:pt x="4" y="47"/>
                  </a:cubicBezTo>
                  <a:cubicBezTo>
                    <a:pt x="1" y="48"/>
                    <a:pt x="0" y="49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62">
              <a:extLst>
                <a:ext uri="{FF2B5EF4-FFF2-40B4-BE49-F238E27FC236}">
                  <a16:creationId xmlns:a16="http://schemas.microsoft.com/office/drawing/2014/main" id="{2B6C9F72-898E-46F5-81D2-A7BF6D051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3" y="2564"/>
              <a:ext cx="507" cy="109"/>
            </a:xfrm>
            <a:custGeom>
              <a:avLst/>
              <a:gdLst>
                <a:gd name="T0" fmla="*/ 218 w 218"/>
                <a:gd name="T1" fmla="*/ 0 h 47"/>
                <a:gd name="T2" fmla="*/ 209 w 218"/>
                <a:gd name="T3" fmla="*/ 0 h 47"/>
                <a:gd name="T4" fmla="*/ 185 w 218"/>
                <a:gd name="T5" fmla="*/ 6 h 47"/>
                <a:gd name="T6" fmla="*/ 155 w 218"/>
                <a:gd name="T7" fmla="*/ 22 h 47"/>
                <a:gd name="T8" fmla="*/ 137 w 218"/>
                <a:gd name="T9" fmla="*/ 32 h 47"/>
                <a:gd name="T10" fmla="*/ 115 w 218"/>
                <a:gd name="T11" fmla="*/ 39 h 47"/>
                <a:gd name="T12" fmla="*/ 70 w 218"/>
                <a:gd name="T13" fmla="*/ 43 h 47"/>
                <a:gd name="T14" fmla="*/ 34 w 218"/>
                <a:gd name="T15" fmla="*/ 44 h 47"/>
                <a:gd name="T16" fmla="*/ 9 w 218"/>
                <a:gd name="T17" fmla="*/ 46 h 47"/>
                <a:gd name="T18" fmla="*/ 3 w 218"/>
                <a:gd name="T19" fmla="*/ 47 h 47"/>
                <a:gd name="T20" fmla="*/ 1 w 218"/>
                <a:gd name="T21" fmla="*/ 47 h 47"/>
                <a:gd name="T22" fmla="*/ 3 w 218"/>
                <a:gd name="T23" fmla="*/ 46 h 47"/>
                <a:gd name="T24" fmla="*/ 9 w 218"/>
                <a:gd name="T25" fmla="*/ 45 h 47"/>
                <a:gd name="T26" fmla="*/ 34 w 218"/>
                <a:gd name="T27" fmla="*/ 43 h 47"/>
                <a:gd name="T28" fmla="*/ 70 w 218"/>
                <a:gd name="T29" fmla="*/ 42 h 47"/>
                <a:gd name="T30" fmla="*/ 115 w 218"/>
                <a:gd name="T31" fmla="*/ 37 h 47"/>
                <a:gd name="T32" fmla="*/ 136 w 218"/>
                <a:gd name="T33" fmla="*/ 31 h 47"/>
                <a:gd name="T34" fmla="*/ 154 w 218"/>
                <a:gd name="T35" fmla="*/ 21 h 47"/>
                <a:gd name="T36" fmla="*/ 185 w 218"/>
                <a:gd name="T37" fmla="*/ 5 h 47"/>
                <a:gd name="T38" fmla="*/ 209 w 218"/>
                <a:gd name="T39" fmla="*/ 0 h 47"/>
                <a:gd name="T40" fmla="*/ 215 w 218"/>
                <a:gd name="T41" fmla="*/ 0 h 47"/>
                <a:gd name="T42" fmla="*/ 218 w 218"/>
                <a:gd name="T4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8" h="47">
                  <a:moveTo>
                    <a:pt x="218" y="0"/>
                  </a:moveTo>
                  <a:cubicBezTo>
                    <a:pt x="218" y="0"/>
                    <a:pt x="214" y="0"/>
                    <a:pt x="209" y="0"/>
                  </a:cubicBezTo>
                  <a:cubicBezTo>
                    <a:pt x="203" y="1"/>
                    <a:pt x="195" y="2"/>
                    <a:pt x="185" y="6"/>
                  </a:cubicBezTo>
                  <a:cubicBezTo>
                    <a:pt x="176" y="10"/>
                    <a:pt x="166" y="16"/>
                    <a:pt x="155" y="22"/>
                  </a:cubicBezTo>
                  <a:cubicBezTo>
                    <a:pt x="150" y="26"/>
                    <a:pt x="144" y="29"/>
                    <a:pt x="137" y="32"/>
                  </a:cubicBezTo>
                  <a:cubicBezTo>
                    <a:pt x="130" y="35"/>
                    <a:pt x="123" y="37"/>
                    <a:pt x="115" y="39"/>
                  </a:cubicBezTo>
                  <a:cubicBezTo>
                    <a:pt x="100" y="42"/>
                    <a:pt x="84" y="43"/>
                    <a:pt x="70" y="43"/>
                  </a:cubicBezTo>
                  <a:cubicBezTo>
                    <a:pt x="57" y="43"/>
                    <a:pt x="44" y="43"/>
                    <a:pt x="34" y="44"/>
                  </a:cubicBezTo>
                  <a:cubicBezTo>
                    <a:pt x="23" y="44"/>
                    <a:pt x="15" y="45"/>
                    <a:pt x="9" y="46"/>
                  </a:cubicBezTo>
                  <a:cubicBezTo>
                    <a:pt x="7" y="46"/>
                    <a:pt x="4" y="46"/>
                    <a:pt x="3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7"/>
                    <a:pt x="1" y="47"/>
                    <a:pt x="3" y="46"/>
                  </a:cubicBezTo>
                  <a:cubicBezTo>
                    <a:pt x="4" y="46"/>
                    <a:pt x="6" y="46"/>
                    <a:pt x="9" y="45"/>
                  </a:cubicBezTo>
                  <a:cubicBezTo>
                    <a:pt x="15" y="44"/>
                    <a:pt x="23" y="43"/>
                    <a:pt x="34" y="43"/>
                  </a:cubicBezTo>
                  <a:cubicBezTo>
                    <a:pt x="44" y="42"/>
                    <a:pt x="57" y="42"/>
                    <a:pt x="70" y="42"/>
                  </a:cubicBezTo>
                  <a:cubicBezTo>
                    <a:pt x="84" y="41"/>
                    <a:pt x="99" y="41"/>
                    <a:pt x="115" y="37"/>
                  </a:cubicBezTo>
                  <a:cubicBezTo>
                    <a:pt x="122" y="36"/>
                    <a:pt x="130" y="34"/>
                    <a:pt x="136" y="31"/>
                  </a:cubicBezTo>
                  <a:cubicBezTo>
                    <a:pt x="143" y="28"/>
                    <a:pt x="149" y="25"/>
                    <a:pt x="154" y="21"/>
                  </a:cubicBezTo>
                  <a:cubicBezTo>
                    <a:pt x="165" y="15"/>
                    <a:pt x="175" y="9"/>
                    <a:pt x="185" y="5"/>
                  </a:cubicBezTo>
                  <a:cubicBezTo>
                    <a:pt x="194" y="1"/>
                    <a:pt x="203" y="0"/>
                    <a:pt x="209" y="0"/>
                  </a:cubicBezTo>
                  <a:cubicBezTo>
                    <a:pt x="212" y="0"/>
                    <a:pt x="214" y="0"/>
                    <a:pt x="215" y="0"/>
                  </a:cubicBezTo>
                  <a:cubicBezTo>
                    <a:pt x="217" y="0"/>
                    <a:pt x="218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463">
              <a:extLst>
                <a:ext uri="{FF2B5EF4-FFF2-40B4-BE49-F238E27FC236}">
                  <a16:creationId xmlns:a16="http://schemas.microsoft.com/office/drawing/2014/main" id="{4C3C6ADA-B06D-4572-8225-90954E82D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0" y="2555"/>
              <a:ext cx="604" cy="4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0E405E6B-C820-4792-B3A2-A6C143DD6E17}"/>
              </a:ext>
            </a:extLst>
          </p:cNvPr>
          <p:cNvGrpSpPr/>
          <p:nvPr/>
        </p:nvGrpSpPr>
        <p:grpSpPr>
          <a:xfrm>
            <a:off x="1663042" y="3116353"/>
            <a:ext cx="4313149" cy="1382803"/>
            <a:chOff x="-400050" y="3116353"/>
            <a:chExt cx="13258800" cy="1382803"/>
          </a:xfrm>
        </p:grpSpPr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46B6C1E-E42C-4946-A205-42448E3382CF}"/>
                </a:ext>
              </a:extLst>
            </p:cNvPr>
            <p:cNvCxnSpPr/>
            <p:nvPr/>
          </p:nvCxnSpPr>
          <p:spPr>
            <a:xfrm>
              <a:off x="-400050" y="3116353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526D624-84F2-4C5C-AF7F-79D1A6E5FC0A}"/>
                </a:ext>
              </a:extLst>
            </p:cNvPr>
            <p:cNvCxnSpPr/>
            <p:nvPr/>
          </p:nvCxnSpPr>
          <p:spPr>
            <a:xfrm>
              <a:off x="-400050" y="4499156"/>
              <a:ext cx="13258800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567F87CE-B13F-4832-98CF-5B56C479C811}"/>
              </a:ext>
            </a:extLst>
          </p:cNvPr>
          <p:cNvSpPr txBox="1">
            <a:spLocks/>
          </p:cNvSpPr>
          <p:nvPr/>
        </p:nvSpPr>
        <p:spPr>
          <a:xfrm>
            <a:off x="1625600" y="2055675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DEE6E675-F1E6-4FA1-8EC5-91F04098DDEE}"/>
              </a:ext>
            </a:extLst>
          </p:cNvPr>
          <p:cNvSpPr txBox="1">
            <a:spLocks/>
          </p:cNvSpPr>
          <p:nvPr/>
        </p:nvSpPr>
        <p:spPr>
          <a:xfrm>
            <a:off x="1625600" y="3497065"/>
            <a:ext cx="4350591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ko-KR" alt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모집단 부족</a:t>
            </a:r>
            <a:endParaRPr lang="en-US" altLang="ko-KR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557498EE-F35A-48FC-9025-1665BFDEE25D}"/>
              </a:ext>
            </a:extLst>
          </p:cNvPr>
          <p:cNvSpPr txBox="1">
            <a:spLocks/>
          </p:cNvSpPr>
          <p:nvPr/>
        </p:nvSpPr>
        <p:spPr>
          <a:xfrm>
            <a:off x="1625600" y="4824396"/>
            <a:ext cx="5368829" cy="7514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69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5AD51-EEEF-4075-A588-E865B9260FD5}"/>
              </a:ext>
            </a:extLst>
          </p:cNvPr>
          <p:cNvSpPr/>
          <p:nvPr/>
        </p:nvSpPr>
        <p:spPr>
          <a:xfrm>
            <a:off x="146756" y="1687946"/>
            <a:ext cx="12045243" cy="4294909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6826F-4B0F-41FC-954A-256D15A45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577" y="3220029"/>
            <a:ext cx="10515600" cy="1325563"/>
          </a:xfrm>
        </p:spPr>
        <p:txBody>
          <a:bodyPr vert="horz">
            <a:norm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B36CB99-9802-4F43-ACE0-B8A95EF31100}"/>
              </a:ext>
            </a:extLst>
          </p:cNvPr>
          <p:cNvSpPr/>
          <p:nvPr/>
        </p:nvSpPr>
        <p:spPr>
          <a:xfrm flipV="1">
            <a:off x="7924800" y="-3"/>
            <a:ext cx="4267200" cy="3360855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025DF6D-9947-43EF-97C7-1511424268BC}"/>
              </a:ext>
            </a:extLst>
          </p:cNvPr>
          <p:cNvSpPr/>
          <p:nvPr/>
        </p:nvSpPr>
        <p:spPr>
          <a:xfrm flipV="1">
            <a:off x="10736350" y="1687946"/>
            <a:ext cx="1455650" cy="1018208"/>
          </a:xfrm>
          <a:prstGeom prst="triangle">
            <a:avLst>
              <a:gd name="adj" fmla="val 100000"/>
            </a:avLst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480C76EF-4A77-419C-A57A-199364B186CD}"/>
              </a:ext>
            </a:extLst>
          </p:cNvPr>
          <p:cNvSpPr/>
          <p:nvPr/>
        </p:nvSpPr>
        <p:spPr>
          <a:xfrm>
            <a:off x="0" y="1687946"/>
            <a:ext cx="473724" cy="4294909"/>
          </a:xfrm>
          <a:prstGeom prst="rect">
            <a:avLst/>
          </a:prstGeom>
          <a:solidFill>
            <a:srgbClr val="2C8DBF"/>
          </a:solidFill>
          <a:ln>
            <a:noFill/>
          </a:ln>
          <a:effectLst>
            <a:innerShdw blurRad="63500" dist="50800" dir="108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71B30-64D9-4877-95FB-F32400550D64}"/>
              </a:ext>
            </a:extLst>
          </p:cNvPr>
          <p:cNvGrpSpPr/>
          <p:nvPr/>
        </p:nvGrpSpPr>
        <p:grpSpPr>
          <a:xfrm>
            <a:off x="7623073" y="2035410"/>
            <a:ext cx="3870979" cy="631574"/>
            <a:chOff x="7623073" y="2198386"/>
            <a:chExt cx="3870979" cy="631574"/>
          </a:xfrm>
        </p:grpSpPr>
        <p:sp>
          <p:nvSpPr>
            <p:cNvPr id="365" name="Text Placeholder 2">
              <a:extLst>
                <a:ext uri="{FF2B5EF4-FFF2-40B4-BE49-F238E27FC236}">
                  <a16:creationId xmlns:a16="http://schemas.microsoft.com/office/drawing/2014/main" id="{20FC73C3-B3FE-44F7-8D33-57095A57BD65}"/>
                </a:ext>
              </a:extLst>
            </p:cNvPr>
            <p:cNvSpPr txBox="1">
              <a:spLocks/>
            </p:cNvSpPr>
            <p:nvPr/>
          </p:nvSpPr>
          <p:spPr>
            <a:xfrm>
              <a:off x="7623073" y="2552961"/>
              <a:ext cx="3870979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6" name="Text Placeholder 2">
              <a:extLst>
                <a:ext uri="{FF2B5EF4-FFF2-40B4-BE49-F238E27FC236}">
                  <a16:creationId xmlns:a16="http://schemas.microsoft.com/office/drawing/2014/main" id="{513013D9-FDA5-4033-94F5-8DB3CD8ADA67}"/>
                </a:ext>
              </a:extLst>
            </p:cNvPr>
            <p:cNvSpPr txBox="1">
              <a:spLocks/>
            </p:cNvSpPr>
            <p:nvPr/>
          </p:nvSpPr>
          <p:spPr>
            <a:xfrm>
              <a:off x="7623073" y="2198386"/>
              <a:ext cx="3870979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4000" indent="-2340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678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227</Words>
  <Application>Microsoft Office PowerPoint</Application>
  <PresentationFormat>와이드스크린</PresentationFormat>
  <Paragraphs>62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Muli</vt:lpstr>
      <vt:lpstr>맑은 고딕</vt:lpstr>
      <vt:lpstr>휴먼모음T</vt:lpstr>
      <vt:lpstr>Arial</vt:lpstr>
      <vt:lpstr>Segoe UI</vt:lpstr>
      <vt:lpstr>Office 테마</vt:lpstr>
      <vt:lpstr>상품 리뷰 분석의 새로운 방안  (상품의 가격예측과 개발 활용)</vt:lpstr>
      <vt:lpstr>목차</vt:lpstr>
      <vt:lpstr>01 연구 개요</vt:lpstr>
      <vt:lpstr>02 선행 연구</vt:lpstr>
      <vt:lpstr>03 데이터 수집 계획</vt:lpstr>
      <vt:lpstr>04 연구방법론/ 연구모형 연구</vt:lpstr>
      <vt:lpstr>05 예상 한계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 리뷰 분석의 새로운 방안  (상품의 가격예측과 개발 활용)</dc:title>
  <dc:creator>김 예지</dc:creator>
  <cp:lastModifiedBy>김 예지</cp:lastModifiedBy>
  <cp:revision>2</cp:revision>
  <dcterms:created xsi:type="dcterms:W3CDTF">2021-12-10T13:44:03Z</dcterms:created>
  <dcterms:modified xsi:type="dcterms:W3CDTF">2021-12-13T07:53:08Z</dcterms:modified>
</cp:coreProperties>
</file>